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3.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27" r:id="rId1"/>
    <p:sldMasterId id="2147484046" r:id="rId2"/>
    <p:sldMasterId id="2147484061" r:id="rId3"/>
    <p:sldMasterId id="2147484079" r:id="rId4"/>
  </p:sldMasterIdLst>
  <p:notesMasterIdLst>
    <p:notesMasterId r:id="rId25"/>
  </p:notesMasterIdLst>
  <p:sldIdLst>
    <p:sldId id="1195" r:id="rId5"/>
    <p:sldId id="1178" r:id="rId6"/>
    <p:sldId id="1153" r:id="rId7"/>
    <p:sldId id="1177" r:id="rId8"/>
    <p:sldId id="1048" r:id="rId9"/>
    <p:sldId id="1020" r:id="rId10"/>
    <p:sldId id="1070" r:id="rId11"/>
    <p:sldId id="1181" r:id="rId12"/>
    <p:sldId id="1080" r:id="rId13"/>
    <p:sldId id="1166" r:id="rId14"/>
    <p:sldId id="1185" r:id="rId15"/>
    <p:sldId id="1190" r:id="rId16"/>
    <p:sldId id="1163" r:id="rId17"/>
    <p:sldId id="1165" r:id="rId18"/>
    <p:sldId id="1079" r:id="rId19"/>
    <p:sldId id="1081" r:id="rId20"/>
    <p:sldId id="1082" r:id="rId21"/>
    <p:sldId id="1191" r:id="rId22"/>
    <p:sldId id="1192" r:id="rId23"/>
    <p:sldId id="1193"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smith" initials="sjs" lastIdx="1" clrIdx="0">
    <p:extLst>
      <p:ext uri="{19B8F6BF-5375-455C-9EA6-DF929625EA0E}">
        <p15:presenceInfo xmlns:p15="http://schemas.microsoft.com/office/powerpoint/2012/main" userId="ssmith"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3366FF"/>
    <a:srgbClr val="E81F29"/>
    <a:srgbClr val="00A39A"/>
    <a:srgbClr val="CC00CC"/>
    <a:srgbClr val="FF8000"/>
    <a:srgbClr val="3300FF"/>
    <a:srgbClr val="69ACE2"/>
    <a:srgbClr val="FE801A"/>
    <a:srgbClr val="80808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9806" autoAdjust="0"/>
  </p:normalViewPr>
  <p:slideViewPr>
    <p:cSldViewPr snapToGrid="0">
      <p:cViewPr varScale="1">
        <p:scale>
          <a:sx n="67" d="100"/>
          <a:sy n="67" d="100"/>
        </p:scale>
        <p:origin x="1288"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commentAuthors" Target="commentAuthors.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9C5FB8-2BC1-48CF-8C14-FD37E4AB200A}" type="datetimeFigureOut">
              <a:rPr lang="en-US" smtClean="0"/>
              <a:t>10/9/2024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45C113-44B0-414C-863A-2726420E4BC4}" type="slidenum">
              <a:rPr lang="en-US" smtClean="0"/>
              <a:t>‹#›</a:t>
            </a:fld>
            <a:endParaRPr lang="en-US"/>
          </a:p>
        </p:txBody>
      </p:sp>
    </p:spTree>
    <p:extLst>
      <p:ext uri="{BB962C8B-B14F-4D97-AF65-F5344CB8AC3E}">
        <p14:creationId xmlns:p14="http://schemas.microsoft.com/office/powerpoint/2010/main" val="3313956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1" dirty="0">
                <a:solidFill>
                  <a:srgbClr val="00B0F0"/>
                </a:solidFill>
                <a:effectLst/>
                <a:latin typeface="HCo Ringside Narrow SSm"/>
              </a:rPr>
              <a:t>Gratefully, even though we are imperfect, we are invited as His guests into His House. He extends this invitation to us again and again, and if we accept it, it will—as promised by President Russell M. Nelson—bless our lives “in ways nothing else can.”</a:t>
            </a:r>
          </a:p>
          <a:p>
            <a:pPr algn="r"/>
            <a:r>
              <a:rPr lang="en-US" sz="1100" i="1" dirty="0">
                <a:solidFill>
                  <a:srgbClr val="00B0F0"/>
                </a:solidFill>
                <a:latin typeface="HCo Ringside Narrow SSm"/>
              </a:rPr>
              <a:t>- Allen D. Haynie</a:t>
            </a:r>
            <a:br>
              <a:rPr lang="en-US" sz="1100" i="1" dirty="0">
                <a:solidFill>
                  <a:srgbClr val="00B0F0"/>
                </a:solidFill>
                <a:latin typeface="HCo Ringside Narrow SSm"/>
              </a:rPr>
            </a:br>
            <a:r>
              <a:rPr lang="en-US" sz="1100" i="1" dirty="0">
                <a:solidFill>
                  <a:srgbClr val="00B0F0"/>
                </a:solidFill>
                <a:latin typeface="HCo Ringside Narrow SSm"/>
              </a:rPr>
              <a:t>BYU Devotional Oct 10, 2023</a:t>
            </a:r>
            <a:endParaRPr lang="en-US" sz="1100" dirty="0">
              <a:solidFill>
                <a:srgbClr val="00B0F0"/>
              </a:solidFill>
            </a:endParaRPr>
          </a:p>
        </p:txBody>
      </p:sp>
      <p:sp>
        <p:nvSpPr>
          <p:cNvPr id="4" name="Slide Number Placeholder 3"/>
          <p:cNvSpPr>
            <a:spLocks noGrp="1"/>
          </p:cNvSpPr>
          <p:nvPr>
            <p:ph type="sldNum" sz="quarter" idx="10"/>
          </p:nvPr>
        </p:nvSpPr>
        <p:spPr/>
        <p:txBody>
          <a:bodyPr/>
          <a:lstStyle/>
          <a:p>
            <a:fld id="{D445C113-44B0-414C-863A-2726420E4BC4}" type="slidenum">
              <a:rPr lang="en-US" smtClean="0"/>
              <a:t>1</a:t>
            </a:fld>
            <a:endParaRPr lang="en-US"/>
          </a:p>
        </p:txBody>
      </p:sp>
    </p:spTree>
    <p:extLst>
      <p:ext uri="{BB962C8B-B14F-4D97-AF65-F5344CB8AC3E}">
        <p14:creationId xmlns:p14="http://schemas.microsoft.com/office/powerpoint/2010/main" val="37263072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a:ln/>
        </p:spPr>
      </p:sp>
      <p:sp>
        <p:nvSpPr>
          <p:cNvPr id="97283" name="Rectangle 3"/>
          <p:cNvSpPr>
            <a:spLocks noGrp="1" noChangeArrowheads="1"/>
          </p:cNvSpPr>
          <p:nvPr>
            <p:ph type="body" idx="1"/>
          </p:nvPr>
        </p:nvSpPr>
        <p:spPr>
          <a:noFill/>
          <a:ln/>
        </p:spPr>
        <p:txBody>
          <a:bodyPr/>
          <a:lstStyle/>
          <a:p>
            <a:r>
              <a:rPr lang="en-US" dirty="0"/>
              <a:t>Learning Objectives:</a:t>
            </a:r>
          </a:p>
          <a:p>
            <a:pPr marL="525119" indent="-525119">
              <a:buAutoNum type="arabicPeriod"/>
            </a:pPr>
            <a:r>
              <a:rPr lang="en-US" dirty="0"/>
              <a:t>Draw Lewis Dot Structures for simple ionic and molecular compounds</a:t>
            </a:r>
          </a:p>
          <a:p>
            <a:pPr marL="525119" indent="-525119">
              <a:buAutoNum type="arabicPeriod"/>
            </a:pPr>
            <a:r>
              <a:rPr lang="en-US" dirty="0"/>
              <a:t>Calculate bond order </a:t>
            </a:r>
          </a:p>
          <a:p>
            <a:pPr marL="525119" indent="-525119">
              <a:buAutoNum type="arabicPeriod"/>
            </a:pPr>
            <a:r>
              <a:rPr lang="en-US" dirty="0"/>
              <a:t>Relate bond order, bond strength, and bond length</a:t>
            </a:r>
          </a:p>
          <a:p>
            <a:pPr marL="525119" indent="-525119">
              <a:buAutoNum type="arabicPeriod"/>
            </a:pPr>
            <a:r>
              <a:rPr lang="en-US" dirty="0"/>
              <a:t>Draw Resonance structures </a:t>
            </a:r>
          </a:p>
          <a:p>
            <a:pPr marL="525119" indent="-525119">
              <a:buAutoNum type="arabicPeriod"/>
            </a:pPr>
            <a:r>
              <a:rPr lang="en-US" dirty="0"/>
              <a:t>Assign formal charges &amp; choose best resonance structures</a:t>
            </a:r>
          </a:p>
          <a:p>
            <a:pPr marL="525119" indent="-525119">
              <a:buAutoNum type="arabicPeriod"/>
            </a:pPr>
            <a:r>
              <a:rPr lang="en-US" dirty="0"/>
              <a:t>Understand limitations</a:t>
            </a:r>
            <a:r>
              <a:rPr lang="en-US" baseline="0" dirty="0"/>
              <a:t> of Lewis dot structures &amp; exceptions to the octet rule</a:t>
            </a:r>
            <a:endParaRPr lang="en-US" dirty="0"/>
          </a:p>
          <a:p>
            <a:pPr marL="525119" indent="-525119">
              <a:buAutoNum type="arabicPeriod"/>
            </a:pPr>
            <a:endParaRPr lang="en-US" dirty="0"/>
          </a:p>
          <a:p>
            <a:pPr marL="525119" indent="-525119">
              <a:buAutoNum type="arabicPeriod"/>
            </a:pPr>
            <a:endParaRPr lang="en-US" dirty="0"/>
          </a:p>
          <a:p>
            <a:pPr marL="525119" indent="-525119">
              <a:buFont typeface="+mj-lt"/>
              <a:buAutoNum type="arabicPeriod"/>
            </a:pPr>
            <a:endParaRPr lang="en-US" dirty="0"/>
          </a:p>
          <a:p>
            <a:pPr eaLnBrk="1" hangingPunct="1"/>
            <a:endParaRPr lang="en-US" dirty="0">
              <a:latin typeface="Times" pitchFamily="-96" charset="0"/>
            </a:endParaRPr>
          </a:p>
        </p:txBody>
      </p:sp>
    </p:spTree>
    <p:extLst>
      <p:ext uri="{BB962C8B-B14F-4D97-AF65-F5344CB8AC3E}">
        <p14:creationId xmlns:p14="http://schemas.microsoft.com/office/powerpoint/2010/main" val="37248635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Yep, that’s my mom! Mrs. Lewis!</a:t>
            </a:r>
          </a:p>
        </p:txBody>
      </p:sp>
      <p:sp>
        <p:nvSpPr>
          <p:cNvPr id="4" name="Slide Number Placeholder 3"/>
          <p:cNvSpPr>
            <a:spLocks noGrp="1"/>
          </p:cNvSpPr>
          <p:nvPr>
            <p:ph type="sldNum" sz="quarter" idx="10"/>
          </p:nvPr>
        </p:nvSpPr>
        <p:spPr/>
        <p:txBody>
          <a:bodyPr/>
          <a:lstStyle/>
          <a:p>
            <a:fld id="{D445C113-44B0-414C-863A-2726420E4BC4}" type="slidenum">
              <a:rPr lang="en-US" smtClean="0"/>
              <a:t>3</a:t>
            </a:fld>
            <a:endParaRPr lang="en-US"/>
          </a:p>
        </p:txBody>
      </p:sp>
    </p:spTree>
    <p:extLst>
      <p:ext uri="{BB962C8B-B14F-4D97-AF65-F5344CB8AC3E}">
        <p14:creationId xmlns:p14="http://schemas.microsoft.com/office/powerpoint/2010/main" val="13041978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p:cNvSpPr>
            <a:spLocks noGrp="1" noRot="1" noChangeAspect="1" noChangeArrowheads="1" noTextEdit="1"/>
          </p:cNvSpPr>
          <p:nvPr>
            <p:ph type="sldImg"/>
          </p:nvPr>
        </p:nvSpPr>
        <p:spPr>
          <a:ln/>
        </p:spPr>
      </p:sp>
      <p:sp>
        <p:nvSpPr>
          <p:cNvPr id="82946"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dirty="0"/>
              <a:t>Be</a:t>
            </a:r>
            <a:r>
              <a:rPr lang="en-US" baseline="0" dirty="0"/>
              <a:t> d</a:t>
            </a:r>
            <a:r>
              <a:rPr lang="en-US" dirty="0"/>
              <a:t>one</a:t>
            </a:r>
            <a:r>
              <a:rPr lang="en-US" baseline="0" dirty="0"/>
              <a:t> at 0:10</a:t>
            </a:r>
          </a:p>
          <a:p>
            <a:endParaRPr lang="en-US" dirty="0"/>
          </a:p>
          <a:p>
            <a:r>
              <a:rPr lang="en-US" dirty="0"/>
              <a:t>C</a:t>
            </a:r>
          </a:p>
          <a:p>
            <a:pPr marL="0" marR="0" indent="0" algn="l" defTabSz="457200" rtl="0" eaLnBrk="1" fontAlgn="auto" latinLnBrk="0" hangingPunct="1">
              <a:lnSpc>
                <a:spcPct val="100000"/>
              </a:lnSpc>
              <a:spcBef>
                <a:spcPts val="0"/>
              </a:spcBef>
              <a:spcAft>
                <a:spcPts val="0"/>
              </a:spcAft>
              <a:buClrTx/>
              <a:buSzTx/>
              <a:buFontTx/>
              <a:buNone/>
              <a:tabLst/>
              <a:defRPr/>
            </a:pPr>
            <a:r>
              <a:rPr lang="en-US" dirty="0"/>
              <a:t>3Mg</a:t>
            </a:r>
            <a:r>
              <a:rPr lang="en-US" baseline="30000" dirty="0"/>
              <a:t>2+</a:t>
            </a:r>
            <a:r>
              <a:rPr lang="en-US" dirty="0"/>
              <a:t> + 2P</a:t>
            </a:r>
            <a:r>
              <a:rPr lang="en-US" baseline="30000" dirty="0"/>
              <a:t>3–</a:t>
            </a:r>
            <a:r>
              <a:rPr lang="en-US" dirty="0"/>
              <a:t> ⟶ Mg</a:t>
            </a:r>
            <a:r>
              <a:rPr lang="en-US" baseline="-25000" dirty="0"/>
              <a:t>3</a:t>
            </a:r>
            <a:r>
              <a:rPr lang="en-US" dirty="0"/>
              <a:t>P</a:t>
            </a:r>
            <a:r>
              <a:rPr lang="en-US" baseline="-25000" dirty="0"/>
              <a:t>2</a:t>
            </a:r>
            <a:endParaRPr lang="en-US" dirty="0"/>
          </a:p>
          <a:p>
            <a:endParaRPr lang="en-US" dirty="0">
              <a:latin typeface="Arial" charset="0"/>
              <a:ea typeface="ＭＳ Ｐゴシック" charset="0"/>
              <a:cs typeface="ＭＳ Ｐゴシック" charset="0"/>
            </a:endParaRPr>
          </a:p>
        </p:txBody>
      </p:sp>
    </p:spTree>
    <p:extLst>
      <p:ext uri="{BB962C8B-B14F-4D97-AF65-F5344CB8AC3E}">
        <p14:creationId xmlns:p14="http://schemas.microsoft.com/office/powerpoint/2010/main" val="13798202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Lewis structure that contributes the most to the average structure of the molecule is the first one in which all formal charges are zero. </a:t>
            </a:r>
          </a:p>
        </p:txBody>
      </p:sp>
      <p:sp>
        <p:nvSpPr>
          <p:cNvPr id="4" name="Slide Number Placeholder 3"/>
          <p:cNvSpPr>
            <a:spLocks noGrp="1"/>
          </p:cNvSpPr>
          <p:nvPr>
            <p:ph type="sldNum" sz="quarter" idx="10"/>
          </p:nvPr>
        </p:nvSpPr>
        <p:spPr/>
        <p:txBody>
          <a:bodyPr/>
          <a:lstStyle/>
          <a:p>
            <a:fld id="{D445C113-44B0-414C-863A-2726420E4BC4}" type="slidenum">
              <a:rPr lang="en-US" smtClean="0"/>
              <a:t>6</a:t>
            </a:fld>
            <a:endParaRPr lang="en-US"/>
          </a:p>
        </p:txBody>
      </p:sp>
    </p:spTree>
    <p:extLst>
      <p:ext uri="{BB962C8B-B14F-4D97-AF65-F5344CB8AC3E}">
        <p14:creationId xmlns:p14="http://schemas.microsoft.com/office/powerpoint/2010/main" val="24815809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p:cNvSpPr>
            <a:spLocks noGrp="1" noRot="1" noChangeAspect="1" noChangeArrowheads="1" noTextEdit="1"/>
          </p:cNvSpPr>
          <p:nvPr>
            <p:ph type="sldImg"/>
          </p:nvPr>
        </p:nvSpPr>
        <p:spPr>
          <a:ln/>
        </p:spPr>
      </p:sp>
      <p:sp>
        <p:nvSpPr>
          <p:cNvPr id="8294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r>
              <a:rPr lang="en-US" dirty="0"/>
              <a:t>Start</a:t>
            </a:r>
            <a:r>
              <a:rPr lang="en-US" baseline="0" dirty="0"/>
              <a:t> at 0:20</a:t>
            </a:r>
            <a:endParaRPr lang="en-US" dirty="0"/>
          </a:p>
          <a:p>
            <a:r>
              <a:rPr lang="en-US" dirty="0"/>
              <a:t>C</a:t>
            </a:r>
          </a:p>
          <a:p>
            <a:pPr marL="0" marR="0" indent="0" algn="l" defTabSz="457200" rtl="0" eaLnBrk="1" fontAlgn="auto" latinLnBrk="0" hangingPunct="1">
              <a:lnSpc>
                <a:spcPct val="100000"/>
              </a:lnSpc>
              <a:spcBef>
                <a:spcPts val="0"/>
              </a:spcBef>
              <a:spcAft>
                <a:spcPts val="0"/>
              </a:spcAft>
              <a:buClrTx/>
              <a:buSzTx/>
              <a:buFontTx/>
              <a:buNone/>
              <a:tabLst/>
              <a:defRPr/>
            </a:pPr>
            <a:r>
              <a:rPr lang="en-US" dirty="0"/>
              <a:t>3Mg</a:t>
            </a:r>
            <a:r>
              <a:rPr lang="en-US" baseline="30000" dirty="0"/>
              <a:t>2+</a:t>
            </a:r>
            <a:r>
              <a:rPr lang="en-US" dirty="0"/>
              <a:t> + 2P</a:t>
            </a:r>
            <a:r>
              <a:rPr lang="en-US" baseline="30000" dirty="0"/>
              <a:t>3–</a:t>
            </a:r>
            <a:r>
              <a:rPr lang="en-US" dirty="0"/>
              <a:t> ⟶ Mg</a:t>
            </a:r>
            <a:r>
              <a:rPr lang="en-US" baseline="-25000" dirty="0"/>
              <a:t>3</a:t>
            </a:r>
            <a:r>
              <a:rPr lang="en-US" dirty="0"/>
              <a:t>P</a:t>
            </a:r>
            <a:r>
              <a:rPr lang="en-US" baseline="-25000" dirty="0"/>
              <a:t>2</a:t>
            </a:r>
            <a:endParaRPr lang="en-US" dirty="0"/>
          </a:p>
          <a:p>
            <a:endParaRPr lang="en-US" dirty="0">
              <a:latin typeface="Arial" charset="0"/>
              <a:ea typeface="ＭＳ Ｐゴシック" charset="0"/>
              <a:cs typeface="ＭＳ Ｐゴシック" charset="0"/>
            </a:endParaRPr>
          </a:p>
        </p:txBody>
      </p:sp>
    </p:spTree>
    <p:extLst>
      <p:ext uri="{BB962C8B-B14F-4D97-AF65-F5344CB8AC3E}">
        <p14:creationId xmlns:p14="http://schemas.microsoft.com/office/powerpoint/2010/main" val="33420600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p:cNvSpPr>
            <a:spLocks noGrp="1" noRot="1" noChangeAspect="1" noChangeArrowheads="1" noTextEdit="1"/>
          </p:cNvSpPr>
          <p:nvPr>
            <p:ph type="sldImg"/>
          </p:nvPr>
        </p:nvSpPr>
        <p:spPr>
          <a:ln/>
        </p:spPr>
      </p:sp>
      <p:sp>
        <p:nvSpPr>
          <p:cNvPr id="82946"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baseline="0" dirty="0">
                <a:latin typeface="Arial" charset="0"/>
                <a:ea typeface="ＭＳ Ｐゴシック" charset="0"/>
                <a:cs typeface="ＭＳ Ｐゴシック" charset="0"/>
              </a:rPr>
              <a:t>Done by 0:25</a:t>
            </a:r>
          </a:p>
        </p:txBody>
      </p:sp>
    </p:spTree>
    <p:extLst>
      <p:ext uri="{BB962C8B-B14F-4D97-AF65-F5344CB8AC3E}">
        <p14:creationId xmlns:p14="http://schemas.microsoft.com/office/powerpoint/2010/main" val="41700976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Need 40 e-</a:t>
            </a:r>
          </a:p>
          <a:p>
            <a:r>
              <a:rPr lang="en-US" dirty="0"/>
              <a:t>Have</a:t>
            </a:r>
            <a:r>
              <a:rPr lang="en-US" baseline="0" dirty="0"/>
              <a:t> 34 e-</a:t>
            </a:r>
          </a:p>
          <a:p>
            <a:r>
              <a:rPr lang="en-US" baseline="0" dirty="0"/>
              <a:t># bonds = 6/2 = 3 bonds? But that’s not even enough to connect all 5 atoms!</a:t>
            </a:r>
          </a:p>
          <a:p>
            <a:r>
              <a:rPr lang="en-US" baseline="0" dirty="0"/>
              <a:t>Let’s just take the 40 e- and distribute them the best we can</a:t>
            </a:r>
            <a:endParaRPr lang="en-US" dirty="0"/>
          </a:p>
        </p:txBody>
      </p:sp>
      <p:sp>
        <p:nvSpPr>
          <p:cNvPr id="4" name="Slide Number Placeholder 3"/>
          <p:cNvSpPr>
            <a:spLocks noGrp="1"/>
          </p:cNvSpPr>
          <p:nvPr>
            <p:ph type="sldNum" sz="quarter" idx="10"/>
          </p:nvPr>
        </p:nvSpPr>
        <p:spPr/>
        <p:txBody>
          <a:bodyPr/>
          <a:lstStyle/>
          <a:p>
            <a:fld id="{D445C113-44B0-414C-863A-2726420E4BC4}" type="slidenum">
              <a:rPr lang="en-US" smtClean="0"/>
              <a:t>9</a:t>
            </a:fld>
            <a:endParaRPr lang="en-US"/>
          </a:p>
        </p:txBody>
      </p:sp>
    </p:spTree>
    <p:extLst>
      <p:ext uri="{BB962C8B-B14F-4D97-AF65-F5344CB8AC3E}">
        <p14:creationId xmlns:p14="http://schemas.microsoft.com/office/powerpoint/2010/main" val="26822168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p:cNvSpPr>
            <a:spLocks noGrp="1" noRot="1" noChangeAspect="1" noChangeArrowheads="1" noTextEdit="1"/>
          </p:cNvSpPr>
          <p:nvPr>
            <p:ph type="sldImg"/>
          </p:nvPr>
        </p:nvSpPr>
        <p:spPr>
          <a:ln/>
        </p:spPr>
      </p:sp>
      <p:sp>
        <p:nvSpPr>
          <p:cNvPr id="8294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r>
              <a:rPr lang="en-US" dirty="0">
                <a:latin typeface="Arial" charset="0"/>
                <a:ea typeface="ＭＳ Ｐゴシック" charset="0"/>
                <a:cs typeface="ＭＳ Ｐゴシック" charset="0"/>
              </a:rPr>
              <a:t>0:30</a:t>
            </a:r>
          </a:p>
        </p:txBody>
      </p:sp>
    </p:spTree>
    <p:extLst>
      <p:ext uri="{BB962C8B-B14F-4D97-AF65-F5344CB8AC3E}">
        <p14:creationId xmlns:p14="http://schemas.microsoft.com/office/powerpoint/2010/main" val="7352459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p:cNvSpPr>
            <a:spLocks noGrp="1" noRot="1" noChangeAspect="1" noChangeArrowheads="1" noTextEdit="1"/>
          </p:cNvSpPr>
          <p:nvPr>
            <p:ph type="sldImg"/>
          </p:nvPr>
        </p:nvSpPr>
        <p:spPr>
          <a:ln/>
        </p:spPr>
      </p:sp>
      <p:sp>
        <p:nvSpPr>
          <p:cNvPr id="82946"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dirty="0"/>
              <a:t>Done by 0:35</a:t>
            </a:r>
          </a:p>
          <a:p>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3Mg</a:t>
            </a:r>
            <a:r>
              <a:rPr lang="en-US" baseline="30000" dirty="0"/>
              <a:t>2+</a:t>
            </a:r>
            <a:r>
              <a:rPr lang="en-US" dirty="0"/>
              <a:t> + 2P</a:t>
            </a:r>
            <a:r>
              <a:rPr lang="en-US" baseline="30000" dirty="0"/>
              <a:t>3–</a:t>
            </a:r>
            <a:r>
              <a:rPr lang="en-US" dirty="0"/>
              <a:t> ⟶ Mg</a:t>
            </a:r>
            <a:r>
              <a:rPr lang="en-US" baseline="-25000" dirty="0"/>
              <a:t>3</a:t>
            </a:r>
            <a:r>
              <a:rPr lang="en-US" dirty="0"/>
              <a:t>P</a:t>
            </a:r>
            <a:r>
              <a:rPr lang="en-US" baseline="-25000" dirty="0"/>
              <a:t>2</a:t>
            </a:r>
            <a:endParaRPr lang="en-US" dirty="0"/>
          </a:p>
          <a:p>
            <a:endParaRPr lang="en-US" dirty="0">
              <a:latin typeface="Arial" charset="0"/>
              <a:ea typeface="ＭＳ Ｐゴシック" charset="0"/>
              <a:cs typeface="ＭＳ Ｐゴシック" charset="0"/>
            </a:endParaRPr>
          </a:p>
        </p:txBody>
      </p:sp>
    </p:spTree>
    <p:extLst>
      <p:ext uri="{BB962C8B-B14F-4D97-AF65-F5344CB8AC3E}">
        <p14:creationId xmlns:p14="http://schemas.microsoft.com/office/powerpoint/2010/main" val="30411441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a:t>
            </a:r>
          </a:p>
        </p:txBody>
      </p:sp>
      <p:sp>
        <p:nvSpPr>
          <p:cNvPr id="4" name="Slide Number Placeholder 3"/>
          <p:cNvSpPr>
            <a:spLocks noGrp="1"/>
          </p:cNvSpPr>
          <p:nvPr>
            <p:ph type="sldNum" sz="quarter" idx="5"/>
          </p:nvPr>
        </p:nvSpPr>
        <p:spPr/>
        <p:txBody>
          <a:bodyPr/>
          <a:lstStyle/>
          <a:p>
            <a:fld id="{D445C113-44B0-414C-863A-2726420E4BC4}" type="slidenum">
              <a:rPr lang="en-US" smtClean="0"/>
              <a:t>13</a:t>
            </a:fld>
            <a:endParaRPr lang="en-US"/>
          </a:p>
        </p:txBody>
      </p:sp>
    </p:spTree>
    <p:extLst>
      <p:ext uri="{BB962C8B-B14F-4D97-AF65-F5344CB8AC3E}">
        <p14:creationId xmlns:p14="http://schemas.microsoft.com/office/powerpoint/2010/main" val="26740535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445C113-44B0-414C-863A-2726420E4BC4}" type="slidenum">
              <a:rPr lang="en-US" smtClean="0"/>
              <a:t>14</a:t>
            </a:fld>
            <a:endParaRPr lang="en-US"/>
          </a:p>
        </p:txBody>
      </p:sp>
    </p:spTree>
    <p:extLst>
      <p:ext uri="{BB962C8B-B14F-4D97-AF65-F5344CB8AC3E}">
        <p14:creationId xmlns:p14="http://schemas.microsoft.com/office/powerpoint/2010/main" val="27567676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Need 32 e-</a:t>
            </a:r>
          </a:p>
          <a:p>
            <a:r>
              <a:rPr lang="en-US" dirty="0"/>
              <a:t>Have</a:t>
            </a:r>
            <a:r>
              <a:rPr lang="en-US" baseline="0" dirty="0"/>
              <a:t> 24 e-</a:t>
            </a:r>
          </a:p>
          <a:p>
            <a:r>
              <a:rPr lang="en-US" baseline="0" dirty="0"/>
              <a:t># bonds = 8/2 = 4 bonds</a:t>
            </a:r>
          </a:p>
          <a:p>
            <a:r>
              <a:rPr lang="en-US" baseline="0" dirty="0"/>
              <a:t>Resonance structures? What are the formal charges?</a:t>
            </a:r>
          </a:p>
          <a:p>
            <a:r>
              <a:rPr lang="en-US" baseline="0" dirty="0"/>
              <a:t>A +1 charge on F??? Not likely!</a:t>
            </a:r>
          </a:p>
          <a:p>
            <a:r>
              <a:rPr lang="en-US" baseline="0" dirty="0"/>
              <a:t>Boron is so much less electronegative than F that the 3 F atoms hog all the e-</a:t>
            </a:r>
          </a:p>
          <a:p>
            <a:r>
              <a:rPr lang="en-US" baseline="0" dirty="0"/>
              <a:t>Boron doesn’t need 8 to be stable</a:t>
            </a:r>
            <a:endParaRPr lang="en-US" dirty="0"/>
          </a:p>
          <a:p>
            <a:endParaRPr lang="en-US" dirty="0"/>
          </a:p>
        </p:txBody>
      </p:sp>
      <p:sp>
        <p:nvSpPr>
          <p:cNvPr id="4" name="Slide Number Placeholder 3"/>
          <p:cNvSpPr>
            <a:spLocks noGrp="1"/>
          </p:cNvSpPr>
          <p:nvPr>
            <p:ph type="sldNum" sz="quarter" idx="10"/>
          </p:nvPr>
        </p:nvSpPr>
        <p:spPr/>
        <p:txBody>
          <a:bodyPr/>
          <a:lstStyle/>
          <a:p>
            <a:fld id="{D445C113-44B0-414C-863A-2726420E4BC4}" type="slidenum">
              <a:rPr lang="en-US" smtClean="0"/>
              <a:t>15</a:t>
            </a:fld>
            <a:endParaRPr lang="en-US"/>
          </a:p>
        </p:txBody>
      </p:sp>
    </p:spTree>
    <p:extLst>
      <p:ext uri="{BB962C8B-B14F-4D97-AF65-F5344CB8AC3E}">
        <p14:creationId xmlns:p14="http://schemas.microsoft.com/office/powerpoint/2010/main" val="35657191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Need 40 e-</a:t>
            </a:r>
          </a:p>
          <a:p>
            <a:r>
              <a:rPr lang="en-US" dirty="0"/>
              <a:t>Have</a:t>
            </a:r>
            <a:r>
              <a:rPr lang="en-US" baseline="0" dirty="0"/>
              <a:t> 34 e-</a:t>
            </a:r>
          </a:p>
          <a:p>
            <a:r>
              <a:rPr lang="en-US" baseline="0" dirty="0"/>
              <a:t># bonds = 6/2 = 3 bonds? But that’s not even enough to connect all 5 atoms!</a:t>
            </a:r>
          </a:p>
          <a:p>
            <a:r>
              <a:rPr lang="en-US" baseline="0" dirty="0"/>
              <a:t>Let’s just take the 40 e- and distribute them the best we can</a:t>
            </a:r>
            <a:endParaRPr lang="en-US" dirty="0"/>
          </a:p>
        </p:txBody>
      </p:sp>
      <p:sp>
        <p:nvSpPr>
          <p:cNvPr id="4" name="Slide Number Placeholder 3"/>
          <p:cNvSpPr>
            <a:spLocks noGrp="1"/>
          </p:cNvSpPr>
          <p:nvPr>
            <p:ph type="sldNum" sz="quarter" idx="10"/>
          </p:nvPr>
        </p:nvSpPr>
        <p:spPr/>
        <p:txBody>
          <a:bodyPr/>
          <a:lstStyle/>
          <a:p>
            <a:fld id="{D445C113-44B0-414C-863A-2726420E4BC4}" type="slidenum">
              <a:rPr lang="en-US" smtClean="0"/>
              <a:t>16</a:t>
            </a:fld>
            <a:endParaRPr lang="en-US"/>
          </a:p>
        </p:txBody>
      </p:sp>
    </p:spTree>
    <p:extLst>
      <p:ext uri="{BB962C8B-B14F-4D97-AF65-F5344CB8AC3E}">
        <p14:creationId xmlns:p14="http://schemas.microsoft.com/office/powerpoint/2010/main" val="15490704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between 0:40 – 0:45</a:t>
            </a:r>
          </a:p>
        </p:txBody>
      </p:sp>
      <p:sp>
        <p:nvSpPr>
          <p:cNvPr id="4" name="Slide Number Placeholder 3"/>
          <p:cNvSpPr>
            <a:spLocks noGrp="1"/>
          </p:cNvSpPr>
          <p:nvPr>
            <p:ph type="sldNum" sz="quarter" idx="5"/>
          </p:nvPr>
        </p:nvSpPr>
        <p:spPr/>
        <p:txBody>
          <a:bodyPr/>
          <a:lstStyle/>
          <a:p>
            <a:fld id="{D445C113-44B0-414C-863A-2726420E4BC4}" type="slidenum">
              <a:rPr lang="en-US" smtClean="0"/>
              <a:t>18</a:t>
            </a:fld>
            <a:endParaRPr lang="en-US"/>
          </a:p>
        </p:txBody>
      </p:sp>
    </p:spTree>
    <p:extLst>
      <p:ext uri="{BB962C8B-B14F-4D97-AF65-F5344CB8AC3E}">
        <p14:creationId xmlns:p14="http://schemas.microsoft.com/office/powerpoint/2010/main" val="399953981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ctrTitle"/>
          </p:nvPr>
        </p:nvSpPr>
        <p:spPr>
          <a:xfrm>
            <a:off x="914400" y="1803405"/>
            <a:ext cx="73152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914400" y="3632201"/>
            <a:ext cx="73152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5932170" y="4323845"/>
            <a:ext cx="2297429" cy="365125"/>
          </a:xfrm>
          <a:prstGeom prst="rect">
            <a:avLst/>
          </a:prstGeom>
        </p:spPr>
        <p:txBody>
          <a:bodyPr/>
          <a:lstStyle/>
          <a:p>
            <a:fld id="{55E31A38-63A6-4C79-B2DB-DC9699C06701}" type="datetime1">
              <a:rPr lang="en-US" smtClean="0">
                <a:solidFill>
                  <a:prstClr val="white"/>
                </a:solidFill>
              </a:rPr>
              <a:t>10/9/2024</a:t>
            </a:fld>
            <a:endParaRPr lang="en-US">
              <a:solidFill>
                <a:prstClr val="white"/>
              </a:solidFill>
            </a:endParaRPr>
          </a:p>
        </p:txBody>
      </p:sp>
      <p:sp>
        <p:nvSpPr>
          <p:cNvPr id="5" name="Footer Placeholder 4"/>
          <p:cNvSpPr>
            <a:spLocks noGrp="1"/>
          </p:cNvSpPr>
          <p:nvPr>
            <p:ph type="ftr" sz="quarter" idx="11"/>
          </p:nvPr>
        </p:nvSpPr>
        <p:spPr>
          <a:xfrm>
            <a:off x="914400" y="4323846"/>
            <a:ext cx="4880610" cy="365125"/>
          </a:xfrm>
        </p:spPr>
        <p:txBody>
          <a:bodyPr/>
          <a:lstStyle/>
          <a:p>
            <a:endParaRPr lang="en-US">
              <a:solidFill>
                <a:prstClr val="white">
                  <a:tint val="75000"/>
                </a:prstClr>
              </a:solidFill>
            </a:endParaRPr>
          </a:p>
        </p:txBody>
      </p:sp>
      <p:sp>
        <p:nvSpPr>
          <p:cNvPr id="6" name="Slide Number Placeholder 5"/>
          <p:cNvSpPr>
            <a:spLocks noGrp="1"/>
          </p:cNvSpPr>
          <p:nvPr>
            <p:ph type="sldNum" sz="quarter" idx="12"/>
          </p:nvPr>
        </p:nvSpPr>
        <p:spPr>
          <a:xfrm>
            <a:off x="0" y="0"/>
            <a:ext cx="2171700" cy="365125"/>
          </a:xfrm>
        </p:spPr>
        <p:txBody>
          <a:bodyPr/>
          <a:lstStyle>
            <a:lvl1pPr algn="l">
              <a:defRPr b="1">
                <a:solidFill>
                  <a:schemeClr val="bg1"/>
                </a:solidFill>
              </a:defRPr>
            </a:lvl1pPr>
          </a:lstStyle>
          <a:p>
            <a:fld id="{63C103D7-7FC1-4B9F-A526-BC88A3C4AA47}" type="slidenum">
              <a:rPr lang="en-US" smtClean="0"/>
              <a:pPr/>
              <a:t>‹#›</a:t>
            </a:fld>
            <a:endParaRPr lang="en-US" dirty="0"/>
          </a:p>
        </p:txBody>
      </p:sp>
    </p:spTree>
    <p:extLst>
      <p:ext uri="{BB962C8B-B14F-4D97-AF65-F5344CB8AC3E}">
        <p14:creationId xmlns:p14="http://schemas.microsoft.com/office/powerpoint/2010/main" val="25680215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171700" y="381001"/>
            <a:ext cx="6377940" cy="1254759"/>
          </a:xfrm>
        </p:spPr>
        <p:txBody>
          <a:bodyPr>
            <a:noAutofit/>
          </a:bodyPr>
          <a:lstStyle>
            <a:lvl1pPr>
              <a:defRPr sz="4800"/>
            </a:lvl1pPr>
          </a:lstStyle>
          <a:p>
            <a:r>
              <a:rPr lang="en-US" dirty="0"/>
              <a:t>Click to edit Master title style</a:t>
            </a:r>
          </a:p>
        </p:txBody>
      </p:sp>
      <p:sp>
        <p:nvSpPr>
          <p:cNvPr id="3" name="Content Placeholder 2"/>
          <p:cNvSpPr>
            <a:spLocks noGrp="1"/>
          </p:cNvSpPr>
          <p:nvPr>
            <p:ph idx="1"/>
          </p:nvPr>
        </p:nvSpPr>
        <p:spPr>
          <a:xfrm>
            <a:off x="594360" y="1635760"/>
            <a:ext cx="7955280" cy="47200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412230" y="6356351"/>
            <a:ext cx="2137410" cy="365125"/>
          </a:xfrm>
          <a:prstGeom prst="rect">
            <a:avLst/>
          </a:prstGeom>
        </p:spPr>
        <p:txBody>
          <a:bodyPr/>
          <a:lstStyle/>
          <a:p>
            <a:fld id="{141208F2-554C-4E64-8DE1-6A97CF7150A3}" type="datetime1">
              <a:rPr lang="en-US" smtClean="0">
                <a:solidFill>
                  <a:prstClr val="white"/>
                </a:solidFill>
              </a:rPr>
              <a:t>10/9/2024</a:t>
            </a:fld>
            <a:endParaRPr lang="en-US">
              <a:solidFill>
                <a:prstClr val="white"/>
              </a:solidFill>
            </a:endParaRPr>
          </a:p>
        </p:txBody>
      </p:sp>
      <p:sp>
        <p:nvSpPr>
          <p:cNvPr id="5" name="Footer Placeholder 4"/>
          <p:cNvSpPr>
            <a:spLocks noGrp="1"/>
          </p:cNvSpPr>
          <p:nvPr>
            <p:ph type="ftr" sz="quarter" idx="11"/>
          </p:nvPr>
        </p:nvSpPr>
        <p:spPr/>
        <p:txBody>
          <a:bodyPr/>
          <a:lstStyle/>
          <a:p>
            <a:endParaRPr lang="en-US">
              <a:solidFill>
                <a:prstClr val="white">
                  <a:tint val="75000"/>
                </a:prstClr>
              </a:solidFill>
            </a:endParaRPr>
          </a:p>
        </p:txBody>
      </p:sp>
      <p:sp>
        <p:nvSpPr>
          <p:cNvPr id="6" name="Slide Number Placeholder 5"/>
          <p:cNvSpPr>
            <a:spLocks noGrp="1"/>
          </p:cNvSpPr>
          <p:nvPr>
            <p:ph type="sldNum" sz="quarter" idx="12"/>
          </p:nvPr>
        </p:nvSpPr>
        <p:spPr>
          <a:xfrm>
            <a:off x="0" y="15876"/>
            <a:ext cx="1977390" cy="365125"/>
          </a:xfrm>
        </p:spPr>
        <p:txBody>
          <a:bodyPr lIns="91440"/>
          <a:lstStyle>
            <a:lvl1pPr algn="l">
              <a:defRPr b="1">
                <a:solidFill>
                  <a:schemeClr val="bg1"/>
                </a:solidFill>
              </a:defRPr>
            </a:lvl1pPr>
          </a:lstStyle>
          <a:p>
            <a:fld id="{63C103D7-7FC1-4B9F-A526-BC88A3C4AA47}" type="slidenum">
              <a:rPr lang="en-US" smtClean="0"/>
              <a:pPr/>
              <a:t>‹#›</a:t>
            </a:fld>
            <a:endParaRPr lang="en-US" dirty="0"/>
          </a:p>
        </p:txBody>
      </p:sp>
    </p:spTree>
    <p:extLst>
      <p:ext uri="{BB962C8B-B14F-4D97-AF65-F5344CB8AC3E}">
        <p14:creationId xmlns:p14="http://schemas.microsoft.com/office/powerpoint/2010/main" val="28965378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4"/>
            <a:ext cx="7955280"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594360" y="3641726"/>
            <a:ext cx="7955281" cy="1354134"/>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562176" y="381001"/>
            <a:ext cx="2183130" cy="365125"/>
          </a:xfrm>
          <a:prstGeom prst="rect">
            <a:avLst/>
          </a:prstGeom>
        </p:spPr>
        <p:txBody>
          <a:bodyPr/>
          <a:lstStyle>
            <a:lvl1pPr algn="r">
              <a:defRPr/>
            </a:lvl1pPr>
          </a:lstStyle>
          <a:p>
            <a:fld id="{E2CCEF81-D633-4954-A808-8B610A2466AE}" type="datetime1">
              <a:rPr lang="en-US" smtClean="0">
                <a:solidFill>
                  <a:prstClr val="white"/>
                </a:solidFill>
              </a:rPr>
              <a:t>10/9/2024</a:t>
            </a:fld>
            <a:endParaRPr lang="en-US">
              <a:solidFill>
                <a:prstClr val="white"/>
              </a:solidFill>
            </a:endParaRPr>
          </a:p>
        </p:txBody>
      </p:sp>
      <p:sp>
        <p:nvSpPr>
          <p:cNvPr id="5" name="Footer Placeholder 4"/>
          <p:cNvSpPr>
            <a:spLocks noGrp="1"/>
          </p:cNvSpPr>
          <p:nvPr>
            <p:ph type="ftr" sz="quarter" idx="11"/>
          </p:nvPr>
        </p:nvSpPr>
        <p:spPr>
          <a:xfrm>
            <a:off x="594360" y="381001"/>
            <a:ext cx="4830656" cy="365125"/>
          </a:xfrm>
        </p:spPr>
        <p:txBody>
          <a:bodyPr/>
          <a:lstStyle/>
          <a:p>
            <a:endParaRPr lang="en-US">
              <a:solidFill>
                <a:prstClr val="white">
                  <a:tint val="75000"/>
                </a:prstClr>
              </a:solidFill>
            </a:endParaRPr>
          </a:p>
        </p:txBody>
      </p:sp>
      <p:sp>
        <p:nvSpPr>
          <p:cNvPr id="6" name="Slide Number Placeholder 5"/>
          <p:cNvSpPr>
            <a:spLocks noGrp="1"/>
          </p:cNvSpPr>
          <p:nvPr>
            <p:ph type="sldNum" sz="quarter" idx="12"/>
          </p:nvPr>
        </p:nvSpPr>
        <p:spPr>
          <a:xfrm>
            <a:off x="7882466" y="381001"/>
            <a:ext cx="667173" cy="365125"/>
          </a:xfrm>
        </p:spPr>
        <p:txBody>
          <a:bodyPr/>
          <a:lstStyle/>
          <a:p>
            <a:fld id="{63C103D7-7FC1-4B9F-A526-BC88A3C4AA47}" type="slidenum">
              <a:rPr lang="en-US" smtClean="0">
                <a:solidFill>
                  <a:prstClr val="white">
                    <a:tint val="75000"/>
                  </a:prstClr>
                </a:solidFill>
              </a:rPr>
              <a:pPr/>
              <a:t>‹#›</a:t>
            </a:fld>
            <a:endParaRPr lang="en-US">
              <a:solidFill>
                <a:prstClr val="white">
                  <a:tint val="75000"/>
                </a:prstClr>
              </a:solidFill>
            </a:endParaRPr>
          </a:p>
        </p:txBody>
      </p:sp>
    </p:spTree>
    <p:extLst>
      <p:ext uri="{BB962C8B-B14F-4D97-AF65-F5344CB8AC3E}">
        <p14:creationId xmlns:p14="http://schemas.microsoft.com/office/powerpoint/2010/main" val="19472969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94360" y="2194560"/>
            <a:ext cx="3910579"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2099" y="2194560"/>
            <a:ext cx="3907540"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6412230" y="6356351"/>
            <a:ext cx="2137410" cy="365125"/>
          </a:xfrm>
          <a:prstGeom prst="rect">
            <a:avLst/>
          </a:prstGeom>
        </p:spPr>
        <p:txBody>
          <a:bodyPr/>
          <a:lstStyle/>
          <a:p>
            <a:fld id="{DBE1B07D-695B-434A-8934-02F4D5F41A16}" type="datetime1">
              <a:rPr lang="en-US" smtClean="0">
                <a:solidFill>
                  <a:prstClr val="white"/>
                </a:solidFill>
              </a:rPr>
              <a:t>10/9/2024</a:t>
            </a:fld>
            <a:endParaRPr lang="en-US">
              <a:solidFill>
                <a:prstClr val="white"/>
              </a:solidFill>
            </a:endParaRPr>
          </a:p>
        </p:txBody>
      </p:sp>
      <p:sp>
        <p:nvSpPr>
          <p:cNvPr id="6" name="Footer Placeholder 5"/>
          <p:cNvSpPr>
            <a:spLocks noGrp="1"/>
          </p:cNvSpPr>
          <p:nvPr>
            <p:ph type="ftr" sz="quarter" idx="11"/>
          </p:nvPr>
        </p:nvSpPr>
        <p:spPr/>
        <p:txBody>
          <a:bodyPr/>
          <a:lstStyle/>
          <a:p>
            <a:endParaRPr lang="en-US">
              <a:solidFill>
                <a:prstClr val="white">
                  <a:tint val="75000"/>
                </a:prstClr>
              </a:solidFill>
            </a:endParaRPr>
          </a:p>
        </p:txBody>
      </p:sp>
      <p:sp>
        <p:nvSpPr>
          <p:cNvPr id="7" name="Slide Number Placeholder 6"/>
          <p:cNvSpPr>
            <a:spLocks noGrp="1"/>
          </p:cNvSpPr>
          <p:nvPr>
            <p:ph type="sldNum" sz="quarter" idx="12"/>
          </p:nvPr>
        </p:nvSpPr>
        <p:spPr>
          <a:xfrm>
            <a:off x="0" y="0"/>
            <a:ext cx="1977390" cy="365125"/>
          </a:xfrm>
        </p:spPr>
        <p:txBody>
          <a:bodyPr/>
          <a:lstStyle>
            <a:lvl1pPr algn="l">
              <a:defRPr b="1">
                <a:solidFill>
                  <a:schemeClr val="bg1"/>
                </a:solidFill>
              </a:defRPr>
            </a:lvl1pPr>
          </a:lstStyle>
          <a:p>
            <a:fld id="{63C103D7-7FC1-4B9F-A526-BC88A3C4AA47}" type="slidenum">
              <a:rPr lang="en-US" smtClean="0"/>
              <a:pPr/>
              <a:t>‹#›</a:t>
            </a:fld>
            <a:endParaRPr lang="en-US"/>
          </a:p>
        </p:txBody>
      </p:sp>
    </p:spTree>
    <p:extLst>
      <p:ext uri="{BB962C8B-B14F-4D97-AF65-F5344CB8AC3E}">
        <p14:creationId xmlns:p14="http://schemas.microsoft.com/office/powerpoint/2010/main" val="39026845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71700" y="762000"/>
            <a:ext cx="637794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1279" y="2183802"/>
            <a:ext cx="3683659"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94359" y="3132667"/>
            <a:ext cx="3910579"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69018" y="2183802"/>
            <a:ext cx="368062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2098" y="3132667"/>
            <a:ext cx="3907541"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412230" y="6356351"/>
            <a:ext cx="2137410" cy="365125"/>
          </a:xfrm>
          <a:prstGeom prst="rect">
            <a:avLst/>
          </a:prstGeom>
        </p:spPr>
        <p:txBody>
          <a:bodyPr/>
          <a:lstStyle/>
          <a:p>
            <a:fld id="{F793AA86-8E10-48A9-9549-90D70997A87F}" type="datetime1">
              <a:rPr lang="en-US" smtClean="0">
                <a:solidFill>
                  <a:prstClr val="white"/>
                </a:solidFill>
              </a:rPr>
              <a:t>10/9/2024</a:t>
            </a:fld>
            <a:endParaRPr lang="en-US">
              <a:solidFill>
                <a:prstClr val="white"/>
              </a:solidFill>
            </a:endParaRPr>
          </a:p>
        </p:txBody>
      </p:sp>
      <p:sp>
        <p:nvSpPr>
          <p:cNvPr id="8" name="Footer Placeholder 7"/>
          <p:cNvSpPr>
            <a:spLocks noGrp="1"/>
          </p:cNvSpPr>
          <p:nvPr>
            <p:ph type="ftr" sz="quarter" idx="11"/>
          </p:nvPr>
        </p:nvSpPr>
        <p:spPr/>
        <p:txBody>
          <a:bodyPr/>
          <a:lstStyle/>
          <a:p>
            <a:endParaRPr lang="en-US">
              <a:solidFill>
                <a:prstClr val="white">
                  <a:tint val="75000"/>
                </a:prstClr>
              </a:solidFill>
            </a:endParaRPr>
          </a:p>
        </p:txBody>
      </p:sp>
      <p:sp>
        <p:nvSpPr>
          <p:cNvPr id="9" name="Slide Number Placeholder 8"/>
          <p:cNvSpPr>
            <a:spLocks noGrp="1"/>
          </p:cNvSpPr>
          <p:nvPr>
            <p:ph type="sldNum" sz="quarter" idx="12"/>
          </p:nvPr>
        </p:nvSpPr>
        <p:spPr>
          <a:xfrm>
            <a:off x="0" y="0"/>
            <a:ext cx="1977390" cy="365125"/>
          </a:xfrm>
        </p:spPr>
        <p:txBody>
          <a:bodyPr/>
          <a:lstStyle>
            <a:lvl1pPr algn="l">
              <a:defRPr b="1">
                <a:solidFill>
                  <a:schemeClr val="bg1"/>
                </a:solidFill>
              </a:defRPr>
            </a:lvl1pPr>
          </a:lstStyle>
          <a:p>
            <a:fld id="{63C103D7-7FC1-4B9F-A526-BC88A3C4AA47}" type="slidenum">
              <a:rPr lang="en-US" smtClean="0"/>
              <a:pPr/>
              <a:t>‹#›</a:t>
            </a:fld>
            <a:endParaRPr lang="en-US"/>
          </a:p>
        </p:txBody>
      </p:sp>
    </p:spTree>
    <p:extLst>
      <p:ext uri="{BB962C8B-B14F-4D97-AF65-F5344CB8AC3E}">
        <p14:creationId xmlns:p14="http://schemas.microsoft.com/office/powerpoint/2010/main" val="2489401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6412230" y="6356351"/>
            <a:ext cx="2137410" cy="365125"/>
          </a:xfrm>
          <a:prstGeom prst="rect">
            <a:avLst/>
          </a:prstGeom>
        </p:spPr>
        <p:txBody>
          <a:bodyPr/>
          <a:lstStyle/>
          <a:p>
            <a:fld id="{ED43023C-2605-498A-BB5C-6973C3D34B55}" type="datetime1">
              <a:rPr lang="en-US" smtClean="0">
                <a:solidFill>
                  <a:prstClr val="white"/>
                </a:solidFill>
              </a:rPr>
              <a:t>10/9/2024</a:t>
            </a:fld>
            <a:endParaRPr lang="en-US">
              <a:solidFill>
                <a:prstClr val="white"/>
              </a:solidFill>
            </a:endParaRPr>
          </a:p>
        </p:txBody>
      </p:sp>
      <p:sp>
        <p:nvSpPr>
          <p:cNvPr id="4" name="Footer Placeholder 3"/>
          <p:cNvSpPr>
            <a:spLocks noGrp="1"/>
          </p:cNvSpPr>
          <p:nvPr>
            <p:ph type="ftr" sz="quarter" idx="11"/>
          </p:nvPr>
        </p:nvSpPr>
        <p:spPr/>
        <p:txBody>
          <a:bodyPr/>
          <a:lstStyle/>
          <a:p>
            <a:endParaRPr lang="en-US">
              <a:solidFill>
                <a:prstClr val="white">
                  <a:tint val="75000"/>
                </a:prstClr>
              </a:solidFill>
            </a:endParaRPr>
          </a:p>
        </p:txBody>
      </p:sp>
      <p:sp>
        <p:nvSpPr>
          <p:cNvPr id="5" name="Slide Number Placeholder 4"/>
          <p:cNvSpPr>
            <a:spLocks noGrp="1"/>
          </p:cNvSpPr>
          <p:nvPr>
            <p:ph type="sldNum" sz="quarter" idx="12"/>
          </p:nvPr>
        </p:nvSpPr>
        <p:spPr>
          <a:xfrm>
            <a:off x="0" y="0"/>
            <a:ext cx="1977390" cy="365125"/>
          </a:xfrm>
        </p:spPr>
        <p:txBody>
          <a:bodyPr/>
          <a:lstStyle>
            <a:lvl1pPr algn="l">
              <a:defRPr b="1">
                <a:solidFill>
                  <a:schemeClr val="bg1"/>
                </a:solidFill>
              </a:defRPr>
            </a:lvl1pPr>
          </a:lstStyle>
          <a:p>
            <a:fld id="{63C103D7-7FC1-4B9F-A526-BC88A3C4AA47}" type="slidenum">
              <a:rPr lang="en-US" smtClean="0"/>
              <a:pPr/>
              <a:t>‹#›</a:t>
            </a:fld>
            <a:endParaRPr lang="en-US"/>
          </a:p>
        </p:txBody>
      </p:sp>
    </p:spTree>
    <p:extLst>
      <p:ext uri="{BB962C8B-B14F-4D97-AF65-F5344CB8AC3E}">
        <p14:creationId xmlns:p14="http://schemas.microsoft.com/office/powerpoint/2010/main" val="15274240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412230" y="6356351"/>
            <a:ext cx="2137410" cy="365125"/>
          </a:xfrm>
          <a:prstGeom prst="rect">
            <a:avLst/>
          </a:prstGeom>
        </p:spPr>
        <p:txBody>
          <a:bodyPr/>
          <a:lstStyle/>
          <a:p>
            <a:fld id="{80A874CE-8ADE-4F08-BA32-A47E938FF806}" type="datetime1">
              <a:rPr lang="en-US" smtClean="0">
                <a:solidFill>
                  <a:prstClr val="white"/>
                </a:solidFill>
              </a:rPr>
              <a:t>10/9/2024</a:t>
            </a:fld>
            <a:endParaRPr lang="en-US">
              <a:solidFill>
                <a:prstClr val="white"/>
              </a:solidFill>
            </a:endParaRPr>
          </a:p>
        </p:txBody>
      </p:sp>
      <p:sp>
        <p:nvSpPr>
          <p:cNvPr id="3" name="Footer Placeholder 2"/>
          <p:cNvSpPr>
            <a:spLocks noGrp="1"/>
          </p:cNvSpPr>
          <p:nvPr>
            <p:ph type="ftr" sz="quarter" idx="11"/>
          </p:nvPr>
        </p:nvSpPr>
        <p:spPr/>
        <p:txBody>
          <a:bodyPr/>
          <a:lstStyle/>
          <a:p>
            <a:endParaRPr lang="en-US">
              <a:solidFill>
                <a:prstClr val="white">
                  <a:tint val="75000"/>
                </a:prstClr>
              </a:solidFill>
            </a:endParaRPr>
          </a:p>
        </p:txBody>
      </p:sp>
      <p:sp>
        <p:nvSpPr>
          <p:cNvPr id="4" name="Slide Number Placeholder 3"/>
          <p:cNvSpPr>
            <a:spLocks noGrp="1"/>
          </p:cNvSpPr>
          <p:nvPr>
            <p:ph type="sldNum" sz="quarter" idx="12"/>
          </p:nvPr>
        </p:nvSpPr>
        <p:spPr>
          <a:xfrm>
            <a:off x="0" y="0"/>
            <a:ext cx="1977390" cy="365125"/>
          </a:xfrm>
        </p:spPr>
        <p:txBody>
          <a:bodyPr/>
          <a:lstStyle>
            <a:lvl1pPr algn="l">
              <a:defRPr b="1">
                <a:solidFill>
                  <a:schemeClr val="bg1"/>
                </a:solidFill>
              </a:defRPr>
            </a:lvl1pPr>
          </a:lstStyle>
          <a:p>
            <a:fld id="{63C103D7-7FC1-4B9F-A526-BC88A3C4AA47}" type="slidenum">
              <a:rPr lang="en-US" smtClean="0"/>
              <a:pPr/>
              <a:t>‹#›</a:t>
            </a:fld>
            <a:endParaRPr lang="en-US"/>
          </a:p>
        </p:txBody>
      </p:sp>
    </p:spTree>
    <p:extLst>
      <p:ext uri="{BB962C8B-B14F-4D97-AF65-F5344CB8AC3E}">
        <p14:creationId xmlns:p14="http://schemas.microsoft.com/office/powerpoint/2010/main" val="2021339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30861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3886200" y="746760"/>
            <a:ext cx="4663440" cy="551688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94360" y="3124200"/>
            <a:ext cx="308610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412230" y="6356351"/>
            <a:ext cx="2137410" cy="365125"/>
          </a:xfrm>
          <a:prstGeom prst="rect">
            <a:avLst/>
          </a:prstGeom>
        </p:spPr>
        <p:txBody>
          <a:bodyPr/>
          <a:lstStyle/>
          <a:p>
            <a:fld id="{D355827B-98D1-43EC-90DC-30C64781540E}" type="datetime1">
              <a:rPr lang="en-US" smtClean="0">
                <a:solidFill>
                  <a:prstClr val="white"/>
                </a:solidFill>
              </a:rPr>
              <a:t>10/9/2024</a:t>
            </a:fld>
            <a:endParaRPr lang="en-US">
              <a:solidFill>
                <a:prstClr val="white"/>
              </a:solidFill>
            </a:endParaRPr>
          </a:p>
        </p:txBody>
      </p:sp>
      <p:sp>
        <p:nvSpPr>
          <p:cNvPr id="6" name="Footer Placeholder 5"/>
          <p:cNvSpPr>
            <a:spLocks noGrp="1"/>
          </p:cNvSpPr>
          <p:nvPr>
            <p:ph type="ftr" sz="quarter" idx="11"/>
          </p:nvPr>
        </p:nvSpPr>
        <p:spPr/>
        <p:txBody>
          <a:bodyPr/>
          <a:lstStyle/>
          <a:p>
            <a:endParaRPr lang="en-US">
              <a:solidFill>
                <a:prstClr val="white">
                  <a:tint val="75000"/>
                </a:prstClr>
              </a:solidFill>
            </a:endParaRPr>
          </a:p>
        </p:txBody>
      </p:sp>
      <p:sp>
        <p:nvSpPr>
          <p:cNvPr id="7" name="Slide Number Placeholder 6"/>
          <p:cNvSpPr>
            <a:spLocks noGrp="1"/>
          </p:cNvSpPr>
          <p:nvPr>
            <p:ph type="sldNum" sz="quarter" idx="12"/>
          </p:nvPr>
        </p:nvSpPr>
        <p:spPr>
          <a:xfrm>
            <a:off x="0" y="-7882"/>
            <a:ext cx="1977390" cy="365125"/>
          </a:xfrm>
        </p:spPr>
        <p:txBody>
          <a:bodyPr/>
          <a:lstStyle>
            <a:lvl1pPr algn="l">
              <a:defRPr b="1">
                <a:solidFill>
                  <a:schemeClr val="bg1"/>
                </a:solidFill>
              </a:defRPr>
            </a:lvl1pPr>
          </a:lstStyle>
          <a:p>
            <a:fld id="{63C103D7-7FC1-4B9F-A526-BC88A3C4AA47}" type="slidenum">
              <a:rPr lang="en-US" smtClean="0"/>
              <a:pPr/>
              <a:t>‹#›</a:t>
            </a:fld>
            <a:endParaRPr lang="en-US"/>
          </a:p>
        </p:txBody>
      </p:sp>
    </p:spTree>
    <p:extLst>
      <p:ext uri="{BB962C8B-B14F-4D97-AF65-F5344CB8AC3E}">
        <p14:creationId xmlns:p14="http://schemas.microsoft.com/office/powerpoint/2010/main" val="33431912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407573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77524" y="751242"/>
            <a:ext cx="3674234" cy="5512398"/>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3124200"/>
            <a:ext cx="407573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412230" y="6356351"/>
            <a:ext cx="2137410" cy="365125"/>
          </a:xfrm>
          <a:prstGeom prst="rect">
            <a:avLst/>
          </a:prstGeom>
        </p:spPr>
        <p:txBody>
          <a:bodyPr/>
          <a:lstStyle/>
          <a:p>
            <a:fld id="{46D88B2F-3C07-4791-A119-F9B4686F8AF8}" type="datetime1">
              <a:rPr lang="en-US" smtClean="0">
                <a:solidFill>
                  <a:prstClr val="white"/>
                </a:solidFill>
              </a:rPr>
              <a:t>10/9/2024</a:t>
            </a:fld>
            <a:endParaRPr lang="en-US">
              <a:solidFill>
                <a:prstClr val="white"/>
              </a:solidFill>
            </a:endParaRPr>
          </a:p>
        </p:txBody>
      </p:sp>
      <p:sp>
        <p:nvSpPr>
          <p:cNvPr id="6" name="Footer Placeholder 5"/>
          <p:cNvSpPr>
            <a:spLocks noGrp="1"/>
          </p:cNvSpPr>
          <p:nvPr>
            <p:ph type="ftr" sz="quarter" idx="11"/>
          </p:nvPr>
        </p:nvSpPr>
        <p:spPr/>
        <p:txBody>
          <a:bodyPr/>
          <a:lstStyle/>
          <a:p>
            <a:endParaRPr lang="en-US">
              <a:solidFill>
                <a:prstClr val="white">
                  <a:tint val="75000"/>
                </a:prstClr>
              </a:solidFill>
            </a:endParaRPr>
          </a:p>
        </p:txBody>
      </p:sp>
      <p:sp>
        <p:nvSpPr>
          <p:cNvPr id="7" name="Slide Number Placeholder 6"/>
          <p:cNvSpPr>
            <a:spLocks noGrp="1"/>
          </p:cNvSpPr>
          <p:nvPr>
            <p:ph type="sldNum" sz="quarter" idx="12"/>
          </p:nvPr>
        </p:nvSpPr>
        <p:spPr>
          <a:xfrm>
            <a:off x="0" y="0"/>
            <a:ext cx="1977390" cy="365125"/>
          </a:xfrm>
        </p:spPr>
        <p:txBody>
          <a:bodyPr/>
          <a:lstStyle>
            <a:lvl1pPr algn="l">
              <a:defRPr b="1">
                <a:solidFill>
                  <a:schemeClr val="bg1"/>
                </a:solidFill>
              </a:defRPr>
            </a:lvl1pPr>
          </a:lstStyle>
          <a:p>
            <a:fld id="{63C103D7-7FC1-4B9F-A526-BC88A3C4AA47}" type="slidenum">
              <a:rPr lang="en-US" smtClean="0"/>
              <a:pPr/>
              <a:t>‹#›</a:t>
            </a:fld>
            <a:endParaRPr lang="en-US"/>
          </a:p>
        </p:txBody>
      </p:sp>
    </p:spTree>
    <p:extLst>
      <p:ext uri="{BB962C8B-B14F-4D97-AF65-F5344CB8AC3E}">
        <p14:creationId xmlns:p14="http://schemas.microsoft.com/office/powerpoint/2010/main" val="41280589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55" y="4697361"/>
            <a:ext cx="7956482"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94355" y="977035"/>
            <a:ext cx="7950260" cy="3406972"/>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5516716"/>
            <a:ext cx="7955280" cy="746924"/>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412230" y="6356351"/>
            <a:ext cx="2137410" cy="365125"/>
          </a:xfrm>
          <a:prstGeom prst="rect">
            <a:avLst/>
          </a:prstGeom>
        </p:spPr>
        <p:txBody>
          <a:bodyPr/>
          <a:lstStyle/>
          <a:p>
            <a:fld id="{4A1B8437-B231-41EB-805D-A9674C385507}" type="datetime1">
              <a:rPr lang="en-US" smtClean="0">
                <a:solidFill>
                  <a:prstClr val="white"/>
                </a:solidFill>
              </a:rPr>
              <a:t>10/9/2024</a:t>
            </a:fld>
            <a:endParaRPr lang="en-US">
              <a:solidFill>
                <a:prstClr val="white"/>
              </a:solidFill>
            </a:endParaRPr>
          </a:p>
        </p:txBody>
      </p:sp>
      <p:sp>
        <p:nvSpPr>
          <p:cNvPr id="6" name="Footer Placeholder 5"/>
          <p:cNvSpPr>
            <a:spLocks noGrp="1"/>
          </p:cNvSpPr>
          <p:nvPr>
            <p:ph type="ftr" sz="quarter" idx="11"/>
          </p:nvPr>
        </p:nvSpPr>
        <p:spPr/>
        <p:txBody>
          <a:bodyPr/>
          <a:lstStyle/>
          <a:p>
            <a:endParaRPr lang="en-US">
              <a:solidFill>
                <a:prstClr val="white">
                  <a:tint val="75000"/>
                </a:prstClr>
              </a:solidFill>
            </a:endParaRPr>
          </a:p>
        </p:txBody>
      </p:sp>
      <p:sp>
        <p:nvSpPr>
          <p:cNvPr id="7" name="Slide Number Placeholder 6"/>
          <p:cNvSpPr>
            <a:spLocks noGrp="1"/>
          </p:cNvSpPr>
          <p:nvPr>
            <p:ph type="sldNum" sz="quarter" idx="12"/>
          </p:nvPr>
        </p:nvSpPr>
        <p:spPr/>
        <p:txBody>
          <a:bodyPr/>
          <a:lstStyle/>
          <a:p>
            <a:fld id="{63C103D7-7FC1-4B9F-A526-BC88A3C4AA47}" type="slidenum">
              <a:rPr lang="en-US" smtClean="0">
                <a:solidFill>
                  <a:prstClr val="white">
                    <a:tint val="75000"/>
                  </a:prstClr>
                </a:solidFill>
              </a:rPr>
              <a:pPr/>
              <a:t>‹#›</a:t>
            </a:fld>
            <a:endParaRPr lang="en-US">
              <a:solidFill>
                <a:prstClr val="white">
                  <a:tint val="75000"/>
                </a:prstClr>
              </a:solidFill>
            </a:endParaRPr>
          </a:p>
        </p:txBody>
      </p:sp>
    </p:spTree>
    <p:extLst>
      <p:ext uri="{BB962C8B-B14F-4D97-AF65-F5344CB8AC3E}">
        <p14:creationId xmlns:p14="http://schemas.microsoft.com/office/powerpoint/2010/main" val="9572518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3"/>
            <a:ext cx="795528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800" y="3649134"/>
            <a:ext cx="7772400" cy="1330852"/>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a:prstGeom prst="rect">
            <a:avLst/>
          </a:prstGeom>
        </p:spPr>
        <p:txBody>
          <a:bodyPr/>
          <a:lstStyle>
            <a:lvl1pPr algn="r">
              <a:defRPr/>
            </a:lvl1pPr>
          </a:lstStyle>
          <a:p>
            <a:fld id="{73F8B0A2-E3F2-4A64-872D-A1D43FA81340}" type="datetime1">
              <a:rPr lang="en-US" smtClean="0">
                <a:solidFill>
                  <a:prstClr val="white"/>
                </a:solidFill>
              </a:rPr>
              <a:t>10/9/2024</a:t>
            </a:fld>
            <a:endParaRPr lang="en-US">
              <a:solidFill>
                <a:prstClr val="white"/>
              </a:solidFill>
            </a:endParaRPr>
          </a:p>
        </p:txBody>
      </p:sp>
      <p:sp>
        <p:nvSpPr>
          <p:cNvPr id="6" name="Footer Placeholder 5"/>
          <p:cNvSpPr>
            <a:spLocks noGrp="1"/>
          </p:cNvSpPr>
          <p:nvPr>
            <p:ph type="ftr" sz="quarter" idx="11"/>
          </p:nvPr>
        </p:nvSpPr>
        <p:spPr>
          <a:xfrm>
            <a:off x="594360" y="381001"/>
            <a:ext cx="4830656" cy="365125"/>
          </a:xfrm>
        </p:spPr>
        <p:txBody>
          <a:bodyPr/>
          <a:lstStyle/>
          <a:p>
            <a:endParaRPr lang="en-US">
              <a:solidFill>
                <a:prstClr val="white">
                  <a:tint val="75000"/>
                </a:prstClr>
              </a:solidFill>
            </a:endParaRPr>
          </a:p>
        </p:txBody>
      </p:sp>
      <p:sp>
        <p:nvSpPr>
          <p:cNvPr id="7" name="Slide Number Placeholder 6"/>
          <p:cNvSpPr>
            <a:spLocks noGrp="1"/>
          </p:cNvSpPr>
          <p:nvPr>
            <p:ph type="sldNum" sz="quarter" idx="12"/>
          </p:nvPr>
        </p:nvSpPr>
        <p:spPr>
          <a:xfrm>
            <a:off x="7882466" y="381001"/>
            <a:ext cx="667174" cy="365125"/>
          </a:xfrm>
        </p:spPr>
        <p:txBody>
          <a:bodyPr/>
          <a:lstStyle/>
          <a:p>
            <a:fld id="{63C103D7-7FC1-4B9F-A526-BC88A3C4AA47}" type="slidenum">
              <a:rPr lang="en-US" smtClean="0">
                <a:solidFill>
                  <a:prstClr val="white">
                    <a:tint val="75000"/>
                  </a:prstClr>
                </a:solidFill>
              </a:rPr>
              <a:pPr/>
              <a:t>‹#›</a:t>
            </a:fld>
            <a:endParaRPr lang="en-US">
              <a:solidFill>
                <a:prstClr val="white">
                  <a:tint val="75000"/>
                </a:prstClr>
              </a:solidFill>
            </a:endParaRPr>
          </a:p>
        </p:txBody>
      </p:sp>
    </p:spTree>
    <p:extLst>
      <p:ext uri="{BB962C8B-B14F-4D97-AF65-F5344CB8AC3E}">
        <p14:creationId xmlns:p14="http://schemas.microsoft.com/office/powerpoint/2010/main" val="37583737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768351" y="753534"/>
            <a:ext cx="7613650" cy="2756234"/>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977899" y="3509768"/>
            <a:ext cx="7194552"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0" y="4174597"/>
            <a:ext cx="7778752" cy="821265"/>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a:prstGeom prst="rect">
            <a:avLst/>
          </a:prstGeom>
        </p:spPr>
        <p:txBody>
          <a:bodyPr/>
          <a:lstStyle>
            <a:lvl1pPr algn="r">
              <a:defRPr/>
            </a:lvl1pPr>
          </a:lstStyle>
          <a:p>
            <a:fld id="{7622088F-5910-498C-8BB2-C204CBCA1FBB}" type="datetime1">
              <a:rPr lang="en-US" smtClean="0">
                <a:solidFill>
                  <a:prstClr val="white"/>
                </a:solidFill>
              </a:rPr>
              <a:t>10/9/2024</a:t>
            </a:fld>
            <a:endParaRPr lang="en-US">
              <a:solidFill>
                <a:prstClr val="white"/>
              </a:solidFill>
            </a:endParaRPr>
          </a:p>
        </p:txBody>
      </p:sp>
      <p:sp>
        <p:nvSpPr>
          <p:cNvPr id="6" name="Footer Placeholder 5"/>
          <p:cNvSpPr>
            <a:spLocks noGrp="1"/>
          </p:cNvSpPr>
          <p:nvPr>
            <p:ph type="ftr" sz="quarter" idx="11"/>
          </p:nvPr>
        </p:nvSpPr>
        <p:spPr>
          <a:xfrm>
            <a:off x="594360" y="379438"/>
            <a:ext cx="4830656" cy="365125"/>
          </a:xfrm>
        </p:spPr>
        <p:txBody>
          <a:bodyPr/>
          <a:lstStyle/>
          <a:p>
            <a:endParaRPr lang="en-US">
              <a:solidFill>
                <a:prstClr val="white">
                  <a:tint val="75000"/>
                </a:prstClr>
              </a:solidFill>
            </a:endParaRPr>
          </a:p>
        </p:txBody>
      </p:sp>
      <p:sp>
        <p:nvSpPr>
          <p:cNvPr id="7" name="Slide Number Placeholder 6"/>
          <p:cNvSpPr>
            <a:spLocks noGrp="1"/>
          </p:cNvSpPr>
          <p:nvPr>
            <p:ph type="sldNum" sz="quarter" idx="12"/>
          </p:nvPr>
        </p:nvSpPr>
        <p:spPr>
          <a:xfrm>
            <a:off x="7882466" y="381001"/>
            <a:ext cx="667174" cy="365125"/>
          </a:xfrm>
        </p:spPr>
        <p:txBody>
          <a:bodyPr/>
          <a:lstStyle/>
          <a:p>
            <a:fld id="{63C103D7-7FC1-4B9F-A526-BC88A3C4AA47}" type="slidenum">
              <a:rPr lang="en-US" smtClean="0">
                <a:solidFill>
                  <a:prstClr val="white">
                    <a:tint val="75000"/>
                  </a:prstClr>
                </a:solidFill>
              </a:rPr>
              <a:pPr/>
              <a:t>‹#›</a:t>
            </a:fld>
            <a:endParaRPr lang="en-US">
              <a:solidFill>
                <a:prstClr val="white">
                  <a:tint val="75000"/>
                </a:prstClr>
              </a:solidFill>
            </a:endParaRPr>
          </a:p>
        </p:txBody>
      </p:sp>
      <p:sp>
        <p:nvSpPr>
          <p:cNvPr id="13" name="TextBox 12"/>
          <p:cNvSpPr txBox="1"/>
          <p:nvPr/>
        </p:nvSpPr>
        <p:spPr>
          <a:xfrm>
            <a:off x="231458" y="80772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en-US" sz="8000" dirty="0">
                <a:solidFill>
                  <a:prstClr val="white"/>
                </a:solidFill>
                <a:effectLst/>
              </a:rPr>
              <a:t>“</a:t>
            </a:r>
          </a:p>
        </p:txBody>
      </p:sp>
      <p:sp>
        <p:nvSpPr>
          <p:cNvPr id="14" name="TextBox 13"/>
          <p:cNvSpPr txBox="1"/>
          <p:nvPr/>
        </p:nvSpPr>
        <p:spPr>
          <a:xfrm>
            <a:off x="8146733" y="302133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r"/>
            <a:r>
              <a:rPr lang="en-US" sz="8000" dirty="0">
                <a:solidFill>
                  <a:prstClr val="white"/>
                </a:solidFill>
                <a:effectLst/>
              </a:rPr>
              <a:t>”</a:t>
            </a:r>
          </a:p>
        </p:txBody>
      </p:sp>
    </p:spTree>
    <p:extLst>
      <p:ext uri="{BB962C8B-B14F-4D97-AF65-F5344CB8AC3E}">
        <p14:creationId xmlns:p14="http://schemas.microsoft.com/office/powerpoint/2010/main" val="18769864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685800" y="1124702"/>
            <a:ext cx="7774782"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792" y="3648316"/>
            <a:ext cx="7773608"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78884"/>
            <a:ext cx="2183130" cy="365125"/>
          </a:xfrm>
          <a:prstGeom prst="rect">
            <a:avLst/>
          </a:prstGeom>
        </p:spPr>
        <p:txBody>
          <a:bodyPr/>
          <a:lstStyle>
            <a:lvl1pPr algn="r">
              <a:defRPr/>
            </a:lvl1pPr>
          </a:lstStyle>
          <a:p>
            <a:fld id="{EA383E0D-45A8-458F-B198-10A5D34532CC}" type="datetime1">
              <a:rPr lang="en-US" smtClean="0">
                <a:solidFill>
                  <a:prstClr val="white"/>
                </a:solidFill>
              </a:rPr>
              <a:t>10/9/2024</a:t>
            </a:fld>
            <a:endParaRPr lang="en-US">
              <a:solidFill>
                <a:prstClr val="white"/>
              </a:solidFill>
            </a:endParaRPr>
          </a:p>
        </p:txBody>
      </p:sp>
      <p:sp>
        <p:nvSpPr>
          <p:cNvPr id="6" name="Footer Placeholder 5"/>
          <p:cNvSpPr>
            <a:spLocks noGrp="1"/>
          </p:cNvSpPr>
          <p:nvPr>
            <p:ph type="ftr" sz="quarter" idx="11"/>
          </p:nvPr>
        </p:nvSpPr>
        <p:spPr>
          <a:xfrm>
            <a:off x="594360" y="378884"/>
            <a:ext cx="4830656" cy="365125"/>
          </a:xfrm>
        </p:spPr>
        <p:txBody>
          <a:bodyPr/>
          <a:lstStyle/>
          <a:p>
            <a:endParaRPr lang="en-US">
              <a:solidFill>
                <a:prstClr val="white">
                  <a:tint val="75000"/>
                </a:prstClr>
              </a:solidFill>
            </a:endParaRPr>
          </a:p>
        </p:txBody>
      </p:sp>
      <p:sp>
        <p:nvSpPr>
          <p:cNvPr id="7" name="Slide Number Placeholder 6"/>
          <p:cNvSpPr>
            <a:spLocks noGrp="1"/>
          </p:cNvSpPr>
          <p:nvPr>
            <p:ph type="sldNum" sz="quarter" idx="12"/>
          </p:nvPr>
        </p:nvSpPr>
        <p:spPr>
          <a:xfrm>
            <a:off x="7882466" y="381001"/>
            <a:ext cx="667174" cy="365125"/>
          </a:xfrm>
        </p:spPr>
        <p:txBody>
          <a:bodyPr/>
          <a:lstStyle/>
          <a:p>
            <a:fld id="{63C103D7-7FC1-4B9F-A526-BC88A3C4AA47}" type="slidenum">
              <a:rPr lang="en-US" smtClean="0">
                <a:solidFill>
                  <a:prstClr val="white">
                    <a:tint val="75000"/>
                  </a:prstClr>
                </a:solidFill>
              </a:rPr>
              <a:pPr/>
              <a:t>‹#›</a:t>
            </a:fld>
            <a:endParaRPr lang="en-US">
              <a:solidFill>
                <a:prstClr val="white">
                  <a:tint val="75000"/>
                </a:prstClr>
              </a:solidFill>
            </a:endParaRPr>
          </a:p>
        </p:txBody>
      </p:sp>
    </p:spTree>
    <p:extLst>
      <p:ext uri="{BB962C8B-B14F-4D97-AF65-F5344CB8AC3E}">
        <p14:creationId xmlns:p14="http://schemas.microsoft.com/office/powerpoint/2010/main" val="36795391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171701" y="762000"/>
            <a:ext cx="637793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594361" y="2202080"/>
            <a:ext cx="2560320"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59436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02237" y="2201333"/>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00781" y="2904068"/>
            <a:ext cx="2560320" cy="335957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89319" y="2192866"/>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8932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a:xfrm>
            <a:off x="6412230" y="6356351"/>
            <a:ext cx="2137410" cy="365125"/>
          </a:xfrm>
          <a:prstGeom prst="rect">
            <a:avLst/>
          </a:prstGeom>
        </p:spPr>
        <p:txBody>
          <a:bodyPr/>
          <a:lstStyle/>
          <a:p>
            <a:fld id="{DE86E460-01DA-4FB9-8DAD-C67E26EBBF9F}" type="datetime1">
              <a:rPr lang="en-US" smtClean="0">
                <a:solidFill>
                  <a:prstClr val="white"/>
                </a:solidFill>
              </a:rPr>
              <a:t>10/9/2024</a:t>
            </a:fld>
            <a:endParaRPr lang="en-US">
              <a:solidFill>
                <a:prstClr val="white"/>
              </a:solidFill>
            </a:endParaRPr>
          </a:p>
        </p:txBody>
      </p:sp>
      <p:sp>
        <p:nvSpPr>
          <p:cNvPr id="4" name="Footer Placeholder 3"/>
          <p:cNvSpPr>
            <a:spLocks noGrp="1"/>
          </p:cNvSpPr>
          <p:nvPr>
            <p:ph type="ftr" sz="quarter" idx="11"/>
          </p:nvPr>
        </p:nvSpPr>
        <p:spPr/>
        <p:txBody>
          <a:bodyPr/>
          <a:lstStyle/>
          <a:p>
            <a:endParaRPr lang="en-US">
              <a:solidFill>
                <a:prstClr val="white">
                  <a:tint val="75000"/>
                </a:prstClr>
              </a:solidFill>
            </a:endParaRPr>
          </a:p>
        </p:txBody>
      </p:sp>
      <p:sp>
        <p:nvSpPr>
          <p:cNvPr id="5" name="Slide Number Placeholder 4"/>
          <p:cNvSpPr>
            <a:spLocks noGrp="1"/>
          </p:cNvSpPr>
          <p:nvPr>
            <p:ph type="sldNum" sz="quarter" idx="12"/>
          </p:nvPr>
        </p:nvSpPr>
        <p:spPr>
          <a:xfrm>
            <a:off x="0" y="0"/>
            <a:ext cx="1977390" cy="365125"/>
          </a:xfrm>
        </p:spPr>
        <p:txBody>
          <a:bodyPr/>
          <a:lstStyle>
            <a:lvl1pPr algn="l">
              <a:defRPr b="1">
                <a:solidFill>
                  <a:schemeClr val="bg1"/>
                </a:solidFill>
              </a:defRPr>
            </a:lvl1pPr>
          </a:lstStyle>
          <a:p>
            <a:fld id="{63C103D7-7FC1-4B9F-A526-BC88A3C4AA47}" type="slidenum">
              <a:rPr lang="en-US" smtClean="0"/>
              <a:pPr/>
              <a:t>‹#›</a:t>
            </a:fld>
            <a:endParaRPr lang="en-US"/>
          </a:p>
        </p:txBody>
      </p:sp>
    </p:spTree>
    <p:extLst>
      <p:ext uri="{BB962C8B-B14F-4D97-AF65-F5344CB8AC3E}">
        <p14:creationId xmlns:p14="http://schemas.microsoft.com/office/powerpoint/2010/main" val="6677485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171702" y="762000"/>
            <a:ext cx="6381984"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94360"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594360" y="2331720"/>
            <a:ext cx="2560320" cy="15073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594360" y="4796103"/>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291873"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291872" y="2331720"/>
            <a:ext cx="2560320" cy="1509862"/>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290858" y="4796102"/>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93365"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993364" y="2331721"/>
            <a:ext cx="2560320" cy="1508919"/>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93272" y="4796100"/>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a:xfrm>
            <a:off x="6412230" y="6356351"/>
            <a:ext cx="2137410" cy="365125"/>
          </a:xfrm>
          <a:prstGeom prst="rect">
            <a:avLst/>
          </a:prstGeom>
        </p:spPr>
        <p:txBody>
          <a:bodyPr/>
          <a:lstStyle/>
          <a:p>
            <a:fld id="{C264484A-F7E6-401B-BD66-1C7B5E919472}" type="datetime1">
              <a:rPr lang="en-US" smtClean="0">
                <a:solidFill>
                  <a:prstClr val="white"/>
                </a:solidFill>
              </a:rPr>
              <a:t>10/9/2024</a:t>
            </a:fld>
            <a:endParaRPr lang="en-US">
              <a:solidFill>
                <a:prstClr val="white"/>
              </a:solidFill>
            </a:endParaRPr>
          </a:p>
        </p:txBody>
      </p:sp>
      <p:sp>
        <p:nvSpPr>
          <p:cNvPr id="4" name="Footer Placeholder 3"/>
          <p:cNvSpPr>
            <a:spLocks noGrp="1"/>
          </p:cNvSpPr>
          <p:nvPr>
            <p:ph type="ftr" sz="quarter" idx="11"/>
          </p:nvPr>
        </p:nvSpPr>
        <p:spPr/>
        <p:txBody>
          <a:bodyPr/>
          <a:lstStyle/>
          <a:p>
            <a:endParaRPr lang="en-US">
              <a:solidFill>
                <a:prstClr val="white">
                  <a:tint val="75000"/>
                </a:prstClr>
              </a:solidFill>
            </a:endParaRPr>
          </a:p>
        </p:txBody>
      </p:sp>
      <p:sp>
        <p:nvSpPr>
          <p:cNvPr id="5" name="Slide Number Placeholder 4"/>
          <p:cNvSpPr>
            <a:spLocks noGrp="1"/>
          </p:cNvSpPr>
          <p:nvPr>
            <p:ph type="sldNum" sz="quarter" idx="12"/>
          </p:nvPr>
        </p:nvSpPr>
        <p:spPr>
          <a:xfrm>
            <a:off x="3284" y="0"/>
            <a:ext cx="1977390" cy="365125"/>
          </a:xfrm>
        </p:spPr>
        <p:txBody>
          <a:bodyPr/>
          <a:lstStyle>
            <a:lvl1pPr algn="l">
              <a:defRPr b="1">
                <a:solidFill>
                  <a:schemeClr val="bg1"/>
                </a:solidFill>
              </a:defRPr>
            </a:lvl1pPr>
          </a:lstStyle>
          <a:p>
            <a:fld id="{63C103D7-7FC1-4B9F-A526-BC88A3C4AA47}" type="slidenum">
              <a:rPr lang="en-US" smtClean="0"/>
              <a:pPr/>
              <a:t>‹#›</a:t>
            </a:fld>
            <a:endParaRPr lang="en-US"/>
          </a:p>
        </p:txBody>
      </p:sp>
    </p:spTree>
    <p:extLst>
      <p:ext uri="{BB962C8B-B14F-4D97-AF65-F5344CB8AC3E}">
        <p14:creationId xmlns:p14="http://schemas.microsoft.com/office/powerpoint/2010/main" val="4787874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2194560"/>
            <a:ext cx="7955280" cy="40690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412230" y="6356351"/>
            <a:ext cx="2137410" cy="365125"/>
          </a:xfrm>
          <a:prstGeom prst="rect">
            <a:avLst/>
          </a:prstGeom>
        </p:spPr>
        <p:txBody>
          <a:bodyPr/>
          <a:lstStyle/>
          <a:p>
            <a:fld id="{B9B6C93D-ACC8-4246-9BB1-311B64E8E954}" type="datetime1">
              <a:rPr lang="en-US" smtClean="0">
                <a:solidFill>
                  <a:prstClr val="white"/>
                </a:solidFill>
              </a:rPr>
              <a:t>10/9/2024</a:t>
            </a:fld>
            <a:endParaRPr lang="en-US">
              <a:solidFill>
                <a:prstClr val="white"/>
              </a:solidFill>
            </a:endParaRPr>
          </a:p>
        </p:txBody>
      </p:sp>
      <p:sp>
        <p:nvSpPr>
          <p:cNvPr id="5" name="Footer Placeholder 4"/>
          <p:cNvSpPr>
            <a:spLocks noGrp="1"/>
          </p:cNvSpPr>
          <p:nvPr>
            <p:ph type="ftr" sz="quarter" idx="11"/>
          </p:nvPr>
        </p:nvSpPr>
        <p:spPr/>
        <p:txBody>
          <a:bodyPr/>
          <a:lstStyle/>
          <a:p>
            <a:endParaRPr lang="en-US">
              <a:solidFill>
                <a:prstClr val="white">
                  <a:tint val="75000"/>
                </a:prstClr>
              </a:solidFill>
            </a:endParaRPr>
          </a:p>
        </p:txBody>
      </p:sp>
      <p:sp>
        <p:nvSpPr>
          <p:cNvPr id="6" name="Slide Number Placeholder 5"/>
          <p:cNvSpPr>
            <a:spLocks noGrp="1"/>
          </p:cNvSpPr>
          <p:nvPr>
            <p:ph type="sldNum" sz="quarter" idx="12"/>
          </p:nvPr>
        </p:nvSpPr>
        <p:spPr>
          <a:xfrm>
            <a:off x="0" y="-108"/>
            <a:ext cx="1977390" cy="365125"/>
          </a:xfrm>
        </p:spPr>
        <p:txBody>
          <a:bodyPr/>
          <a:lstStyle>
            <a:lvl1pPr algn="l">
              <a:defRPr b="1">
                <a:solidFill>
                  <a:schemeClr val="bg1"/>
                </a:solidFill>
              </a:defRPr>
            </a:lvl1pPr>
          </a:lstStyle>
          <a:p>
            <a:fld id="{63C103D7-7FC1-4B9F-A526-BC88A3C4AA47}" type="slidenum">
              <a:rPr lang="en-US" smtClean="0"/>
              <a:pPr/>
              <a:t>‹#›</a:t>
            </a:fld>
            <a:endParaRPr lang="en-US"/>
          </a:p>
        </p:txBody>
      </p:sp>
    </p:spTree>
    <p:extLst>
      <p:ext uri="{BB962C8B-B14F-4D97-AF65-F5344CB8AC3E}">
        <p14:creationId xmlns:p14="http://schemas.microsoft.com/office/powerpoint/2010/main" val="9814227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Vertical Title 1"/>
          <p:cNvSpPr>
            <a:spLocks noGrp="1"/>
          </p:cNvSpPr>
          <p:nvPr>
            <p:ph type="title" orient="vert"/>
          </p:nvPr>
        </p:nvSpPr>
        <p:spPr>
          <a:xfrm>
            <a:off x="7006590" y="747183"/>
            <a:ext cx="1543050" cy="4248675"/>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746126"/>
            <a:ext cx="6278035" cy="424973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562176" y="381001"/>
            <a:ext cx="2183130" cy="365125"/>
          </a:xfrm>
          <a:prstGeom prst="rect">
            <a:avLst/>
          </a:prstGeom>
        </p:spPr>
        <p:txBody>
          <a:bodyPr/>
          <a:lstStyle>
            <a:lvl1pPr algn="r">
              <a:defRPr/>
            </a:lvl1pPr>
          </a:lstStyle>
          <a:p>
            <a:fld id="{B7DB9BED-120A-4C43-9CC6-9605C6FEDF3A}" type="datetime1">
              <a:rPr lang="en-US" smtClean="0">
                <a:solidFill>
                  <a:prstClr val="white"/>
                </a:solidFill>
              </a:rPr>
              <a:t>10/9/2024</a:t>
            </a:fld>
            <a:endParaRPr lang="en-US">
              <a:solidFill>
                <a:prstClr val="white"/>
              </a:solidFill>
            </a:endParaRPr>
          </a:p>
        </p:txBody>
      </p:sp>
      <p:sp>
        <p:nvSpPr>
          <p:cNvPr id="5" name="Footer Placeholder 4"/>
          <p:cNvSpPr>
            <a:spLocks noGrp="1"/>
          </p:cNvSpPr>
          <p:nvPr>
            <p:ph type="ftr" sz="quarter" idx="11"/>
          </p:nvPr>
        </p:nvSpPr>
        <p:spPr>
          <a:xfrm>
            <a:off x="594360" y="381001"/>
            <a:ext cx="4830656" cy="365125"/>
          </a:xfrm>
        </p:spPr>
        <p:txBody>
          <a:bodyPr/>
          <a:lstStyle/>
          <a:p>
            <a:endParaRPr lang="en-US">
              <a:solidFill>
                <a:prstClr val="white">
                  <a:tint val="75000"/>
                </a:prstClr>
              </a:solidFill>
            </a:endParaRPr>
          </a:p>
        </p:txBody>
      </p:sp>
      <p:sp>
        <p:nvSpPr>
          <p:cNvPr id="6" name="Slide Number Placeholder 5"/>
          <p:cNvSpPr>
            <a:spLocks noGrp="1"/>
          </p:cNvSpPr>
          <p:nvPr>
            <p:ph type="sldNum" sz="quarter" idx="12"/>
          </p:nvPr>
        </p:nvSpPr>
        <p:spPr>
          <a:xfrm>
            <a:off x="7882466" y="381001"/>
            <a:ext cx="667174" cy="365125"/>
          </a:xfrm>
        </p:spPr>
        <p:txBody>
          <a:bodyPr/>
          <a:lstStyle/>
          <a:p>
            <a:fld id="{63C103D7-7FC1-4B9F-A526-BC88A3C4AA47}" type="slidenum">
              <a:rPr lang="en-US" smtClean="0">
                <a:solidFill>
                  <a:prstClr val="white">
                    <a:tint val="75000"/>
                  </a:prstClr>
                </a:solidFill>
              </a:rPr>
              <a:pPr/>
              <a:t>‹#›</a:t>
            </a:fld>
            <a:endParaRPr lang="en-US">
              <a:solidFill>
                <a:prstClr val="white">
                  <a:tint val="75000"/>
                </a:prstClr>
              </a:solidFill>
            </a:endParaRPr>
          </a:p>
        </p:txBody>
      </p:sp>
    </p:spTree>
    <p:extLst>
      <p:ext uri="{BB962C8B-B14F-4D97-AF65-F5344CB8AC3E}">
        <p14:creationId xmlns:p14="http://schemas.microsoft.com/office/powerpoint/2010/main" val="37194236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7_Title Slide">
    <p:bg>
      <p:bgPr>
        <a:solidFill>
          <a:srgbClr val="F7D300"/>
        </a:solidFill>
        <a:effectLst/>
      </p:bgPr>
    </p:bg>
    <p:spTree>
      <p:nvGrpSpPr>
        <p:cNvPr id="1" name=""/>
        <p:cNvGrpSpPr/>
        <p:nvPr/>
      </p:nvGrpSpPr>
      <p:grpSpPr>
        <a:xfrm>
          <a:off x="0" y="0"/>
          <a:ext cx="0" cy="0"/>
          <a:chOff x="0" y="0"/>
          <a:chExt cx="0" cy="0"/>
        </a:xfrm>
      </p:grpSpPr>
      <p:pic>
        <p:nvPicPr>
          <p:cNvPr id="5" name="Picture 4"/>
          <p:cNvPicPr>
            <a:picLocks/>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577840"/>
          </a:xfrm>
          <a:prstGeom prst="rect">
            <a:avLst/>
          </a:prstGeom>
        </p:spPr>
      </p:pic>
      <p:sp>
        <p:nvSpPr>
          <p:cNvPr id="130" name="Rectangle 199"/>
          <p:cNvSpPr>
            <a:spLocks noChangeArrowheads="1"/>
          </p:cNvSpPr>
          <p:nvPr userDrawn="1"/>
        </p:nvSpPr>
        <p:spPr bwMode="auto">
          <a:xfrm>
            <a:off x="0" y="4343400"/>
            <a:ext cx="9144000" cy="2514600"/>
          </a:xfrm>
          <a:prstGeom prst="rect">
            <a:avLst/>
          </a:prstGeom>
          <a:solidFill>
            <a:srgbClr val="335359"/>
          </a:solidFill>
          <a:ln>
            <a:noFill/>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27" name="Subtitle 2"/>
          <p:cNvSpPr>
            <a:spLocks noGrp="1"/>
          </p:cNvSpPr>
          <p:nvPr>
            <p:ph type="subTitle" idx="1"/>
          </p:nvPr>
        </p:nvSpPr>
        <p:spPr>
          <a:xfrm>
            <a:off x="762000" y="5486400"/>
            <a:ext cx="6400800" cy="1295400"/>
          </a:xfrm>
        </p:spPr>
        <p:txBody>
          <a:bodyPr/>
          <a:lstStyle>
            <a:lvl1pPr marL="0" indent="0" algn="r">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2" name="Title 1"/>
          <p:cNvSpPr>
            <a:spLocks noGrp="1"/>
          </p:cNvSpPr>
          <p:nvPr>
            <p:ph type="title"/>
          </p:nvPr>
        </p:nvSpPr>
        <p:spPr>
          <a:xfrm>
            <a:off x="5743202" y="4419600"/>
            <a:ext cx="1419598" cy="1066800"/>
          </a:xfrm>
          <a:effectLst/>
        </p:spPr>
        <p:txBody>
          <a:bodyPr lIns="0" tIns="0" rIns="0" bIns="0"/>
          <a:lstStyle>
            <a:lvl1pPr algn="r">
              <a:defRPr sz="6600">
                <a:solidFill>
                  <a:srgbClr val="F7D300"/>
                </a:solidFill>
              </a:defRPr>
            </a:lvl1pPr>
          </a:lstStyle>
          <a:p>
            <a:r>
              <a:rPr lang="en-US" dirty="0"/>
              <a:t>Click to edit Master title style</a:t>
            </a:r>
          </a:p>
        </p:txBody>
      </p:sp>
      <p:sp>
        <p:nvSpPr>
          <p:cNvPr id="3" name="TextBox 2"/>
          <p:cNvSpPr txBox="1"/>
          <p:nvPr userDrawn="1"/>
        </p:nvSpPr>
        <p:spPr>
          <a:xfrm>
            <a:off x="1447800" y="4599057"/>
            <a:ext cx="4743681" cy="707886"/>
          </a:xfrm>
          <a:prstGeom prst="rect">
            <a:avLst/>
          </a:prstGeom>
          <a:noFill/>
          <a:ln>
            <a:noFill/>
          </a:ln>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vert="horz" wrap="square" lIns="91440" tIns="91440" rIns="91440" bIns="91440" numCol="1" anchor="ctr" anchorCtr="0" compatLnSpc="1">
            <a:prstTxWarp prst="textNoShape">
              <a:avLst/>
            </a:prstTxWarp>
          </a:bodyPr>
          <a:lstStyle>
            <a:lvl1pPr eaLnBrk="0" hangingPunct="0">
              <a:defRPr sz="4000" b="1">
                <a:solidFill>
                  <a:srgbClr val="F7D300"/>
                </a:solidFill>
                <a:latin typeface="Arial" pitchFamily="34" charset="0"/>
                <a:ea typeface="+mj-ea"/>
                <a:cs typeface="Arial" pitchFamily="34" charset="0"/>
              </a:defRPr>
            </a:lvl1pPr>
            <a:lvl2pPr eaLnBrk="0" hangingPunct="0">
              <a:defRPr sz="4000" b="1">
                <a:solidFill>
                  <a:schemeClr val="bg1"/>
                </a:solidFill>
              </a:defRPr>
            </a:lvl2pPr>
            <a:lvl3pPr eaLnBrk="0" hangingPunct="0">
              <a:defRPr sz="4000" b="1">
                <a:solidFill>
                  <a:schemeClr val="bg1"/>
                </a:solidFill>
              </a:defRPr>
            </a:lvl3pPr>
            <a:lvl4pPr eaLnBrk="0" hangingPunct="0">
              <a:defRPr sz="4000" b="1">
                <a:solidFill>
                  <a:schemeClr val="bg1"/>
                </a:solidFill>
              </a:defRPr>
            </a:lvl4pPr>
            <a:lvl5pPr eaLnBrk="0" hangingPunct="0">
              <a:defRPr sz="4000" b="1">
                <a:solidFill>
                  <a:schemeClr val="bg1"/>
                </a:solidFill>
              </a:defRPr>
            </a:lvl5pPr>
            <a:lvl6pPr marL="457200" fontAlgn="base">
              <a:spcBef>
                <a:spcPct val="0"/>
              </a:spcBef>
              <a:spcAft>
                <a:spcPct val="0"/>
              </a:spcAft>
              <a:defRPr sz="4000">
                <a:latin typeface="Arial Rounded MT Bold" pitchFamily="34" charset="0"/>
              </a:defRPr>
            </a:lvl6pPr>
            <a:lvl7pPr marL="914400" fontAlgn="base">
              <a:spcBef>
                <a:spcPct val="0"/>
              </a:spcBef>
              <a:spcAft>
                <a:spcPct val="0"/>
              </a:spcAft>
              <a:defRPr sz="4000">
                <a:latin typeface="Arial Rounded MT Bold" pitchFamily="34" charset="0"/>
              </a:defRPr>
            </a:lvl7pPr>
            <a:lvl8pPr marL="1371600" fontAlgn="base">
              <a:spcBef>
                <a:spcPct val="0"/>
              </a:spcBef>
              <a:spcAft>
                <a:spcPct val="0"/>
              </a:spcAft>
              <a:defRPr sz="4000">
                <a:latin typeface="Arial Rounded MT Bold" pitchFamily="34" charset="0"/>
              </a:defRPr>
            </a:lvl8pPr>
            <a:lvl9pPr marL="1828800" fontAlgn="base">
              <a:spcBef>
                <a:spcPct val="0"/>
              </a:spcBef>
              <a:spcAft>
                <a:spcPct val="0"/>
              </a:spcAft>
              <a:defRPr sz="4000">
                <a:latin typeface="Arial Rounded MT Bold" pitchFamily="34" charset="0"/>
              </a:defRPr>
            </a:lvl9pPr>
          </a:lstStyle>
          <a:p>
            <a:pPr algn="r" fontAlgn="base">
              <a:spcBef>
                <a:spcPct val="0"/>
              </a:spcBef>
              <a:spcAft>
                <a:spcPct val="0"/>
              </a:spcAft>
            </a:pPr>
            <a:r>
              <a:rPr lang="en-US" sz="6600" dirty="0"/>
              <a:t>Chapter</a:t>
            </a:r>
          </a:p>
        </p:txBody>
      </p:sp>
      <p:grpSp>
        <p:nvGrpSpPr>
          <p:cNvPr id="3208" name="Group 3207"/>
          <p:cNvGrpSpPr/>
          <p:nvPr userDrawn="1"/>
        </p:nvGrpSpPr>
        <p:grpSpPr>
          <a:xfrm>
            <a:off x="2157788" y="990600"/>
            <a:ext cx="6994525" cy="3590926"/>
            <a:chOff x="147638" y="1658938"/>
            <a:chExt cx="6994525" cy="3590925"/>
          </a:xfrm>
          <a:effectLst>
            <a:outerShdw blurRad="50800" dist="38100" dir="2700000" algn="tl" rotWithShape="0">
              <a:prstClr val="black">
                <a:alpha val="40000"/>
              </a:prstClr>
            </a:outerShdw>
          </a:effectLst>
        </p:grpSpPr>
        <p:sp>
          <p:nvSpPr>
            <p:cNvPr id="3153" name="Freeform 107"/>
            <p:cNvSpPr>
              <a:spLocks/>
            </p:cNvSpPr>
            <p:nvPr userDrawn="1"/>
          </p:nvSpPr>
          <p:spPr bwMode="auto">
            <a:xfrm>
              <a:off x="1204913" y="1658938"/>
              <a:ext cx="1289050" cy="1108075"/>
            </a:xfrm>
            <a:custGeom>
              <a:avLst/>
              <a:gdLst>
                <a:gd name="T0" fmla="*/ 174 w 812"/>
                <a:gd name="T1" fmla="*/ 0 h 698"/>
                <a:gd name="T2" fmla="*/ 0 w 812"/>
                <a:gd name="T3" fmla="*/ 362 h 698"/>
                <a:gd name="T4" fmla="*/ 228 w 812"/>
                <a:gd name="T5" fmla="*/ 698 h 698"/>
                <a:gd name="T6" fmla="*/ 636 w 812"/>
                <a:gd name="T7" fmla="*/ 668 h 698"/>
                <a:gd name="T8" fmla="*/ 812 w 812"/>
                <a:gd name="T9" fmla="*/ 300 h 698"/>
                <a:gd name="T10" fmla="*/ 608 w 812"/>
                <a:gd name="T11" fmla="*/ 0 h 698"/>
              </a:gdLst>
              <a:ahLst/>
              <a:cxnLst>
                <a:cxn ang="0">
                  <a:pos x="T0" y="T1"/>
                </a:cxn>
                <a:cxn ang="0">
                  <a:pos x="T2" y="T3"/>
                </a:cxn>
                <a:cxn ang="0">
                  <a:pos x="T4" y="T5"/>
                </a:cxn>
                <a:cxn ang="0">
                  <a:pos x="T6" y="T7"/>
                </a:cxn>
                <a:cxn ang="0">
                  <a:pos x="T8" y="T9"/>
                </a:cxn>
                <a:cxn ang="0">
                  <a:pos x="T10" y="T11"/>
                </a:cxn>
              </a:cxnLst>
              <a:rect l="0" t="0" r="r" b="b"/>
              <a:pathLst>
                <a:path w="812" h="698">
                  <a:moveTo>
                    <a:pt x="174" y="0"/>
                  </a:moveTo>
                  <a:lnTo>
                    <a:pt x="0" y="362"/>
                  </a:lnTo>
                  <a:lnTo>
                    <a:pt x="228" y="698"/>
                  </a:lnTo>
                  <a:lnTo>
                    <a:pt x="636" y="668"/>
                  </a:lnTo>
                  <a:lnTo>
                    <a:pt x="812" y="300"/>
                  </a:lnTo>
                  <a:lnTo>
                    <a:pt x="608" y="0"/>
                  </a:lnTo>
                </a:path>
              </a:pathLst>
            </a:custGeom>
            <a:noFill/>
            <a:ln w="28575">
              <a:solidFill>
                <a:srgbClr val="FCEA10"/>
              </a:solidFill>
              <a:prstDash val="solid"/>
              <a:round/>
              <a:headEnd/>
              <a:tailEnd/>
            </a:ln>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54" name="Freeform 108"/>
            <p:cNvSpPr>
              <a:spLocks/>
            </p:cNvSpPr>
            <p:nvPr userDrawn="1"/>
          </p:nvSpPr>
          <p:spPr bwMode="auto">
            <a:xfrm>
              <a:off x="195263" y="1658938"/>
              <a:ext cx="1285875" cy="622300"/>
            </a:xfrm>
            <a:custGeom>
              <a:avLst/>
              <a:gdLst>
                <a:gd name="T0" fmla="*/ 26 w 810"/>
                <a:gd name="T1" fmla="*/ 0 h 392"/>
                <a:gd name="T2" fmla="*/ 0 w 810"/>
                <a:gd name="T3" fmla="*/ 54 h 392"/>
                <a:gd name="T4" fmla="*/ 228 w 810"/>
                <a:gd name="T5" fmla="*/ 392 h 392"/>
                <a:gd name="T6" fmla="*/ 636 w 810"/>
                <a:gd name="T7" fmla="*/ 362 h 392"/>
                <a:gd name="T8" fmla="*/ 810 w 810"/>
                <a:gd name="T9" fmla="*/ 0 h 392"/>
              </a:gdLst>
              <a:ahLst/>
              <a:cxnLst>
                <a:cxn ang="0">
                  <a:pos x="T0" y="T1"/>
                </a:cxn>
                <a:cxn ang="0">
                  <a:pos x="T2" y="T3"/>
                </a:cxn>
                <a:cxn ang="0">
                  <a:pos x="T4" y="T5"/>
                </a:cxn>
                <a:cxn ang="0">
                  <a:pos x="T6" y="T7"/>
                </a:cxn>
                <a:cxn ang="0">
                  <a:pos x="T8" y="T9"/>
                </a:cxn>
              </a:cxnLst>
              <a:rect l="0" t="0" r="r" b="b"/>
              <a:pathLst>
                <a:path w="810" h="392">
                  <a:moveTo>
                    <a:pt x="26" y="0"/>
                  </a:moveTo>
                  <a:lnTo>
                    <a:pt x="0" y="54"/>
                  </a:lnTo>
                  <a:lnTo>
                    <a:pt x="228" y="392"/>
                  </a:lnTo>
                  <a:lnTo>
                    <a:pt x="636" y="362"/>
                  </a:lnTo>
                  <a:lnTo>
                    <a:pt x="810" y="0"/>
                  </a:lnTo>
                </a:path>
              </a:pathLst>
            </a:custGeom>
            <a:noFill/>
            <a:ln w="28575">
              <a:solidFill>
                <a:srgbClr val="FCEA10"/>
              </a:solidFill>
              <a:prstDash val="solid"/>
              <a:round/>
              <a:headEnd/>
              <a:tailEnd/>
            </a:ln>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55" name="Freeform 109"/>
            <p:cNvSpPr>
              <a:spLocks/>
            </p:cNvSpPr>
            <p:nvPr userDrawn="1"/>
          </p:nvSpPr>
          <p:spPr bwMode="auto">
            <a:xfrm>
              <a:off x="2214563" y="2087563"/>
              <a:ext cx="1289050" cy="1165225"/>
            </a:xfrm>
            <a:custGeom>
              <a:avLst/>
              <a:gdLst>
                <a:gd name="T0" fmla="*/ 176 w 812"/>
                <a:gd name="T1" fmla="*/ 30 h 734"/>
                <a:gd name="T2" fmla="*/ 0 w 812"/>
                <a:gd name="T3" fmla="*/ 398 h 734"/>
                <a:gd name="T4" fmla="*/ 230 w 812"/>
                <a:gd name="T5" fmla="*/ 734 h 734"/>
                <a:gd name="T6" fmla="*/ 636 w 812"/>
                <a:gd name="T7" fmla="*/ 704 h 734"/>
                <a:gd name="T8" fmla="*/ 812 w 812"/>
                <a:gd name="T9" fmla="*/ 338 h 734"/>
                <a:gd name="T10" fmla="*/ 584 w 812"/>
                <a:gd name="T11" fmla="*/ 0 h 734"/>
                <a:gd name="T12" fmla="*/ 176 w 812"/>
                <a:gd name="T13" fmla="*/ 30 h 734"/>
              </a:gdLst>
              <a:ahLst/>
              <a:cxnLst>
                <a:cxn ang="0">
                  <a:pos x="T0" y="T1"/>
                </a:cxn>
                <a:cxn ang="0">
                  <a:pos x="T2" y="T3"/>
                </a:cxn>
                <a:cxn ang="0">
                  <a:pos x="T4" y="T5"/>
                </a:cxn>
                <a:cxn ang="0">
                  <a:pos x="T6" y="T7"/>
                </a:cxn>
                <a:cxn ang="0">
                  <a:pos x="T8" y="T9"/>
                </a:cxn>
                <a:cxn ang="0">
                  <a:pos x="T10" y="T11"/>
                </a:cxn>
                <a:cxn ang="0">
                  <a:pos x="T12" y="T13"/>
                </a:cxn>
              </a:cxnLst>
              <a:rect l="0" t="0" r="r" b="b"/>
              <a:pathLst>
                <a:path w="812" h="734">
                  <a:moveTo>
                    <a:pt x="176" y="30"/>
                  </a:moveTo>
                  <a:lnTo>
                    <a:pt x="0" y="398"/>
                  </a:lnTo>
                  <a:lnTo>
                    <a:pt x="230" y="734"/>
                  </a:lnTo>
                  <a:lnTo>
                    <a:pt x="636" y="704"/>
                  </a:lnTo>
                  <a:lnTo>
                    <a:pt x="812" y="338"/>
                  </a:lnTo>
                  <a:lnTo>
                    <a:pt x="584" y="0"/>
                  </a:lnTo>
                  <a:lnTo>
                    <a:pt x="176" y="30"/>
                  </a:lnTo>
                  <a:close/>
                </a:path>
              </a:pathLst>
            </a:custGeom>
            <a:noFill/>
            <a:ln w="28575">
              <a:solidFill>
                <a:srgbClr val="FCEA10"/>
              </a:solidFill>
              <a:prstDash val="solid"/>
              <a:round/>
              <a:headEnd/>
              <a:tailEnd/>
            </a:ln>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56" name="Freeform 110"/>
            <p:cNvSpPr>
              <a:spLocks/>
            </p:cNvSpPr>
            <p:nvPr userDrawn="1"/>
          </p:nvSpPr>
          <p:spPr bwMode="auto">
            <a:xfrm>
              <a:off x="3224213" y="2576513"/>
              <a:ext cx="1289050" cy="1165225"/>
            </a:xfrm>
            <a:custGeom>
              <a:avLst/>
              <a:gdLst>
                <a:gd name="T0" fmla="*/ 176 w 812"/>
                <a:gd name="T1" fmla="*/ 30 h 734"/>
                <a:gd name="T2" fmla="*/ 0 w 812"/>
                <a:gd name="T3" fmla="*/ 396 h 734"/>
                <a:gd name="T4" fmla="*/ 230 w 812"/>
                <a:gd name="T5" fmla="*/ 734 h 734"/>
                <a:gd name="T6" fmla="*/ 636 w 812"/>
                <a:gd name="T7" fmla="*/ 704 h 734"/>
                <a:gd name="T8" fmla="*/ 812 w 812"/>
                <a:gd name="T9" fmla="*/ 336 h 734"/>
                <a:gd name="T10" fmla="*/ 584 w 812"/>
                <a:gd name="T11" fmla="*/ 0 h 734"/>
                <a:gd name="T12" fmla="*/ 176 w 812"/>
                <a:gd name="T13" fmla="*/ 30 h 734"/>
              </a:gdLst>
              <a:ahLst/>
              <a:cxnLst>
                <a:cxn ang="0">
                  <a:pos x="T0" y="T1"/>
                </a:cxn>
                <a:cxn ang="0">
                  <a:pos x="T2" y="T3"/>
                </a:cxn>
                <a:cxn ang="0">
                  <a:pos x="T4" y="T5"/>
                </a:cxn>
                <a:cxn ang="0">
                  <a:pos x="T6" y="T7"/>
                </a:cxn>
                <a:cxn ang="0">
                  <a:pos x="T8" y="T9"/>
                </a:cxn>
                <a:cxn ang="0">
                  <a:pos x="T10" y="T11"/>
                </a:cxn>
                <a:cxn ang="0">
                  <a:pos x="T12" y="T13"/>
                </a:cxn>
              </a:cxnLst>
              <a:rect l="0" t="0" r="r" b="b"/>
              <a:pathLst>
                <a:path w="812" h="734">
                  <a:moveTo>
                    <a:pt x="176" y="30"/>
                  </a:moveTo>
                  <a:lnTo>
                    <a:pt x="0" y="396"/>
                  </a:lnTo>
                  <a:lnTo>
                    <a:pt x="230" y="734"/>
                  </a:lnTo>
                  <a:lnTo>
                    <a:pt x="636" y="704"/>
                  </a:lnTo>
                  <a:lnTo>
                    <a:pt x="812" y="336"/>
                  </a:lnTo>
                  <a:lnTo>
                    <a:pt x="584" y="0"/>
                  </a:lnTo>
                  <a:lnTo>
                    <a:pt x="176" y="30"/>
                  </a:lnTo>
                  <a:close/>
                </a:path>
              </a:pathLst>
            </a:custGeom>
            <a:noFill/>
            <a:ln w="28575">
              <a:solidFill>
                <a:srgbClr val="FCEA10"/>
              </a:solidFill>
              <a:prstDash val="solid"/>
              <a:round/>
              <a:headEnd/>
              <a:tailEnd/>
            </a:ln>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57" name="Freeform 111"/>
            <p:cNvSpPr>
              <a:spLocks/>
            </p:cNvSpPr>
            <p:nvPr userDrawn="1"/>
          </p:nvSpPr>
          <p:spPr bwMode="auto">
            <a:xfrm>
              <a:off x="4233863" y="3062288"/>
              <a:ext cx="1289050" cy="1165225"/>
            </a:xfrm>
            <a:custGeom>
              <a:avLst/>
              <a:gdLst>
                <a:gd name="T0" fmla="*/ 176 w 812"/>
                <a:gd name="T1" fmla="*/ 30 h 734"/>
                <a:gd name="T2" fmla="*/ 0 w 812"/>
                <a:gd name="T3" fmla="*/ 398 h 734"/>
                <a:gd name="T4" fmla="*/ 230 w 812"/>
                <a:gd name="T5" fmla="*/ 734 h 734"/>
                <a:gd name="T6" fmla="*/ 636 w 812"/>
                <a:gd name="T7" fmla="*/ 704 h 734"/>
                <a:gd name="T8" fmla="*/ 812 w 812"/>
                <a:gd name="T9" fmla="*/ 336 h 734"/>
                <a:gd name="T10" fmla="*/ 584 w 812"/>
                <a:gd name="T11" fmla="*/ 0 h 734"/>
                <a:gd name="T12" fmla="*/ 176 w 812"/>
                <a:gd name="T13" fmla="*/ 30 h 734"/>
              </a:gdLst>
              <a:ahLst/>
              <a:cxnLst>
                <a:cxn ang="0">
                  <a:pos x="T0" y="T1"/>
                </a:cxn>
                <a:cxn ang="0">
                  <a:pos x="T2" y="T3"/>
                </a:cxn>
                <a:cxn ang="0">
                  <a:pos x="T4" y="T5"/>
                </a:cxn>
                <a:cxn ang="0">
                  <a:pos x="T6" y="T7"/>
                </a:cxn>
                <a:cxn ang="0">
                  <a:pos x="T8" y="T9"/>
                </a:cxn>
                <a:cxn ang="0">
                  <a:pos x="T10" y="T11"/>
                </a:cxn>
                <a:cxn ang="0">
                  <a:pos x="T12" y="T13"/>
                </a:cxn>
              </a:cxnLst>
              <a:rect l="0" t="0" r="r" b="b"/>
              <a:pathLst>
                <a:path w="812" h="734">
                  <a:moveTo>
                    <a:pt x="176" y="30"/>
                  </a:moveTo>
                  <a:lnTo>
                    <a:pt x="0" y="398"/>
                  </a:lnTo>
                  <a:lnTo>
                    <a:pt x="230" y="734"/>
                  </a:lnTo>
                  <a:lnTo>
                    <a:pt x="636" y="704"/>
                  </a:lnTo>
                  <a:lnTo>
                    <a:pt x="812" y="336"/>
                  </a:lnTo>
                  <a:lnTo>
                    <a:pt x="584" y="0"/>
                  </a:lnTo>
                  <a:lnTo>
                    <a:pt x="176" y="30"/>
                  </a:lnTo>
                  <a:close/>
                </a:path>
              </a:pathLst>
            </a:custGeom>
            <a:noFill/>
            <a:ln w="28575">
              <a:solidFill>
                <a:srgbClr val="FCEA10"/>
              </a:solidFill>
              <a:prstDash val="solid"/>
              <a:round/>
              <a:headEnd/>
              <a:tailEnd/>
            </a:ln>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58" name="Freeform 112"/>
            <p:cNvSpPr>
              <a:spLocks/>
            </p:cNvSpPr>
            <p:nvPr userDrawn="1"/>
          </p:nvSpPr>
          <p:spPr bwMode="auto">
            <a:xfrm>
              <a:off x="5243513" y="3548063"/>
              <a:ext cx="1289050" cy="1168400"/>
            </a:xfrm>
            <a:custGeom>
              <a:avLst/>
              <a:gdLst>
                <a:gd name="T0" fmla="*/ 176 w 812"/>
                <a:gd name="T1" fmla="*/ 30 h 736"/>
                <a:gd name="T2" fmla="*/ 0 w 812"/>
                <a:gd name="T3" fmla="*/ 398 h 736"/>
                <a:gd name="T4" fmla="*/ 230 w 812"/>
                <a:gd name="T5" fmla="*/ 736 h 736"/>
                <a:gd name="T6" fmla="*/ 636 w 812"/>
                <a:gd name="T7" fmla="*/ 704 h 736"/>
                <a:gd name="T8" fmla="*/ 812 w 812"/>
                <a:gd name="T9" fmla="*/ 338 h 736"/>
                <a:gd name="T10" fmla="*/ 584 w 812"/>
                <a:gd name="T11" fmla="*/ 0 h 736"/>
                <a:gd name="T12" fmla="*/ 176 w 812"/>
                <a:gd name="T13" fmla="*/ 30 h 736"/>
              </a:gdLst>
              <a:ahLst/>
              <a:cxnLst>
                <a:cxn ang="0">
                  <a:pos x="T0" y="T1"/>
                </a:cxn>
                <a:cxn ang="0">
                  <a:pos x="T2" y="T3"/>
                </a:cxn>
                <a:cxn ang="0">
                  <a:pos x="T4" y="T5"/>
                </a:cxn>
                <a:cxn ang="0">
                  <a:pos x="T6" y="T7"/>
                </a:cxn>
                <a:cxn ang="0">
                  <a:pos x="T8" y="T9"/>
                </a:cxn>
                <a:cxn ang="0">
                  <a:pos x="T10" y="T11"/>
                </a:cxn>
                <a:cxn ang="0">
                  <a:pos x="T12" y="T13"/>
                </a:cxn>
              </a:cxnLst>
              <a:rect l="0" t="0" r="r" b="b"/>
              <a:pathLst>
                <a:path w="812" h="736">
                  <a:moveTo>
                    <a:pt x="176" y="30"/>
                  </a:moveTo>
                  <a:lnTo>
                    <a:pt x="0" y="398"/>
                  </a:lnTo>
                  <a:lnTo>
                    <a:pt x="230" y="736"/>
                  </a:lnTo>
                  <a:lnTo>
                    <a:pt x="636" y="704"/>
                  </a:lnTo>
                  <a:lnTo>
                    <a:pt x="812" y="338"/>
                  </a:lnTo>
                  <a:lnTo>
                    <a:pt x="584" y="0"/>
                  </a:lnTo>
                  <a:lnTo>
                    <a:pt x="176" y="30"/>
                  </a:lnTo>
                  <a:close/>
                </a:path>
              </a:pathLst>
            </a:custGeom>
            <a:noFill/>
            <a:ln w="28575">
              <a:solidFill>
                <a:srgbClr val="FCEA10"/>
              </a:solidFill>
              <a:prstDash val="solid"/>
              <a:round/>
              <a:headEnd/>
              <a:tailEnd/>
            </a:ln>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59" name="Freeform 113"/>
            <p:cNvSpPr>
              <a:spLocks/>
            </p:cNvSpPr>
            <p:nvPr userDrawn="1"/>
          </p:nvSpPr>
          <p:spPr bwMode="auto">
            <a:xfrm>
              <a:off x="6253163" y="4040188"/>
              <a:ext cx="876300" cy="1162050"/>
            </a:xfrm>
            <a:custGeom>
              <a:avLst/>
              <a:gdLst>
                <a:gd name="T0" fmla="*/ 552 w 552"/>
                <a:gd name="T1" fmla="*/ 0 h 732"/>
                <a:gd name="T2" fmla="*/ 176 w 552"/>
                <a:gd name="T3" fmla="*/ 28 h 732"/>
                <a:gd name="T4" fmla="*/ 0 w 552"/>
                <a:gd name="T5" fmla="*/ 394 h 732"/>
                <a:gd name="T6" fmla="*/ 230 w 552"/>
                <a:gd name="T7" fmla="*/ 732 h 732"/>
                <a:gd name="T8" fmla="*/ 552 w 552"/>
                <a:gd name="T9" fmla="*/ 708 h 732"/>
              </a:gdLst>
              <a:ahLst/>
              <a:cxnLst>
                <a:cxn ang="0">
                  <a:pos x="T0" y="T1"/>
                </a:cxn>
                <a:cxn ang="0">
                  <a:pos x="T2" y="T3"/>
                </a:cxn>
                <a:cxn ang="0">
                  <a:pos x="T4" y="T5"/>
                </a:cxn>
                <a:cxn ang="0">
                  <a:pos x="T6" y="T7"/>
                </a:cxn>
                <a:cxn ang="0">
                  <a:pos x="T8" y="T9"/>
                </a:cxn>
              </a:cxnLst>
              <a:rect l="0" t="0" r="r" b="b"/>
              <a:pathLst>
                <a:path w="552" h="732">
                  <a:moveTo>
                    <a:pt x="552" y="0"/>
                  </a:moveTo>
                  <a:lnTo>
                    <a:pt x="176" y="28"/>
                  </a:lnTo>
                  <a:lnTo>
                    <a:pt x="0" y="394"/>
                  </a:lnTo>
                  <a:lnTo>
                    <a:pt x="230" y="732"/>
                  </a:lnTo>
                  <a:lnTo>
                    <a:pt x="552" y="708"/>
                  </a:lnTo>
                </a:path>
              </a:pathLst>
            </a:custGeom>
            <a:noFill/>
            <a:ln w="28575">
              <a:solidFill>
                <a:srgbClr val="FCEA10"/>
              </a:solidFill>
              <a:prstDash val="solid"/>
              <a:round/>
              <a:headEnd/>
              <a:tailEnd/>
            </a:ln>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60" name="Freeform 114"/>
            <p:cNvSpPr>
              <a:spLocks/>
            </p:cNvSpPr>
            <p:nvPr userDrawn="1"/>
          </p:nvSpPr>
          <p:spPr bwMode="auto">
            <a:xfrm>
              <a:off x="3141663" y="1658938"/>
              <a:ext cx="1289050" cy="965200"/>
            </a:xfrm>
            <a:custGeom>
              <a:avLst/>
              <a:gdLst>
                <a:gd name="T0" fmla="*/ 130 w 812"/>
                <a:gd name="T1" fmla="*/ 0 h 608"/>
                <a:gd name="T2" fmla="*/ 0 w 812"/>
                <a:gd name="T3" fmla="*/ 270 h 608"/>
                <a:gd name="T4" fmla="*/ 228 w 812"/>
                <a:gd name="T5" fmla="*/ 608 h 608"/>
                <a:gd name="T6" fmla="*/ 636 w 812"/>
                <a:gd name="T7" fmla="*/ 578 h 608"/>
                <a:gd name="T8" fmla="*/ 812 w 812"/>
                <a:gd name="T9" fmla="*/ 210 h 608"/>
                <a:gd name="T10" fmla="*/ 670 w 812"/>
                <a:gd name="T11" fmla="*/ 0 h 608"/>
              </a:gdLst>
              <a:ahLst/>
              <a:cxnLst>
                <a:cxn ang="0">
                  <a:pos x="T0" y="T1"/>
                </a:cxn>
                <a:cxn ang="0">
                  <a:pos x="T2" y="T3"/>
                </a:cxn>
                <a:cxn ang="0">
                  <a:pos x="T4" y="T5"/>
                </a:cxn>
                <a:cxn ang="0">
                  <a:pos x="T6" y="T7"/>
                </a:cxn>
                <a:cxn ang="0">
                  <a:pos x="T8" y="T9"/>
                </a:cxn>
                <a:cxn ang="0">
                  <a:pos x="T10" y="T11"/>
                </a:cxn>
              </a:cxnLst>
              <a:rect l="0" t="0" r="r" b="b"/>
              <a:pathLst>
                <a:path w="812" h="608">
                  <a:moveTo>
                    <a:pt x="130" y="0"/>
                  </a:moveTo>
                  <a:lnTo>
                    <a:pt x="0" y="270"/>
                  </a:lnTo>
                  <a:lnTo>
                    <a:pt x="228" y="608"/>
                  </a:lnTo>
                  <a:lnTo>
                    <a:pt x="636" y="578"/>
                  </a:lnTo>
                  <a:lnTo>
                    <a:pt x="812" y="210"/>
                  </a:lnTo>
                  <a:lnTo>
                    <a:pt x="670" y="0"/>
                  </a:lnTo>
                </a:path>
              </a:pathLst>
            </a:custGeom>
            <a:noFill/>
            <a:ln w="28575">
              <a:solidFill>
                <a:srgbClr val="FCEA10"/>
              </a:solidFill>
              <a:prstDash val="solid"/>
              <a:round/>
              <a:headEnd/>
              <a:tailEnd/>
            </a:ln>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61" name="Freeform 115"/>
            <p:cNvSpPr>
              <a:spLocks/>
            </p:cNvSpPr>
            <p:nvPr userDrawn="1"/>
          </p:nvSpPr>
          <p:spPr bwMode="auto">
            <a:xfrm>
              <a:off x="4151313" y="1944688"/>
              <a:ext cx="1289050" cy="1165225"/>
            </a:xfrm>
            <a:custGeom>
              <a:avLst/>
              <a:gdLst>
                <a:gd name="T0" fmla="*/ 176 w 812"/>
                <a:gd name="T1" fmla="*/ 30 h 734"/>
                <a:gd name="T2" fmla="*/ 0 w 812"/>
                <a:gd name="T3" fmla="*/ 398 h 734"/>
                <a:gd name="T4" fmla="*/ 228 w 812"/>
                <a:gd name="T5" fmla="*/ 734 h 734"/>
                <a:gd name="T6" fmla="*/ 636 w 812"/>
                <a:gd name="T7" fmla="*/ 704 h 734"/>
                <a:gd name="T8" fmla="*/ 812 w 812"/>
                <a:gd name="T9" fmla="*/ 336 h 734"/>
                <a:gd name="T10" fmla="*/ 582 w 812"/>
                <a:gd name="T11" fmla="*/ 0 h 734"/>
                <a:gd name="T12" fmla="*/ 176 w 812"/>
                <a:gd name="T13" fmla="*/ 30 h 734"/>
              </a:gdLst>
              <a:ahLst/>
              <a:cxnLst>
                <a:cxn ang="0">
                  <a:pos x="T0" y="T1"/>
                </a:cxn>
                <a:cxn ang="0">
                  <a:pos x="T2" y="T3"/>
                </a:cxn>
                <a:cxn ang="0">
                  <a:pos x="T4" y="T5"/>
                </a:cxn>
                <a:cxn ang="0">
                  <a:pos x="T6" y="T7"/>
                </a:cxn>
                <a:cxn ang="0">
                  <a:pos x="T8" y="T9"/>
                </a:cxn>
                <a:cxn ang="0">
                  <a:pos x="T10" y="T11"/>
                </a:cxn>
                <a:cxn ang="0">
                  <a:pos x="T12" y="T13"/>
                </a:cxn>
              </a:cxnLst>
              <a:rect l="0" t="0" r="r" b="b"/>
              <a:pathLst>
                <a:path w="812" h="734">
                  <a:moveTo>
                    <a:pt x="176" y="30"/>
                  </a:moveTo>
                  <a:lnTo>
                    <a:pt x="0" y="398"/>
                  </a:lnTo>
                  <a:lnTo>
                    <a:pt x="228" y="734"/>
                  </a:lnTo>
                  <a:lnTo>
                    <a:pt x="636" y="704"/>
                  </a:lnTo>
                  <a:lnTo>
                    <a:pt x="812" y="336"/>
                  </a:lnTo>
                  <a:lnTo>
                    <a:pt x="582" y="0"/>
                  </a:lnTo>
                  <a:lnTo>
                    <a:pt x="176" y="30"/>
                  </a:lnTo>
                  <a:close/>
                </a:path>
              </a:pathLst>
            </a:custGeom>
            <a:noFill/>
            <a:ln w="16">
              <a:solidFill>
                <a:srgbClr val="FCEA10"/>
              </a:solidFill>
              <a:prstDash val="solid"/>
              <a:round/>
              <a:headEnd/>
              <a:tailEnd/>
            </a:ln>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62" name="Freeform 116"/>
            <p:cNvSpPr>
              <a:spLocks/>
            </p:cNvSpPr>
            <p:nvPr userDrawn="1"/>
          </p:nvSpPr>
          <p:spPr bwMode="auto">
            <a:xfrm>
              <a:off x="5160963" y="2430463"/>
              <a:ext cx="1289050" cy="1165225"/>
            </a:xfrm>
            <a:custGeom>
              <a:avLst/>
              <a:gdLst>
                <a:gd name="T0" fmla="*/ 176 w 812"/>
                <a:gd name="T1" fmla="*/ 30 h 734"/>
                <a:gd name="T2" fmla="*/ 0 w 812"/>
                <a:gd name="T3" fmla="*/ 398 h 734"/>
                <a:gd name="T4" fmla="*/ 228 w 812"/>
                <a:gd name="T5" fmla="*/ 734 h 734"/>
                <a:gd name="T6" fmla="*/ 636 w 812"/>
                <a:gd name="T7" fmla="*/ 704 h 734"/>
                <a:gd name="T8" fmla="*/ 812 w 812"/>
                <a:gd name="T9" fmla="*/ 338 h 734"/>
                <a:gd name="T10" fmla="*/ 582 w 812"/>
                <a:gd name="T11" fmla="*/ 0 h 734"/>
                <a:gd name="T12" fmla="*/ 176 w 812"/>
                <a:gd name="T13" fmla="*/ 30 h 734"/>
              </a:gdLst>
              <a:ahLst/>
              <a:cxnLst>
                <a:cxn ang="0">
                  <a:pos x="T0" y="T1"/>
                </a:cxn>
                <a:cxn ang="0">
                  <a:pos x="T2" y="T3"/>
                </a:cxn>
                <a:cxn ang="0">
                  <a:pos x="T4" y="T5"/>
                </a:cxn>
                <a:cxn ang="0">
                  <a:pos x="T6" y="T7"/>
                </a:cxn>
                <a:cxn ang="0">
                  <a:pos x="T8" y="T9"/>
                </a:cxn>
                <a:cxn ang="0">
                  <a:pos x="T10" y="T11"/>
                </a:cxn>
                <a:cxn ang="0">
                  <a:pos x="T12" y="T13"/>
                </a:cxn>
              </a:cxnLst>
              <a:rect l="0" t="0" r="r" b="b"/>
              <a:pathLst>
                <a:path w="812" h="734">
                  <a:moveTo>
                    <a:pt x="176" y="30"/>
                  </a:moveTo>
                  <a:lnTo>
                    <a:pt x="0" y="398"/>
                  </a:lnTo>
                  <a:lnTo>
                    <a:pt x="228" y="734"/>
                  </a:lnTo>
                  <a:lnTo>
                    <a:pt x="636" y="704"/>
                  </a:lnTo>
                  <a:lnTo>
                    <a:pt x="812" y="338"/>
                  </a:lnTo>
                  <a:lnTo>
                    <a:pt x="582" y="0"/>
                  </a:lnTo>
                  <a:lnTo>
                    <a:pt x="176" y="30"/>
                  </a:lnTo>
                  <a:close/>
                </a:path>
              </a:pathLst>
            </a:custGeom>
            <a:noFill/>
            <a:ln w="28575">
              <a:solidFill>
                <a:srgbClr val="FCEA10"/>
              </a:solidFill>
              <a:prstDash val="solid"/>
              <a:round/>
              <a:headEnd/>
              <a:tailEnd/>
            </a:ln>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63" name="Freeform 117"/>
            <p:cNvSpPr>
              <a:spLocks/>
            </p:cNvSpPr>
            <p:nvPr userDrawn="1"/>
          </p:nvSpPr>
          <p:spPr bwMode="auto">
            <a:xfrm>
              <a:off x="6170613" y="2919413"/>
              <a:ext cx="958850" cy="1165225"/>
            </a:xfrm>
            <a:custGeom>
              <a:avLst/>
              <a:gdLst>
                <a:gd name="T0" fmla="*/ 604 w 604"/>
                <a:gd name="T1" fmla="*/ 30 h 734"/>
                <a:gd name="T2" fmla="*/ 582 w 604"/>
                <a:gd name="T3" fmla="*/ 0 h 734"/>
                <a:gd name="T4" fmla="*/ 176 w 604"/>
                <a:gd name="T5" fmla="*/ 30 h 734"/>
                <a:gd name="T6" fmla="*/ 0 w 604"/>
                <a:gd name="T7" fmla="*/ 396 h 734"/>
                <a:gd name="T8" fmla="*/ 228 w 604"/>
                <a:gd name="T9" fmla="*/ 734 h 734"/>
                <a:gd name="T10" fmla="*/ 604 w 604"/>
                <a:gd name="T11" fmla="*/ 706 h 734"/>
              </a:gdLst>
              <a:ahLst/>
              <a:cxnLst>
                <a:cxn ang="0">
                  <a:pos x="T0" y="T1"/>
                </a:cxn>
                <a:cxn ang="0">
                  <a:pos x="T2" y="T3"/>
                </a:cxn>
                <a:cxn ang="0">
                  <a:pos x="T4" y="T5"/>
                </a:cxn>
                <a:cxn ang="0">
                  <a:pos x="T6" y="T7"/>
                </a:cxn>
                <a:cxn ang="0">
                  <a:pos x="T8" y="T9"/>
                </a:cxn>
                <a:cxn ang="0">
                  <a:pos x="T10" y="T11"/>
                </a:cxn>
              </a:cxnLst>
              <a:rect l="0" t="0" r="r" b="b"/>
              <a:pathLst>
                <a:path w="604" h="734">
                  <a:moveTo>
                    <a:pt x="604" y="30"/>
                  </a:moveTo>
                  <a:lnTo>
                    <a:pt x="582" y="0"/>
                  </a:lnTo>
                  <a:lnTo>
                    <a:pt x="176" y="30"/>
                  </a:lnTo>
                  <a:lnTo>
                    <a:pt x="0" y="396"/>
                  </a:lnTo>
                  <a:lnTo>
                    <a:pt x="228" y="734"/>
                  </a:lnTo>
                  <a:lnTo>
                    <a:pt x="604" y="706"/>
                  </a:lnTo>
                </a:path>
              </a:pathLst>
            </a:custGeom>
            <a:noFill/>
            <a:ln w="28575">
              <a:solidFill>
                <a:srgbClr val="FCEA10"/>
              </a:solidFill>
              <a:prstDash val="solid"/>
              <a:round/>
              <a:headEnd/>
              <a:tailEnd/>
            </a:ln>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64" name="Freeform 118"/>
            <p:cNvSpPr>
              <a:spLocks/>
            </p:cNvSpPr>
            <p:nvPr userDrawn="1"/>
          </p:nvSpPr>
          <p:spPr bwMode="auto">
            <a:xfrm>
              <a:off x="4205288" y="1658938"/>
              <a:ext cx="1009650" cy="333375"/>
            </a:xfrm>
            <a:custGeom>
              <a:avLst/>
              <a:gdLst>
                <a:gd name="T0" fmla="*/ 0 w 636"/>
                <a:gd name="T1" fmla="*/ 0 h 210"/>
                <a:gd name="T2" fmla="*/ 142 w 636"/>
                <a:gd name="T3" fmla="*/ 210 h 210"/>
                <a:gd name="T4" fmla="*/ 548 w 636"/>
                <a:gd name="T5" fmla="*/ 180 h 210"/>
                <a:gd name="T6" fmla="*/ 636 w 636"/>
                <a:gd name="T7" fmla="*/ 0 h 210"/>
              </a:gdLst>
              <a:ahLst/>
              <a:cxnLst>
                <a:cxn ang="0">
                  <a:pos x="T0" y="T1"/>
                </a:cxn>
                <a:cxn ang="0">
                  <a:pos x="T2" y="T3"/>
                </a:cxn>
                <a:cxn ang="0">
                  <a:pos x="T4" y="T5"/>
                </a:cxn>
                <a:cxn ang="0">
                  <a:pos x="T6" y="T7"/>
                </a:cxn>
              </a:cxnLst>
              <a:rect l="0" t="0" r="r" b="b"/>
              <a:pathLst>
                <a:path w="636" h="210">
                  <a:moveTo>
                    <a:pt x="0" y="0"/>
                  </a:moveTo>
                  <a:lnTo>
                    <a:pt x="142" y="210"/>
                  </a:lnTo>
                  <a:lnTo>
                    <a:pt x="548" y="180"/>
                  </a:lnTo>
                  <a:lnTo>
                    <a:pt x="636" y="0"/>
                  </a:lnTo>
                </a:path>
              </a:pathLst>
            </a:custGeom>
            <a:noFill/>
            <a:ln w="28575">
              <a:solidFill>
                <a:srgbClr val="FCEA10"/>
              </a:solidFill>
              <a:prstDash val="solid"/>
              <a:round/>
              <a:headEnd/>
              <a:tailEnd/>
            </a:ln>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65" name="Freeform 119"/>
            <p:cNvSpPr>
              <a:spLocks/>
            </p:cNvSpPr>
            <p:nvPr userDrawn="1"/>
          </p:nvSpPr>
          <p:spPr bwMode="auto">
            <a:xfrm>
              <a:off x="5075238" y="1658938"/>
              <a:ext cx="1292225" cy="819150"/>
            </a:xfrm>
            <a:custGeom>
              <a:avLst/>
              <a:gdLst>
                <a:gd name="T0" fmla="*/ 88 w 814"/>
                <a:gd name="T1" fmla="*/ 0 h 516"/>
                <a:gd name="T2" fmla="*/ 0 w 814"/>
                <a:gd name="T3" fmla="*/ 180 h 516"/>
                <a:gd name="T4" fmla="*/ 230 w 814"/>
                <a:gd name="T5" fmla="*/ 516 h 516"/>
                <a:gd name="T6" fmla="*/ 636 w 814"/>
                <a:gd name="T7" fmla="*/ 486 h 516"/>
                <a:gd name="T8" fmla="*/ 814 w 814"/>
                <a:gd name="T9" fmla="*/ 120 h 516"/>
                <a:gd name="T10" fmla="*/ 732 w 814"/>
                <a:gd name="T11" fmla="*/ 0 h 516"/>
              </a:gdLst>
              <a:ahLst/>
              <a:cxnLst>
                <a:cxn ang="0">
                  <a:pos x="T0" y="T1"/>
                </a:cxn>
                <a:cxn ang="0">
                  <a:pos x="T2" y="T3"/>
                </a:cxn>
                <a:cxn ang="0">
                  <a:pos x="T4" y="T5"/>
                </a:cxn>
                <a:cxn ang="0">
                  <a:pos x="T6" y="T7"/>
                </a:cxn>
                <a:cxn ang="0">
                  <a:pos x="T8" y="T9"/>
                </a:cxn>
                <a:cxn ang="0">
                  <a:pos x="T10" y="T11"/>
                </a:cxn>
              </a:cxnLst>
              <a:rect l="0" t="0" r="r" b="b"/>
              <a:pathLst>
                <a:path w="814" h="516">
                  <a:moveTo>
                    <a:pt x="88" y="0"/>
                  </a:moveTo>
                  <a:lnTo>
                    <a:pt x="0" y="180"/>
                  </a:lnTo>
                  <a:lnTo>
                    <a:pt x="230" y="516"/>
                  </a:lnTo>
                  <a:lnTo>
                    <a:pt x="636" y="486"/>
                  </a:lnTo>
                  <a:lnTo>
                    <a:pt x="814" y="120"/>
                  </a:lnTo>
                  <a:lnTo>
                    <a:pt x="732" y="0"/>
                  </a:lnTo>
                </a:path>
              </a:pathLst>
            </a:custGeom>
            <a:noFill/>
            <a:ln w="28575">
              <a:solidFill>
                <a:srgbClr val="FCEA10"/>
              </a:solidFill>
              <a:prstDash val="solid"/>
              <a:round/>
              <a:headEnd/>
              <a:tailEnd/>
            </a:ln>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66" name="Freeform 120"/>
            <p:cNvSpPr>
              <a:spLocks/>
            </p:cNvSpPr>
            <p:nvPr userDrawn="1"/>
          </p:nvSpPr>
          <p:spPr bwMode="auto">
            <a:xfrm>
              <a:off x="6084888" y="1798638"/>
              <a:ext cx="1044575" cy="1168400"/>
            </a:xfrm>
            <a:custGeom>
              <a:avLst/>
              <a:gdLst>
                <a:gd name="T0" fmla="*/ 658 w 658"/>
                <a:gd name="T1" fmla="*/ 108 h 736"/>
                <a:gd name="T2" fmla="*/ 584 w 658"/>
                <a:gd name="T3" fmla="*/ 0 h 736"/>
                <a:gd name="T4" fmla="*/ 178 w 658"/>
                <a:gd name="T5" fmla="*/ 32 h 736"/>
                <a:gd name="T6" fmla="*/ 0 w 658"/>
                <a:gd name="T7" fmla="*/ 398 h 736"/>
                <a:gd name="T8" fmla="*/ 230 w 658"/>
                <a:gd name="T9" fmla="*/ 736 h 736"/>
                <a:gd name="T10" fmla="*/ 636 w 658"/>
                <a:gd name="T11" fmla="*/ 706 h 736"/>
                <a:gd name="T12" fmla="*/ 658 w 658"/>
                <a:gd name="T13" fmla="*/ 662 h 736"/>
              </a:gdLst>
              <a:ahLst/>
              <a:cxnLst>
                <a:cxn ang="0">
                  <a:pos x="T0" y="T1"/>
                </a:cxn>
                <a:cxn ang="0">
                  <a:pos x="T2" y="T3"/>
                </a:cxn>
                <a:cxn ang="0">
                  <a:pos x="T4" y="T5"/>
                </a:cxn>
                <a:cxn ang="0">
                  <a:pos x="T6" y="T7"/>
                </a:cxn>
                <a:cxn ang="0">
                  <a:pos x="T8" y="T9"/>
                </a:cxn>
                <a:cxn ang="0">
                  <a:pos x="T10" y="T11"/>
                </a:cxn>
                <a:cxn ang="0">
                  <a:pos x="T12" y="T13"/>
                </a:cxn>
              </a:cxnLst>
              <a:rect l="0" t="0" r="r" b="b"/>
              <a:pathLst>
                <a:path w="658" h="736">
                  <a:moveTo>
                    <a:pt x="658" y="108"/>
                  </a:moveTo>
                  <a:lnTo>
                    <a:pt x="584" y="0"/>
                  </a:lnTo>
                  <a:lnTo>
                    <a:pt x="178" y="32"/>
                  </a:lnTo>
                  <a:lnTo>
                    <a:pt x="0" y="398"/>
                  </a:lnTo>
                  <a:lnTo>
                    <a:pt x="230" y="736"/>
                  </a:lnTo>
                  <a:lnTo>
                    <a:pt x="636" y="706"/>
                  </a:lnTo>
                  <a:lnTo>
                    <a:pt x="658" y="662"/>
                  </a:lnTo>
                </a:path>
              </a:pathLst>
            </a:custGeom>
            <a:noFill/>
            <a:ln w="28575">
              <a:solidFill>
                <a:srgbClr val="FCEA10"/>
              </a:solidFill>
              <a:prstDash val="solid"/>
              <a:round/>
              <a:headEnd/>
              <a:tailEnd/>
            </a:ln>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67" name="Freeform 121"/>
            <p:cNvSpPr>
              <a:spLocks/>
            </p:cNvSpPr>
            <p:nvPr userDrawn="1"/>
          </p:nvSpPr>
          <p:spPr bwMode="auto">
            <a:xfrm>
              <a:off x="7094538" y="2849563"/>
              <a:ext cx="34925" cy="117475"/>
            </a:xfrm>
            <a:custGeom>
              <a:avLst/>
              <a:gdLst>
                <a:gd name="T0" fmla="*/ 22 w 22"/>
                <a:gd name="T1" fmla="*/ 74 h 74"/>
                <a:gd name="T2" fmla="*/ 22 w 22"/>
                <a:gd name="T3" fmla="*/ 0 h 74"/>
                <a:gd name="T4" fmla="*/ 0 w 22"/>
                <a:gd name="T5" fmla="*/ 44 h 74"/>
                <a:gd name="T6" fmla="*/ 22 w 22"/>
                <a:gd name="T7" fmla="*/ 74 h 74"/>
              </a:gdLst>
              <a:ahLst/>
              <a:cxnLst>
                <a:cxn ang="0">
                  <a:pos x="T0" y="T1"/>
                </a:cxn>
                <a:cxn ang="0">
                  <a:pos x="T2" y="T3"/>
                </a:cxn>
                <a:cxn ang="0">
                  <a:pos x="T4" y="T5"/>
                </a:cxn>
                <a:cxn ang="0">
                  <a:pos x="T6" y="T7"/>
                </a:cxn>
              </a:cxnLst>
              <a:rect l="0" t="0" r="r" b="b"/>
              <a:pathLst>
                <a:path w="22" h="74">
                  <a:moveTo>
                    <a:pt x="22" y="74"/>
                  </a:moveTo>
                  <a:lnTo>
                    <a:pt x="22" y="0"/>
                  </a:lnTo>
                  <a:lnTo>
                    <a:pt x="0" y="44"/>
                  </a:lnTo>
                  <a:lnTo>
                    <a:pt x="22" y="74"/>
                  </a:lnTo>
                  <a:close/>
                </a:path>
              </a:pathLst>
            </a:custGeom>
            <a:noFill/>
            <a:ln w="16">
              <a:solidFill>
                <a:srgbClr val="FCEA10"/>
              </a:solidFill>
              <a:prstDash val="solid"/>
              <a:round/>
              <a:headEnd/>
              <a:tailEnd/>
            </a:ln>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96" name="Freeform 122"/>
            <p:cNvSpPr>
              <a:spLocks/>
            </p:cNvSpPr>
            <p:nvPr userDrawn="1"/>
          </p:nvSpPr>
          <p:spPr bwMode="auto">
            <a:xfrm>
              <a:off x="6237288" y="1658938"/>
              <a:ext cx="844550" cy="190500"/>
            </a:xfrm>
            <a:custGeom>
              <a:avLst/>
              <a:gdLst>
                <a:gd name="T0" fmla="*/ 0 w 532"/>
                <a:gd name="T1" fmla="*/ 0 h 120"/>
                <a:gd name="T2" fmla="*/ 82 w 532"/>
                <a:gd name="T3" fmla="*/ 120 h 120"/>
                <a:gd name="T4" fmla="*/ 488 w 532"/>
                <a:gd name="T5" fmla="*/ 88 h 120"/>
                <a:gd name="T6" fmla="*/ 532 w 532"/>
                <a:gd name="T7" fmla="*/ 0 h 120"/>
              </a:gdLst>
              <a:ahLst/>
              <a:cxnLst>
                <a:cxn ang="0">
                  <a:pos x="T0" y="T1"/>
                </a:cxn>
                <a:cxn ang="0">
                  <a:pos x="T2" y="T3"/>
                </a:cxn>
                <a:cxn ang="0">
                  <a:pos x="T4" y="T5"/>
                </a:cxn>
                <a:cxn ang="0">
                  <a:pos x="T6" y="T7"/>
                </a:cxn>
              </a:cxnLst>
              <a:rect l="0" t="0" r="r" b="b"/>
              <a:pathLst>
                <a:path w="532" h="120">
                  <a:moveTo>
                    <a:pt x="0" y="0"/>
                  </a:moveTo>
                  <a:lnTo>
                    <a:pt x="82" y="120"/>
                  </a:lnTo>
                  <a:lnTo>
                    <a:pt x="488" y="88"/>
                  </a:lnTo>
                  <a:lnTo>
                    <a:pt x="532" y="0"/>
                  </a:lnTo>
                </a:path>
              </a:pathLst>
            </a:custGeom>
            <a:noFill/>
            <a:ln w="28575">
              <a:solidFill>
                <a:srgbClr val="FCEA10"/>
              </a:solidFill>
              <a:prstDash val="solid"/>
              <a:round/>
              <a:headEnd/>
              <a:tailEnd/>
            </a:ln>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97" name="Freeform 123"/>
            <p:cNvSpPr>
              <a:spLocks/>
            </p:cNvSpPr>
            <p:nvPr userDrawn="1"/>
          </p:nvSpPr>
          <p:spPr bwMode="auto">
            <a:xfrm>
              <a:off x="7011988" y="1658938"/>
              <a:ext cx="117475" cy="311150"/>
            </a:xfrm>
            <a:custGeom>
              <a:avLst/>
              <a:gdLst>
                <a:gd name="T0" fmla="*/ 44 w 74"/>
                <a:gd name="T1" fmla="*/ 0 h 196"/>
                <a:gd name="T2" fmla="*/ 0 w 74"/>
                <a:gd name="T3" fmla="*/ 88 h 196"/>
                <a:gd name="T4" fmla="*/ 74 w 74"/>
                <a:gd name="T5" fmla="*/ 196 h 196"/>
              </a:gdLst>
              <a:ahLst/>
              <a:cxnLst>
                <a:cxn ang="0">
                  <a:pos x="T0" y="T1"/>
                </a:cxn>
                <a:cxn ang="0">
                  <a:pos x="T2" y="T3"/>
                </a:cxn>
                <a:cxn ang="0">
                  <a:pos x="T4" y="T5"/>
                </a:cxn>
              </a:cxnLst>
              <a:rect l="0" t="0" r="r" b="b"/>
              <a:pathLst>
                <a:path w="74" h="196">
                  <a:moveTo>
                    <a:pt x="44" y="0"/>
                  </a:moveTo>
                  <a:lnTo>
                    <a:pt x="0" y="88"/>
                  </a:lnTo>
                  <a:lnTo>
                    <a:pt x="74" y="196"/>
                  </a:lnTo>
                </a:path>
              </a:pathLst>
            </a:custGeom>
            <a:noFill/>
            <a:ln w="16">
              <a:solidFill>
                <a:srgbClr val="FCEA10"/>
              </a:solidFill>
              <a:prstDash val="solid"/>
              <a:round/>
              <a:headEnd/>
              <a:tailEnd/>
            </a:ln>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98" name="Freeform 124"/>
            <p:cNvSpPr>
              <a:spLocks/>
            </p:cNvSpPr>
            <p:nvPr userDrawn="1"/>
          </p:nvSpPr>
          <p:spPr bwMode="auto">
            <a:xfrm>
              <a:off x="3459163" y="2576513"/>
              <a:ext cx="92075" cy="92075"/>
            </a:xfrm>
            <a:custGeom>
              <a:avLst/>
              <a:gdLst>
                <a:gd name="T0" fmla="*/ 42 w 58"/>
                <a:gd name="T1" fmla="*/ 2 h 58"/>
                <a:gd name="T2" fmla="*/ 42 w 58"/>
                <a:gd name="T3" fmla="*/ 2 h 58"/>
                <a:gd name="T4" fmla="*/ 36 w 58"/>
                <a:gd name="T5" fmla="*/ 0 h 58"/>
                <a:gd name="T6" fmla="*/ 30 w 58"/>
                <a:gd name="T7" fmla="*/ 0 h 58"/>
                <a:gd name="T8" fmla="*/ 18 w 58"/>
                <a:gd name="T9" fmla="*/ 2 h 58"/>
                <a:gd name="T10" fmla="*/ 10 w 58"/>
                <a:gd name="T11" fmla="*/ 8 h 58"/>
                <a:gd name="T12" fmla="*/ 6 w 58"/>
                <a:gd name="T13" fmla="*/ 12 h 58"/>
                <a:gd name="T14" fmla="*/ 2 w 58"/>
                <a:gd name="T15" fmla="*/ 16 h 58"/>
                <a:gd name="T16" fmla="*/ 2 w 58"/>
                <a:gd name="T17" fmla="*/ 16 h 58"/>
                <a:gd name="T18" fmla="*/ 0 w 58"/>
                <a:gd name="T19" fmla="*/ 22 h 58"/>
                <a:gd name="T20" fmla="*/ 0 w 58"/>
                <a:gd name="T21" fmla="*/ 28 h 58"/>
                <a:gd name="T22" fmla="*/ 0 w 58"/>
                <a:gd name="T23" fmla="*/ 40 h 58"/>
                <a:gd name="T24" fmla="*/ 6 w 58"/>
                <a:gd name="T25" fmla="*/ 48 h 58"/>
                <a:gd name="T26" fmla="*/ 10 w 58"/>
                <a:gd name="T27" fmla="*/ 52 h 58"/>
                <a:gd name="T28" fmla="*/ 16 w 58"/>
                <a:gd name="T29" fmla="*/ 56 h 58"/>
                <a:gd name="T30" fmla="*/ 16 w 58"/>
                <a:gd name="T31" fmla="*/ 56 h 58"/>
                <a:gd name="T32" fmla="*/ 22 w 58"/>
                <a:gd name="T33" fmla="*/ 58 h 58"/>
                <a:gd name="T34" fmla="*/ 28 w 58"/>
                <a:gd name="T35" fmla="*/ 58 h 58"/>
                <a:gd name="T36" fmla="*/ 38 w 58"/>
                <a:gd name="T37" fmla="*/ 58 h 58"/>
                <a:gd name="T38" fmla="*/ 48 w 58"/>
                <a:gd name="T39" fmla="*/ 52 h 58"/>
                <a:gd name="T40" fmla="*/ 52 w 58"/>
                <a:gd name="T41" fmla="*/ 48 h 58"/>
                <a:gd name="T42" fmla="*/ 56 w 58"/>
                <a:gd name="T43" fmla="*/ 42 h 58"/>
                <a:gd name="T44" fmla="*/ 56 w 58"/>
                <a:gd name="T45" fmla="*/ 42 h 58"/>
                <a:gd name="T46" fmla="*/ 58 w 58"/>
                <a:gd name="T47" fmla="*/ 36 h 58"/>
                <a:gd name="T48" fmla="*/ 58 w 58"/>
                <a:gd name="T49" fmla="*/ 30 h 58"/>
                <a:gd name="T50" fmla="*/ 56 w 58"/>
                <a:gd name="T51" fmla="*/ 20 h 58"/>
                <a:gd name="T52" fmla="*/ 50 w 58"/>
                <a:gd name="T53" fmla="*/ 10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18" y="2"/>
                  </a:lnTo>
                  <a:lnTo>
                    <a:pt x="10" y="8"/>
                  </a:lnTo>
                  <a:lnTo>
                    <a:pt x="6" y="12"/>
                  </a:lnTo>
                  <a:lnTo>
                    <a:pt x="2" y="16"/>
                  </a:lnTo>
                  <a:lnTo>
                    <a:pt x="2" y="16"/>
                  </a:lnTo>
                  <a:lnTo>
                    <a:pt x="0" y="22"/>
                  </a:lnTo>
                  <a:lnTo>
                    <a:pt x="0" y="28"/>
                  </a:lnTo>
                  <a:lnTo>
                    <a:pt x="0" y="40"/>
                  </a:lnTo>
                  <a:lnTo>
                    <a:pt x="6" y="48"/>
                  </a:lnTo>
                  <a:lnTo>
                    <a:pt x="10" y="52"/>
                  </a:lnTo>
                  <a:lnTo>
                    <a:pt x="16" y="56"/>
                  </a:lnTo>
                  <a:lnTo>
                    <a:pt x="16" y="56"/>
                  </a:lnTo>
                  <a:lnTo>
                    <a:pt x="22" y="58"/>
                  </a:lnTo>
                  <a:lnTo>
                    <a:pt x="28" y="58"/>
                  </a:lnTo>
                  <a:lnTo>
                    <a:pt x="38" y="58"/>
                  </a:lnTo>
                  <a:lnTo>
                    <a:pt x="48" y="52"/>
                  </a:lnTo>
                  <a:lnTo>
                    <a:pt x="52" y="48"/>
                  </a:lnTo>
                  <a:lnTo>
                    <a:pt x="56" y="42"/>
                  </a:lnTo>
                  <a:lnTo>
                    <a:pt x="56" y="42"/>
                  </a:lnTo>
                  <a:lnTo>
                    <a:pt x="58" y="36"/>
                  </a:lnTo>
                  <a:lnTo>
                    <a:pt x="58" y="30"/>
                  </a:lnTo>
                  <a:lnTo>
                    <a:pt x="56" y="20"/>
                  </a:lnTo>
                  <a:lnTo>
                    <a:pt x="50" y="10"/>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99" name="Freeform 125"/>
            <p:cNvSpPr>
              <a:spLocks/>
            </p:cNvSpPr>
            <p:nvPr userDrawn="1"/>
          </p:nvSpPr>
          <p:spPr bwMode="auto">
            <a:xfrm>
              <a:off x="3094038" y="2043113"/>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0 h 58"/>
                <a:gd name="T10" fmla="*/ 10 w 58"/>
                <a:gd name="T11" fmla="*/ 6 h 58"/>
                <a:gd name="T12" fmla="*/ 6 w 58"/>
                <a:gd name="T13" fmla="*/ 10 h 58"/>
                <a:gd name="T14" fmla="*/ 2 w 58"/>
                <a:gd name="T15" fmla="*/ 16 h 58"/>
                <a:gd name="T16" fmla="*/ 2 w 58"/>
                <a:gd name="T17" fmla="*/ 16 h 58"/>
                <a:gd name="T18" fmla="*/ 0 w 58"/>
                <a:gd name="T19" fmla="*/ 22 h 58"/>
                <a:gd name="T20" fmla="*/ 0 w 58"/>
                <a:gd name="T21" fmla="*/ 28 h 58"/>
                <a:gd name="T22" fmla="*/ 2 w 58"/>
                <a:gd name="T23" fmla="*/ 38 h 58"/>
                <a:gd name="T24" fmla="*/ 8 w 58"/>
                <a:gd name="T25" fmla="*/ 48 h 58"/>
                <a:gd name="T26" fmla="*/ 12 w 58"/>
                <a:gd name="T27" fmla="*/ 52 h 58"/>
                <a:gd name="T28" fmla="*/ 16 w 58"/>
                <a:gd name="T29" fmla="*/ 54 h 58"/>
                <a:gd name="T30" fmla="*/ 16 w 58"/>
                <a:gd name="T31" fmla="*/ 54 h 58"/>
                <a:gd name="T32" fmla="*/ 22 w 58"/>
                <a:gd name="T33" fmla="*/ 56 h 58"/>
                <a:gd name="T34" fmla="*/ 28 w 58"/>
                <a:gd name="T35" fmla="*/ 58 h 58"/>
                <a:gd name="T36" fmla="*/ 38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6 w 58"/>
                <a:gd name="T51" fmla="*/ 18 h 58"/>
                <a:gd name="T52" fmla="*/ 52 w 58"/>
                <a:gd name="T53" fmla="*/ 10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0"/>
                  </a:lnTo>
                  <a:lnTo>
                    <a:pt x="10" y="6"/>
                  </a:lnTo>
                  <a:lnTo>
                    <a:pt x="6" y="10"/>
                  </a:lnTo>
                  <a:lnTo>
                    <a:pt x="2" y="16"/>
                  </a:lnTo>
                  <a:lnTo>
                    <a:pt x="2" y="16"/>
                  </a:lnTo>
                  <a:lnTo>
                    <a:pt x="0" y="22"/>
                  </a:lnTo>
                  <a:lnTo>
                    <a:pt x="0" y="28"/>
                  </a:lnTo>
                  <a:lnTo>
                    <a:pt x="2" y="38"/>
                  </a:lnTo>
                  <a:lnTo>
                    <a:pt x="8" y="48"/>
                  </a:lnTo>
                  <a:lnTo>
                    <a:pt x="12" y="52"/>
                  </a:lnTo>
                  <a:lnTo>
                    <a:pt x="16" y="54"/>
                  </a:lnTo>
                  <a:lnTo>
                    <a:pt x="16" y="54"/>
                  </a:lnTo>
                  <a:lnTo>
                    <a:pt x="22" y="56"/>
                  </a:lnTo>
                  <a:lnTo>
                    <a:pt x="28" y="58"/>
                  </a:lnTo>
                  <a:lnTo>
                    <a:pt x="38" y="56"/>
                  </a:lnTo>
                  <a:lnTo>
                    <a:pt x="48" y="50"/>
                  </a:lnTo>
                  <a:lnTo>
                    <a:pt x="52" y="46"/>
                  </a:lnTo>
                  <a:lnTo>
                    <a:pt x="56" y="42"/>
                  </a:lnTo>
                  <a:lnTo>
                    <a:pt x="56" y="42"/>
                  </a:lnTo>
                  <a:lnTo>
                    <a:pt x="58" y="36"/>
                  </a:lnTo>
                  <a:lnTo>
                    <a:pt x="58" y="30"/>
                  </a:lnTo>
                  <a:lnTo>
                    <a:pt x="56" y="18"/>
                  </a:lnTo>
                  <a:lnTo>
                    <a:pt x="52" y="10"/>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00" name="Freeform 126"/>
            <p:cNvSpPr>
              <a:spLocks/>
            </p:cNvSpPr>
            <p:nvPr userDrawn="1"/>
          </p:nvSpPr>
          <p:spPr bwMode="auto">
            <a:xfrm>
              <a:off x="2449513" y="2090738"/>
              <a:ext cx="92075" cy="92075"/>
            </a:xfrm>
            <a:custGeom>
              <a:avLst/>
              <a:gdLst>
                <a:gd name="T0" fmla="*/ 42 w 58"/>
                <a:gd name="T1" fmla="*/ 2 h 58"/>
                <a:gd name="T2" fmla="*/ 42 w 58"/>
                <a:gd name="T3" fmla="*/ 2 h 58"/>
                <a:gd name="T4" fmla="*/ 36 w 58"/>
                <a:gd name="T5" fmla="*/ 0 h 58"/>
                <a:gd name="T6" fmla="*/ 30 w 58"/>
                <a:gd name="T7" fmla="*/ 0 h 58"/>
                <a:gd name="T8" fmla="*/ 18 w 58"/>
                <a:gd name="T9" fmla="*/ 0 h 58"/>
                <a:gd name="T10" fmla="*/ 10 w 58"/>
                <a:gd name="T11" fmla="*/ 6 h 58"/>
                <a:gd name="T12" fmla="*/ 6 w 58"/>
                <a:gd name="T13" fmla="*/ 10 h 58"/>
                <a:gd name="T14" fmla="*/ 2 w 58"/>
                <a:gd name="T15" fmla="*/ 16 h 58"/>
                <a:gd name="T16" fmla="*/ 2 w 58"/>
                <a:gd name="T17" fmla="*/ 16 h 58"/>
                <a:gd name="T18" fmla="*/ 0 w 58"/>
                <a:gd name="T19" fmla="*/ 22 h 58"/>
                <a:gd name="T20" fmla="*/ 0 w 58"/>
                <a:gd name="T21" fmla="*/ 28 h 58"/>
                <a:gd name="T22" fmla="*/ 0 w 58"/>
                <a:gd name="T23" fmla="*/ 38 h 58"/>
                <a:gd name="T24" fmla="*/ 6 w 58"/>
                <a:gd name="T25" fmla="*/ 48 h 58"/>
                <a:gd name="T26" fmla="*/ 10 w 58"/>
                <a:gd name="T27" fmla="*/ 52 h 58"/>
                <a:gd name="T28" fmla="*/ 16 w 58"/>
                <a:gd name="T29" fmla="*/ 56 h 58"/>
                <a:gd name="T30" fmla="*/ 16 w 58"/>
                <a:gd name="T31" fmla="*/ 56 h 58"/>
                <a:gd name="T32" fmla="*/ 22 w 58"/>
                <a:gd name="T33" fmla="*/ 58 h 58"/>
                <a:gd name="T34" fmla="*/ 28 w 58"/>
                <a:gd name="T35" fmla="*/ 58 h 58"/>
                <a:gd name="T36" fmla="*/ 38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6 w 58"/>
                <a:gd name="T51" fmla="*/ 20 h 58"/>
                <a:gd name="T52" fmla="*/ 50 w 58"/>
                <a:gd name="T53" fmla="*/ 10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18" y="0"/>
                  </a:lnTo>
                  <a:lnTo>
                    <a:pt x="10" y="6"/>
                  </a:lnTo>
                  <a:lnTo>
                    <a:pt x="6" y="10"/>
                  </a:lnTo>
                  <a:lnTo>
                    <a:pt x="2" y="16"/>
                  </a:lnTo>
                  <a:lnTo>
                    <a:pt x="2" y="16"/>
                  </a:lnTo>
                  <a:lnTo>
                    <a:pt x="0" y="22"/>
                  </a:lnTo>
                  <a:lnTo>
                    <a:pt x="0" y="28"/>
                  </a:lnTo>
                  <a:lnTo>
                    <a:pt x="0" y="38"/>
                  </a:lnTo>
                  <a:lnTo>
                    <a:pt x="6" y="48"/>
                  </a:lnTo>
                  <a:lnTo>
                    <a:pt x="10" y="52"/>
                  </a:lnTo>
                  <a:lnTo>
                    <a:pt x="16" y="56"/>
                  </a:lnTo>
                  <a:lnTo>
                    <a:pt x="16" y="56"/>
                  </a:lnTo>
                  <a:lnTo>
                    <a:pt x="22" y="58"/>
                  </a:lnTo>
                  <a:lnTo>
                    <a:pt x="28" y="58"/>
                  </a:lnTo>
                  <a:lnTo>
                    <a:pt x="38" y="56"/>
                  </a:lnTo>
                  <a:lnTo>
                    <a:pt x="48" y="50"/>
                  </a:lnTo>
                  <a:lnTo>
                    <a:pt x="52" y="46"/>
                  </a:lnTo>
                  <a:lnTo>
                    <a:pt x="56" y="42"/>
                  </a:lnTo>
                  <a:lnTo>
                    <a:pt x="56" y="42"/>
                  </a:lnTo>
                  <a:lnTo>
                    <a:pt x="58" y="36"/>
                  </a:lnTo>
                  <a:lnTo>
                    <a:pt x="58" y="30"/>
                  </a:lnTo>
                  <a:lnTo>
                    <a:pt x="56" y="20"/>
                  </a:lnTo>
                  <a:lnTo>
                    <a:pt x="50" y="10"/>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01" name="Freeform 127"/>
            <p:cNvSpPr>
              <a:spLocks/>
            </p:cNvSpPr>
            <p:nvPr userDrawn="1"/>
          </p:nvSpPr>
          <p:spPr bwMode="auto">
            <a:xfrm>
              <a:off x="2166938" y="2671763"/>
              <a:ext cx="92075" cy="95250"/>
            </a:xfrm>
            <a:custGeom>
              <a:avLst/>
              <a:gdLst>
                <a:gd name="T0" fmla="*/ 42 w 58"/>
                <a:gd name="T1" fmla="*/ 4 h 60"/>
                <a:gd name="T2" fmla="*/ 42 w 58"/>
                <a:gd name="T3" fmla="*/ 4 h 60"/>
                <a:gd name="T4" fmla="*/ 36 w 58"/>
                <a:gd name="T5" fmla="*/ 2 h 60"/>
                <a:gd name="T6" fmla="*/ 30 w 58"/>
                <a:gd name="T7" fmla="*/ 0 h 60"/>
                <a:gd name="T8" fmla="*/ 20 w 58"/>
                <a:gd name="T9" fmla="*/ 2 h 60"/>
                <a:gd name="T10" fmla="*/ 10 w 58"/>
                <a:gd name="T11" fmla="*/ 8 h 60"/>
                <a:gd name="T12" fmla="*/ 6 w 58"/>
                <a:gd name="T13" fmla="*/ 12 h 60"/>
                <a:gd name="T14" fmla="*/ 4 w 58"/>
                <a:gd name="T15" fmla="*/ 18 h 60"/>
                <a:gd name="T16" fmla="*/ 4 w 58"/>
                <a:gd name="T17" fmla="*/ 18 h 60"/>
                <a:gd name="T18" fmla="*/ 2 w 58"/>
                <a:gd name="T19" fmla="*/ 22 h 60"/>
                <a:gd name="T20" fmla="*/ 0 w 58"/>
                <a:gd name="T21" fmla="*/ 28 h 60"/>
                <a:gd name="T22" fmla="*/ 2 w 58"/>
                <a:gd name="T23" fmla="*/ 40 h 60"/>
                <a:gd name="T24" fmla="*/ 8 w 58"/>
                <a:gd name="T25" fmla="*/ 50 h 60"/>
                <a:gd name="T26" fmla="*/ 12 w 58"/>
                <a:gd name="T27" fmla="*/ 54 h 60"/>
                <a:gd name="T28" fmla="*/ 16 w 58"/>
                <a:gd name="T29" fmla="*/ 56 h 60"/>
                <a:gd name="T30" fmla="*/ 16 w 58"/>
                <a:gd name="T31" fmla="*/ 56 h 60"/>
                <a:gd name="T32" fmla="*/ 22 w 58"/>
                <a:gd name="T33" fmla="*/ 58 h 60"/>
                <a:gd name="T34" fmla="*/ 28 w 58"/>
                <a:gd name="T35" fmla="*/ 60 h 60"/>
                <a:gd name="T36" fmla="*/ 40 w 58"/>
                <a:gd name="T37" fmla="*/ 58 h 60"/>
                <a:gd name="T38" fmla="*/ 48 w 58"/>
                <a:gd name="T39" fmla="*/ 52 h 60"/>
                <a:gd name="T40" fmla="*/ 52 w 58"/>
                <a:gd name="T41" fmla="*/ 48 h 60"/>
                <a:gd name="T42" fmla="*/ 56 w 58"/>
                <a:gd name="T43" fmla="*/ 42 h 60"/>
                <a:gd name="T44" fmla="*/ 56 w 58"/>
                <a:gd name="T45" fmla="*/ 42 h 60"/>
                <a:gd name="T46" fmla="*/ 58 w 58"/>
                <a:gd name="T47" fmla="*/ 38 h 60"/>
                <a:gd name="T48" fmla="*/ 58 w 58"/>
                <a:gd name="T49" fmla="*/ 32 h 60"/>
                <a:gd name="T50" fmla="*/ 58 w 58"/>
                <a:gd name="T51" fmla="*/ 20 h 60"/>
                <a:gd name="T52" fmla="*/ 52 w 58"/>
                <a:gd name="T53" fmla="*/ 10 h 60"/>
                <a:gd name="T54" fmla="*/ 48 w 58"/>
                <a:gd name="T55" fmla="*/ 6 h 60"/>
                <a:gd name="T56" fmla="*/ 42 w 58"/>
                <a:gd name="T57" fmla="*/ 4 h 60"/>
                <a:gd name="T58" fmla="*/ 42 w 58"/>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42" y="4"/>
                  </a:moveTo>
                  <a:lnTo>
                    <a:pt x="42" y="4"/>
                  </a:lnTo>
                  <a:lnTo>
                    <a:pt x="36" y="2"/>
                  </a:lnTo>
                  <a:lnTo>
                    <a:pt x="30" y="0"/>
                  </a:lnTo>
                  <a:lnTo>
                    <a:pt x="20" y="2"/>
                  </a:lnTo>
                  <a:lnTo>
                    <a:pt x="10" y="8"/>
                  </a:lnTo>
                  <a:lnTo>
                    <a:pt x="6" y="12"/>
                  </a:lnTo>
                  <a:lnTo>
                    <a:pt x="4" y="18"/>
                  </a:lnTo>
                  <a:lnTo>
                    <a:pt x="4" y="18"/>
                  </a:lnTo>
                  <a:lnTo>
                    <a:pt x="2" y="22"/>
                  </a:lnTo>
                  <a:lnTo>
                    <a:pt x="0" y="28"/>
                  </a:lnTo>
                  <a:lnTo>
                    <a:pt x="2" y="40"/>
                  </a:lnTo>
                  <a:lnTo>
                    <a:pt x="8" y="50"/>
                  </a:lnTo>
                  <a:lnTo>
                    <a:pt x="12" y="54"/>
                  </a:lnTo>
                  <a:lnTo>
                    <a:pt x="16" y="56"/>
                  </a:lnTo>
                  <a:lnTo>
                    <a:pt x="16" y="56"/>
                  </a:lnTo>
                  <a:lnTo>
                    <a:pt x="22" y="58"/>
                  </a:lnTo>
                  <a:lnTo>
                    <a:pt x="28" y="60"/>
                  </a:lnTo>
                  <a:lnTo>
                    <a:pt x="40" y="58"/>
                  </a:lnTo>
                  <a:lnTo>
                    <a:pt x="48" y="52"/>
                  </a:lnTo>
                  <a:lnTo>
                    <a:pt x="52" y="48"/>
                  </a:lnTo>
                  <a:lnTo>
                    <a:pt x="56" y="42"/>
                  </a:lnTo>
                  <a:lnTo>
                    <a:pt x="56" y="42"/>
                  </a:lnTo>
                  <a:lnTo>
                    <a:pt x="58" y="38"/>
                  </a:lnTo>
                  <a:lnTo>
                    <a:pt x="58" y="32"/>
                  </a:lnTo>
                  <a:lnTo>
                    <a:pt x="58" y="20"/>
                  </a:lnTo>
                  <a:lnTo>
                    <a:pt x="52" y="10"/>
                  </a:lnTo>
                  <a:lnTo>
                    <a:pt x="48"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02" name="Freeform 128"/>
            <p:cNvSpPr>
              <a:spLocks/>
            </p:cNvSpPr>
            <p:nvPr userDrawn="1"/>
          </p:nvSpPr>
          <p:spPr bwMode="auto">
            <a:xfrm>
              <a:off x="2532063" y="3208338"/>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2 h 58"/>
                <a:gd name="T10" fmla="*/ 10 w 58"/>
                <a:gd name="T11" fmla="*/ 6 h 58"/>
                <a:gd name="T12" fmla="*/ 6 w 58"/>
                <a:gd name="T13" fmla="*/ 12 h 58"/>
                <a:gd name="T14" fmla="*/ 2 w 58"/>
                <a:gd name="T15" fmla="*/ 16 h 58"/>
                <a:gd name="T16" fmla="*/ 2 w 58"/>
                <a:gd name="T17" fmla="*/ 16 h 58"/>
                <a:gd name="T18" fmla="*/ 0 w 58"/>
                <a:gd name="T19" fmla="*/ 22 h 58"/>
                <a:gd name="T20" fmla="*/ 0 w 58"/>
                <a:gd name="T21" fmla="*/ 28 h 58"/>
                <a:gd name="T22" fmla="*/ 2 w 58"/>
                <a:gd name="T23" fmla="*/ 38 h 58"/>
                <a:gd name="T24" fmla="*/ 6 w 58"/>
                <a:gd name="T25" fmla="*/ 48 h 58"/>
                <a:gd name="T26" fmla="*/ 12 w 58"/>
                <a:gd name="T27" fmla="*/ 52 h 58"/>
                <a:gd name="T28" fmla="*/ 16 w 58"/>
                <a:gd name="T29" fmla="*/ 56 h 58"/>
                <a:gd name="T30" fmla="*/ 16 w 58"/>
                <a:gd name="T31" fmla="*/ 56 h 58"/>
                <a:gd name="T32" fmla="*/ 22 w 58"/>
                <a:gd name="T33" fmla="*/ 58 h 58"/>
                <a:gd name="T34" fmla="*/ 28 w 58"/>
                <a:gd name="T35" fmla="*/ 58 h 58"/>
                <a:gd name="T36" fmla="*/ 38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6 w 58"/>
                <a:gd name="T51" fmla="*/ 20 h 58"/>
                <a:gd name="T52" fmla="*/ 52 w 58"/>
                <a:gd name="T53" fmla="*/ 10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2"/>
                  </a:lnTo>
                  <a:lnTo>
                    <a:pt x="10" y="6"/>
                  </a:lnTo>
                  <a:lnTo>
                    <a:pt x="6" y="12"/>
                  </a:lnTo>
                  <a:lnTo>
                    <a:pt x="2" y="16"/>
                  </a:lnTo>
                  <a:lnTo>
                    <a:pt x="2" y="16"/>
                  </a:lnTo>
                  <a:lnTo>
                    <a:pt x="0" y="22"/>
                  </a:lnTo>
                  <a:lnTo>
                    <a:pt x="0" y="28"/>
                  </a:lnTo>
                  <a:lnTo>
                    <a:pt x="2" y="38"/>
                  </a:lnTo>
                  <a:lnTo>
                    <a:pt x="6" y="48"/>
                  </a:lnTo>
                  <a:lnTo>
                    <a:pt x="12" y="52"/>
                  </a:lnTo>
                  <a:lnTo>
                    <a:pt x="16" y="56"/>
                  </a:lnTo>
                  <a:lnTo>
                    <a:pt x="16" y="56"/>
                  </a:lnTo>
                  <a:lnTo>
                    <a:pt x="22" y="58"/>
                  </a:lnTo>
                  <a:lnTo>
                    <a:pt x="28" y="58"/>
                  </a:lnTo>
                  <a:lnTo>
                    <a:pt x="38" y="56"/>
                  </a:lnTo>
                  <a:lnTo>
                    <a:pt x="48" y="50"/>
                  </a:lnTo>
                  <a:lnTo>
                    <a:pt x="52" y="46"/>
                  </a:lnTo>
                  <a:lnTo>
                    <a:pt x="56" y="42"/>
                  </a:lnTo>
                  <a:lnTo>
                    <a:pt x="56" y="42"/>
                  </a:lnTo>
                  <a:lnTo>
                    <a:pt x="58" y="36"/>
                  </a:lnTo>
                  <a:lnTo>
                    <a:pt x="58" y="30"/>
                  </a:lnTo>
                  <a:lnTo>
                    <a:pt x="56" y="20"/>
                  </a:lnTo>
                  <a:lnTo>
                    <a:pt x="52" y="10"/>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03" name="Freeform 129"/>
            <p:cNvSpPr>
              <a:spLocks/>
            </p:cNvSpPr>
            <p:nvPr userDrawn="1"/>
          </p:nvSpPr>
          <p:spPr bwMode="auto">
            <a:xfrm>
              <a:off x="1522413" y="2719388"/>
              <a:ext cx="92075" cy="95250"/>
            </a:xfrm>
            <a:custGeom>
              <a:avLst/>
              <a:gdLst>
                <a:gd name="T0" fmla="*/ 42 w 58"/>
                <a:gd name="T1" fmla="*/ 4 h 60"/>
                <a:gd name="T2" fmla="*/ 42 w 58"/>
                <a:gd name="T3" fmla="*/ 4 h 60"/>
                <a:gd name="T4" fmla="*/ 36 w 58"/>
                <a:gd name="T5" fmla="*/ 2 h 60"/>
                <a:gd name="T6" fmla="*/ 30 w 58"/>
                <a:gd name="T7" fmla="*/ 0 h 60"/>
                <a:gd name="T8" fmla="*/ 20 w 58"/>
                <a:gd name="T9" fmla="*/ 2 h 60"/>
                <a:gd name="T10" fmla="*/ 10 w 58"/>
                <a:gd name="T11" fmla="*/ 8 h 60"/>
                <a:gd name="T12" fmla="*/ 6 w 58"/>
                <a:gd name="T13" fmla="*/ 12 h 60"/>
                <a:gd name="T14" fmla="*/ 2 w 58"/>
                <a:gd name="T15" fmla="*/ 18 h 60"/>
                <a:gd name="T16" fmla="*/ 2 w 58"/>
                <a:gd name="T17" fmla="*/ 18 h 60"/>
                <a:gd name="T18" fmla="*/ 0 w 58"/>
                <a:gd name="T19" fmla="*/ 24 h 60"/>
                <a:gd name="T20" fmla="*/ 0 w 58"/>
                <a:gd name="T21" fmla="*/ 28 h 60"/>
                <a:gd name="T22" fmla="*/ 2 w 58"/>
                <a:gd name="T23" fmla="*/ 40 h 60"/>
                <a:gd name="T24" fmla="*/ 6 w 58"/>
                <a:gd name="T25" fmla="*/ 50 h 60"/>
                <a:gd name="T26" fmla="*/ 12 w 58"/>
                <a:gd name="T27" fmla="*/ 54 h 60"/>
                <a:gd name="T28" fmla="*/ 16 w 58"/>
                <a:gd name="T29" fmla="*/ 56 h 60"/>
                <a:gd name="T30" fmla="*/ 16 w 58"/>
                <a:gd name="T31" fmla="*/ 56 h 60"/>
                <a:gd name="T32" fmla="*/ 22 w 58"/>
                <a:gd name="T33" fmla="*/ 58 h 60"/>
                <a:gd name="T34" fmla="*/ 28 w 58"/>
                <a:gd name="T35" fmla="*/ 60 h 60"/>
                <a:gd name="T36" fmla="*/ 38 w 58"/>
                <a:gd name="T37" fmla="*/ 58 h 60"/>
                <a:gd name="T38" fmla="*/ 48 w 58"/>
                <a:gd name="T39" fmla="*/ 52 h 60"/>
                <a:gd name="T40" fmla="*/ 52 w 58"/>
                <a:gd name="T41" fmla="*/ 48 h 60"/>
                <a:gd name="T42" fmla="*/ 56 w 58"/>
                <a:gd name="T43" fmla="*/ 42 h 60"/>
                <a:gd name="T44" fmla="*/ 56 w 58"/>
                <a:gd name="T45" fmla="*/ 42 h 60"/>
                <a:gd name="T46" fmla="*/ 58 w 58"/>
                <a:gd name="T47" fmla="*/ 38 h 60"/>
                <a:gd name="T48" fmla="*/ 58 w 58"/>
                <a:gd name="T49" fmla="*/ 32 h 60"/>
                <a:gd name="T50" fmla="*/ 56 w 58"/>
                <a:gd name="T51" fmla="*/ 20 h 60"/>
                <a:gd name="T52" fmla="*/ 52 w 58"/>
                <a:gd name="T53" fmla="*/ 10 h 60"/>
                <a:gd name="T54" fmla="*/ 46 w 58"/>
                <a:gd name="T55" fmla="*/ 6 h 60"/>
                <a:gd name="T56" fmla="*/ 42 w 58"/>
                <a:gd name="T57" fmla="*/ 4 h 60"/>
                <a:gd name="T58" fmla="*/ 42 w 58"/>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42" y="4"/>
                  </a:moveTo>
                  <a:lnTo>
                    <a:pt x="42" y="4"/>
                  </a:lnTo>
                  <a:lnTo>
                    <a:pt x="36" y="2"/>
                  </a:lnTo>
                  <a:lnTo>
                    <a:pt x="30" y="0"/>
                  </a:lnTo>
                  <a:lnTo>
                    <a:pt x="20" y="2"/>
                  </a:lnTo>
                  <a:lnTo>
                    <a:pt x="10" y="8"/>
                  </a:lnTo>
                  <a:lnTo>
                    <a:pt x="6" y="12"/>
                  </a:lnTo>
                  <a:lnTo>
                    <a:pt x="2" y="18"/>
                  </a:lnTo>
                  <a:lnTo>
                    <a:pt x="2" y="18"/>
                  </a:lnTo>
                  <a:lnTo>
                    <a:pt x="0" y="24"/>
                  </a:lnTo>
                  <a:lnTo>
                    <a:pt x="0" y="28"/>
                  </a:lnTo>
                  <a:lnTo>
                    <a:pt x="2" y="40"/>
                  </a:lnTo>
                  <a:lnTo>
                    <a:pt x="6" y="50"/>
                  </a:lnTo>
                  <a:lnTo>
                    <a:pt x="12" y="54"/>
                  </a:lnTo>
                  <a:lnTo>
                    <a:pt x="16" y="56"/>
                  </a:lnTo>
                  <a:lnTo>
                    <a:pt x="16" y="56"/>
                  </a:lnTo>
                  <a:lnTo>
                    <a:pt x="22" y="58"/>
                  </a:lnTo>
                  <a:lnTo>
                    <a:pt x="28" y="60"/>
                  </a:lnTo>
                  <a:lnTo>
                    <a:pt x="38" y="58"/>
                  </a:lnTo>
                  <a:lnTo>
                    <a:pt x="48" y="52"/>
                  </a:lnTo>
                  <a:lnTo>
                    <a:pt x="52" y="48"/>
                  </a:lnTo>
                  <a:lnTo>
                    <a:pt x="56" y="42"/>
                  </a:lnTo>
                  <a:lnTo>
                    <a:pt x="56" y="42"/>
                  </a:lnTo>
                  <a:lnTo>
                    <a:pt x="58" y="38"/>
                  </a:lnTo>
                  <a:lnTo>
                    <a:pt x="58" y="32"/>
                  </a:lnTo>
                  <a:lnTo>
                    <a:pt x="56" y="20"/>
                  </a:lnTo>
                  <a:lnTo>
                    <a:pt x="52" y="10"/>
                  </a:lnTo>
                  <a:lnTo>
                    <a:pt x="46"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04" name="Freeform 130"/>
            <p:cNvSpPr>
              <a:spLocks/>
            </p:cNvSpPr>
            <p:nvPr userDrawn="1"/>
          </p:nvSpPr>
          <p:spPr bwMode="auto">
            <a:xfrm>
              <a:off x="1157288" y="2185988"/>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2 h 58"/>
                <a:gd name="T10" fmla="*/ 10 w 58"/>
                <a:gd name="T11" fmla="*/ 8 h 58"/>
                <a:gd name="T12" fmla="*/ 6 w 58"/>
                <a:gd name="T13" fmla="*/ 12 h 58"/>
                <a:gd name="T14" fmla="*/ 4 w 58"/>
                <a:gd name="T15" fmla="*/ 16 h 58"/>
                <a:gd name="T16" fmla="*/ 4 w 58"/>
                <a:gd name="T17" fmla="*/ 16 h 58"/>
                <a:gd name="T18" fmla="*/ 0 w 58"/>
                <a:gd name="T19" fmla="*/ 22 h 58"/>
                <a:gd name="T20" fmla="*/ 0 w 58"/>
                <a:gd name="T21" fmla="*/ 28 h 58"/>
                <a:gd name="T22" fmla="*/ 2 w 58"/>
                <a:gd name="T23" fmla="*/ 38 h 58"/>
                <a:gd name="T24" fmla="*/ 8 w 58"/>
                <a:gd name="T25" fmla="*/ 48 h 58"/>
                <a:gd name="T26" fmla="*/ 12 w 58"/>
                <a:gd name="T27" fmla="*/ 52 h 58"/>
                <a:gd name="T28" fmla="*/ 16 w 58"/>
                <a:gd name="T29" fmla="*/ 56 h 58"/>
                <a:gd name="T30" fmla="*/ 16 w 58"/>
                <a:gd name="T31" fmla="*/ 56 h 58"/>
                <a:gd name="T32" fmla="*/ 22 w 58"/>
                <a:gd name="T33" fmla="*/ 58 h 58"/>
                <a:gd name="T34" fmla="*/ 28 w 58"/>
                <a:gd name="T35" fmla="*/ 58 h 58"/>
                <a:gd name="T36" fmla="*/ 40 w 58"/>
                <a:gd name="T37" fmla="*/ 58 h 58"/>
                <a:gd name="T38" fmla="*/ 48 w 58"/>
                <a:gd name="T39" fmla="*/ 52 h 58"/>
                <a:gd name="T40" fmla="*/ 52 w 58"/>
                <a:gd name="T41" fmla="*/ 48 h 58"/>
                <a:gd name="T42" fmla="*/ 56 w 58"/>
                <a:gd name="T43" fmla="*/ 42 h 58"/>
                <a:gd name="T44" fmla="*/ 56 w 58"/>
                <a:gd name="T45" fmla="*/ 42 h 58"/>
                <a:gd name="T46" fmla="*/ 58 w 58"/>
                <a:gd name="T47" fmla="*/ 36 h 58"/>
                <a:gd name="T48" fmla="*/ 58 w 58"/>
                <a:gd name="T49" fmla="*/ 30 h 58"/>
                <a:gd name="T50" fmla="*/ 58 w 58"/>
                <a:gd name="T51" fmla="*/ 20 h 58"/>
                <a:gd name="T52" fmla="*/ 52 w 58"/>
                <a:gd name="T53" fmla="*/ 10 h 58"/>
                <a:gd name="T54" fmla="*/ 48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2"/>
                  </a:lnTo>
                  <a:lnTo>
                    <a:pt x="10" y="8"/>
                  </a:lnTo>
                  <a:lnTo>
                    <a:pt x="6" y="12"/>
                  </a:lnTo>
                  <a:lnTo>
                    <a:pt x="4" y="16"/>
                  </a:lnTo>
                  <a:lnTo>
                    <a:pt x="4" y="16"/>
                  </a:lnTo>
                  <a:lnTo>
                    <a:pt x="0" y="22"/>
                  </a:lnTo>
                  <a:lnTo>
                    <a:pt x="0" y="28"/>
                  </a:lnTo>
                  <a:lnTo>
                    <a:pt x="2" y="38"/>
                  </a:lnTo>
                  <a:lnTo>
                    <a:pt x="8" y="48"/>
                  </a:lnTo>
                  <a:lnTo>
                    <a:pt x="12" y="52"/>
                  </a:lnTo>
                  <a:lnTo>
                    <a:pt x="16" y="56"/>
                  </a:lnTo>
                  <a:lnTo>
                    <a:pt x="16" y="56"/>
                  </a:lnTo>
                  <a:lnTo>
                    <a:pt x="22" y="58"/>
                  </a:lnTo>
                  <a:lnTo>
                    <a:pt x="28" y="58"/>
                  </a:lnTo>
                  <a:lnTo>
                    <a:pt x="40" y="58"/>
                  </a:lnTo>
                  <a:lnTo>
                    <a:pt x="48" y="52"/>
                  </a:lnTo>
                  <a:lnTo>
                    <a:pt x="52" y="48"/>
                  </a:lnTo>
                  <a:lnTo>
                    <a:pt x="56" y="42"/>
                  </a:lnTo>
                  <a:lnTo>
                    <a:pt x="56" y="42"/>
                  </a:lnTo>
                  <a:lnTo>
                    <a:pt x="58" y="36"/>
                  </a:lnTo>
                  <a:lnTo>
                    <a:pt x="58" y="30"/>
                  </a:lnTo>
                  <a:lnTo>
                    <a:pt x="58" y="20"/>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05" name="Freeform 131"/>
            <p:cNvSpPr>
              <a:spLocks/>
            </p:cNvSpPr>
            <p:nvPr userDrawn="1"/>
          </p:nvSpPr>
          <p:spPr bwMode="auto">
            <a:xfrm>
              <a:off x="512763" y="2233613"/>
              <a:ext cx="92075" cy="92075"/>
            </a:xfrm>
            <a:custGeom>
              <a:avLst/>
              <a:gdLst>
                <a:gd name="T0" fmla="*/ 42 w 58"/>
                <a:gd name="T1" fmla="*/ 4 h 58"/>
                <a:gd name="T2" fmla="*/ 42 w 58"/>
                <a:gd name="T3" fmla="*/ 4 h 58"/>
                <a:gd name="T4" fmla="*/ 36 w 58"/>
                <a:gd name="T5" fmla="*/ 2 h 58"/>
                <a:gd name="T6" fmla="*/ 30 w 58"/>
                <a:gd name="T7" fmla="*/ 0 h 58"/>
                <a:gd name="T8" fmla="*/ 20 w 58"/>
                <a:gd name="T9" fmla="*/ 2 h 58"/>
                <a:gd name="T10" fmla="*/ 10 w 58"/>
                <a:gd name="T11" fmla="*/ 8 h 58"/>
                <a:gd name="T12" fmla="*/ 6 w 58"/>
                <a:gd name="T13" fmla="*/ 12 h 58"/>
                <a:gd name="T14" fmla="*/ 2 w 58"/>
                <a:gd name="T15" fmla="*/ 16 h 58"/>
                <a:gd name="T16" fmla="*/ 2 w 58"/>
                <a:gd name="T17" fmla="*/ 16 h 58"/>
                <a:gd name="T18" fmla="*/ 0 w 58"/>
                <a:gd name="T19" fmla="*/ 22 h 58"/>
                <a:gd name="T20" fmla="*/ 0 w 58"/>
                <a:gd name="T21" fmla="*/ 28 h 58"/>
                <a:gd name="T22" fmla="*/ 2 w 58"/>
                <a:gd name="T23" fmla="*/ 40 h 58"/>
                <a:gd name="T24" fmla="*/ 6 w 58"/>
                <a:gd name="T25" fmla="*/ 48 h 58"/>
                <a:gd name="T26" fmla="*/ 12 w 58"/>
                <a:gd name="T27" fmla="*/ 52 h 58"/>
                <a:gd name="T28" fmla="*/ 16 w 58"/>
                <a:gd name="T29" fmla="*/ 56 h 58"/>
                <a:gd name="T30" fmla="*/ 16 w 58"/>
                <a:gd name="T31" fmla="*/ 56 h 58"/>
                <a:gd name="T32" fmla="*/ 22 w 58"/>
                <a:gd name="T33" fmla="*/ 58 h 58"/>
                <a:gd name="T34" fmla="*/ 28 w 58"/>
                <a:gd name="T35" fmla="*/ 58 h 58"/>
                <a:gd name="T36" fmla="*/ 38 w 58"/>
                <a:gd name="T37" fmla="*/ 58 h 58"/>
                <a:gd name="T38" fmla="*/ 48 w 58"/>
                <a:gd name="T39" fmla="*/ 52 h 58"/>
                <a:gd name="T40" fmla="*/ 52 w 58"/>
                <a:gd name="T41" fmla="*/ 48 h 58"/>
                <a:gd name="T42" fmla="*/ 56 w 58"/>
                <a:gd name="T43" fmla="*/ 42 h 58"/>
                <a:gd name="T44" fmla="*/ 56 w 58"/>
                <a:gd name="T45" fmla="*/ 42 h 58"/>
                <a:gd name="T46" fmla="*/ 58 w 58"/>
                <a:gd name="T47" fmla="*/ 36 h 58"/>
                <a:gd name="T48" fmla="*/ 58 w 58"/>
                <a:gd name="T49" fmla="*/ 30 h 58"/>
                <a:gd name="T50" fmla="*/ 56 w 58"/>
                <a:gd name="T51" fmla="*/ 20 h 58"/>
                <a:gd name="T52" fmla="*/ 50 w 58"/>
                <a:gd name="T53" fmla="*/ 10 h 58"/>
                <a:gd name="T54" fmla="*/ 46 w 58"/>
                <a:gd name="T55" fmla="*/ 6 h 58"/>
                <a:gd name="T56" fmla="*/ 42 w 58"/>
                <a:gd name="T57" fmla="*/ 4 h 58"/>
                <a:gd name="T58" fmla="*/ 42 w 58"/>
                <a:gd name="T59"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4"/>
                  </a:moveTo>
                  <a:lnTo>
                    <a:pt x="42" y="4"/>
                  </a:lnTo>
                  <a:lnTo>
                    <a:pt x="36" y="2"/>
                  </a:lnTo>
                  <a:lnTo>
                    <a:pt x="30" y="0"/>
                  </a:lnTo>
                  <a:lnTo>
                    <a:pt x="20" y="2"/>
                  </a:lnTo>
                  <a:lnTo>
                    <a:pt x="10" y="8"/>
                  </a:lnTo>
                  <a:lnTo>
                    <a:pt x="6" y="12"/>
                  </a:lnTo>
                  <a:lnTo>
                    <a:pt x="2" y="16"/>
                  </a:lnTo>
                  <a:lnTo>
                    <a:pt x="2" y="16"/>
                  </a:lnTo>
                  <a:lnTo>
                    <a:pt x="0" y="22"/>
                  </a:lnTo>
                  <a:lnTo>
                    <a:pt x="0" y="28"/>
                  </a:lnTo>
                  <a:lnTo>
                    <a:pt x="2" y="40"/>
                  </a:lnTo>
                  <a:lnTo>
                    <a:pt x="6" y="48"/>
                  </a:lnTo>
                  <a:lnTo>
                    <a:pt x="12" y="52"/>
                  </a:lnTo>
                  <a:lnTo>
                    <a:pt x="16" y="56"/>
                  </a:lnTo>
                  <a:lnTo>
                    <a:pt x="16" y="56"/>
                  </a:lnTo>
                  <a:lnTo>
                    <a:pt x="22" y="58"/>
                  </a:lnTo>
                  <a:lnTo>
                    <a:pt x="28" y="58"/>
                  </a:lnTo>
                  <a:lnTo>
                    <a:pt x="38" y="58"/>
                  </a:lnTo>
                  <a:lnTo>
                    <a:pt x="48" y="52"/>
                  </a:lnTo>
                  <a:lnTo>
                    <a:pt x="52" y="48"/>
                  </a:lnTo>
                  <a:lnTo>
                    <a:pt x="56" y="42"/>
                  </a:lnTo>
                  <a:lnTo>
                    <a:pt x="56" y="42"/>
                  </a:lnTo>
                  <a:lnTo>
                    <a:pt x="58" y="36"/>
                  </a:lnTo>
                  <a:lnTo>
                    <a:pt x="58" y="30"/>
                  </a:lnTo>
                  <a:lnTo>
                    <a:pt x="56" y="20"/>
                  </a:lnTo>
                  <a:lnTo>
                    <a:pt x="50" y="10"/>
                  </a:lnTo>
                  <a:lnTo>
                    <a:pt x="46"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06" name="Freeform 132"/>
            <p:cNvSpPr>
              <a:spLocks/>
            </p:cNvSpPr>
            <p:nvPr userDrawn="1"/>
          </p:nvSpPr>
          <p:spPr bwMode="auto">
            <a:xfrm>
              <a:off x="147638" y="1700213"/>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0 h 58"/>
                <a:gd name="T10" fmla="*/ 10 w 58"/>
                <a:gd name="T11" fmla="*/ 6 h 58"/>
                <a:gd name="T12" fmla="*/ 6 w 58"/>
                <a:gd name="T13" fmla="*/ 10 h 58"/>
                <a:gd name="T14" fmla="*/ 2 w 58"/>
                <a:gd name="T15" fmla="*/ 16 h 58"/>
                <a:gd name="T16" fmla="*/ 2 w 58"/>
                <a:gd name="T17" fmla="*/ 16 h 58"/>
                <a:gd name="T18" fmla="*/ 0 w 58"/>
                <a:gd name="T19" fmla="*/ 22 h 58"/>
                <a:gd name="T20" fmla="*/ 0 w 58"/>
                <a:gd name="T21" fmla="*/ 28 h 58"/>
                <a:gd name="T22" fmla="*/ 2 w 58"/>
                <a:gd name="T23" fmla="*/ 38 h 58"/>
                <a:gd name="T24" fmla="*/ 8 w 58"/>
                <a:gd name="T25" fmla="*/ 48 h 58"/>
                <a:gd name="T26" fmla="*/ 12 w 58"/>
                <a:gd name="T27" fmla="*/ 52 h 58"/>
                <a:gd name="T28" fmla="*/ 16 w 58"/>
                <a:gd name="T29" fmla="*/ 56 h 58"/>
                <a:gd name="T30" fmla="*/ 16 w 58"/>
                <a:gd name="T31" fmla="*/ 56 h 58"/>
                <a:gd name="T32" fmla="*/ 22 w 58"/>
                <a:gd name="T33" fmla="*/ 58 h 58"/>
                <a:gd name="T34" fmla="*/ 28 w 58"/>
                <a:gd name="T35" fmla="*/ 58 h 58"/>
                <a:gd name="T36" fmla="*/ 40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8 w 58"/>
                <a:gd name="T51" fmla="*/ 18 h 58"/>
                <a:gd name="T52" fmla="*/ 52 w 58"/>
                <a:gd name="T53" fmla="*/ 10 h 58"/>
                <a:gd name="T54" fmla="*/ 48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0"/>
                  </a:lnTo>
                  <a:lnTo>
                    <a:pt x="10" y="6"/>
                  </a:lnTo>
                  <a:lnTo>
                    <a:pt x="6" y="10"/>
                  </a:lnTo>
                  <a:lnTo>
                    <a:pt x="2" y="16"/>
                  </a:lnTo>
                  <a:lnTo>
                    <a:pt x="2" y="16"/>
                  </a:lnTo>
                  <a:lnTo>
                    <a:pt x="0" y="22"/>
                  </a:lnTo>
                  <a:lnTo>
                    <a:pt x="0" y="28"/>
                  </a:lnTo>
                  <a:lnTo>
                    <a:pt x="2" y="38"/>
                  </a:lnTo>
                  <a:lnTo>
                    <a:pt x="8" y="48"/>
                  </a:lnTo>
                  <a:lnTo>
                    <a:pt x="12" y="52"/>
                  </a:lnTo>
                  <a:lnTo>
                    <a:pt x="16" y="56"/>
                  </a:lnTo>
                  <a:lnTo>
                    <a:pt x="16" y="56"/>
                  </a:lnTo>
                  <a:lnTo>
                    <a:pt x="22" y="58"/>
                  </a:lnTo>
                  <a:lnTo>
                    <a:pt x="28" y="58"/>
                  </a:lnTo>
                  <a:lnTo>
                    <a:pt x="40" y="56"/>
                  </a:lnTo>
                  <a:lnTo>
                    <a:pt x="48" y="50"/>
                  </a:lnTo>
                  <a:lnTo>
                    <a:pt x="52" y="46"/>
                  </a:lnTo>
                  <a:lnTo>
                    <a:pt x="56" y="42"/>
                  </a:lnTo>
                  <a:lnTo>
                    <a:pt x="56" y="42"/>
                  </a:lnTo>
                  <a:lnTo>
                    <a:pt x="58" y="36"/>
                  </a:lnTo>
                  <a:lnTo>
                    <a:pt x="58" y="30"/>
                  </a:lnTo>
                  <a:lnTo>
                    <a:pt x="58" y="18"/>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07" name="Freeform 133"/>
            <p:cNvSpPr>
              <a:spLocks/>
            </p:cNvSpPr>
            <p:nvPr userDrawn="1"/>
          </p:nvSpPr>
          <p:spPr bwMode="auto">
            <a:xfrm>
              <a:off x="3176588" y="3160713"/>
              <a:ext cx="92075" cy="92075"/>
            </a:xfrm>
            <a:custGeom>
              <a:avLst/>
              <a:gdLst>
                <a:gd name="T0" fmla="*/ 42 w 58"/>
                <a:gd name="T1" fmla="*/ 2 h 58"/>
                <a:gd name="T2" fmla="*/ 42 w 58"/>
                <a:gd name="T3" fmla="*/ 2 h 58"/>
                <a:gd name="T4" fmla="*/ 36 w 58"/>
                <a:gd name="T5" fmla="*/ 0 h 58"/>
                <a:gd name="T6" fmla="*/ 32 w 58"/>
                <a:gd name="T7" fmla="*/ 0 h 58"/>
                <a:gd name="T8" fmla="*/ 20 w 58"/>
                <a:gd name="T9" fmla="*/ 0 h 58"/>
                <a:gd name="T10" fmla="*/ 10 w 58"/>
                <a:gd name="T11" fmla="*/ 6 h 58"/>
                <a:gd name="T12" fmla="*/ 6 w 58"/>
                <a:gd name="T13" fmla="*/ 10 h 58"/>
                <a:gd name="T14" fmla="*/ 4 w 58"/>
                <a:gd name="T15" fmla="*/ 16 h 58"/>
                <a:gd name="T16" fmla="*/ 4 w 58"/>
                <a:gd name="T17" fmla="*/ 16 h 58"/>
                <a:gd name="T18" fmla="*/ 2 w 58"/>
                <a:gd name="T19" fmla="*/ 22 h 58"/>
                <a:gd name="T20" fmla="*/ 0 w 58"/>
                <a:gd name="T21" fmla="*/ 28 h 58"/>
                <a:gd name="T22" fmla="*/ 2 w 58"/>
                <a:gd name="T23" fmla="*/ 38 h 58"/>
                <a:gd name="T24" fmla="*/ 8 w 58"/>
                <a:gd name="T25" fmla="*/ 48 h 58"/>
                <a:gd name="T26" fmla="*/ 12 w 58"/>
                <a:gd name="T27" fmla="*/ 52 h 58"/>
                <a:gd name="T28" fmla="*/ 16 w 58"/>
                <a:gd name="T29" fmla="*/ 56 h 58"/>
                <a:gd name="T30" fmla="*/ 16 w 58"/>
                <a:gd name="T31" fmla="*/ 56 h 58"/>
                <a:gd name="T32" fmla="*/ 22 w 58"/>
                <a:gd name="T33" fmla="*/ 58 h 58"/>
                <a:gd name="T34" fmla="*/ 28 w 58"/>
                <a:gd name="T35" fmla="*/ 58 h 58"/>
                <a:gd name="T36" fmla="*/ 40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8 w 58"/>
                <a:gd name="T51" fmla="*/ 18 h 58"/>
                <a:gd name="T52" fmla="*/ 52 w 58"/>
                <a:gd name="T53" fmla="*/ 10 h 58"/>
                <a:gd name="T54" fmla="*/ 48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2" y="0"/>
                  </a:lnTo>
                  <a:lnTo>
                    <a:pt x="20" y="0"/>
                  </a:lnTo>
                  <a:lnTo>
                    <a:pt x="10" y="6"/>
                  </a:lnTo>
                  <a:lnTo>
                    <a:pt x="6" y="10"/>
                  </a:lnTo>
                  <a:lnTo>
                    <a:pt x="4" y="16"/>
                  </a:lnTo>
                  <a:lnTo>
                    <a:pt x="4" y="16"/>
                  </a:lnTo>
                  <a:lnTo>
                    <a:pt x="2" y="22"/>
                  </a:lnTo>
                  <a:lnTo>
                    <a:pt x="0" y="28"/>
                  </a:lnTo>
                  <a:lnTo>
                    <a:pt x="2" y="38"/>
                  </a:lnTo>
                  <a:lnTo>
                    <a:pt x="8" y="48"/>
                  </a:lnTo>
                  <a:lnTo>
                    <a:pt x="12" y="52"/>
                  </a:lnTo>
                  <a:lnTo>
                    <a:pt x="16" y="56"/>
                  </a:lnTo>
                  <a:lnTo>
                    <a:pt x="16" y="56"/>
                  </a:lnTo>
                  <a:lnTo>
                    <a:pt x="22" y="58"/>
                  </a:lnTo>
                  <a:lnTo>
                    <a:pt x="28" y="58"/>
                  </a:lnTo>
                  <a:lnTo>
                    <a:pt x="40" y="56"/>
                  </a:lnTo>
                  <a:lnTo>
                    <a:pt x="48" y="50"/>
                  </a:lnTo>
                  <a:lnTo>
                    <a:pt x="52" y="46"/>
                  </a:lnTo>
                  <a:lnTo>
                    <a:pt x="56" y="42"/>
                  </a:lnTo>
                  <a:lnTo>
                    <a:pt x="56" y="42"/>
                  </a:lnTo>
                  <a:lnTo>
                    <a:pt x="58" y="36"/>
                  </a:lnTo>
                  <a:lnTo>
                    <a:pt x="58" y="30"/>
                  </a:lnTo>
                  <a:lnTo>
                    <a:pt x="58" y="18"/>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08" name="Freeform 134"/>
            <p:cNvSpPr>
              <a:spLocks/>
            </p:cNvSpPr>
            <p:nvPr userDrawn="1"/>
          </p:nvSpPr>
          <p:spPr bwMode="auto">
            <a:xfrm>
              <a:off x="4468813" y="3062288"/>
              <a:ext cx="92075" cy="95250"/>
            </a:xfrm>
            <a:custGeom>
              <a:avLst/>
              <a:gdLst>
                <a:gd name="T0" fmla="*/ 42 w 58"/>
                <a:gd name="T1" fmla="*/ 4 h 60"/>
                <a:gd name="T2" fmla="*/ 42 w 58"/>
                <a:gd name="T3" fmla="*/ 4 h 60"/>
                <a:gd name="T4" fmla="*/ 36 w 58"/>
                <a:gd name="T5" fmla="*/ 2 h 60"/>
                <a:gd name="T6" fmla="*/ 30 w 58"/>
                <a:gd name="T7" fmla="*/ 0 h 60"/>
                <a:gd name="T8" fmla="*/ 18 w 58"/>
                <a:gd name="T9" fmla="*/ 2 h 60"/>
                <a:gd name="T10" fmla="*/ 10 w 58"/>
                <a:gd name="T11" fmla="*/ 8 h 60"/>
                <a:gd name="T12" fmla="*/ 6 w 58"/>
                <a:gd name="T13" fmla="*/ 12 h 60"/>
                <a:gd name="T14" fmla="*/ 2 w 58"/>
                <a:gd name="T15" fmla="*/ 18 h 60"/>
                <a:gd name="T16" fmla="*/ 2 w 58"/>
                <a:gd name="T17" fmla="*/ 18 h 60"/>
                <a:gd name="T18" fmla="*/ 0 w 58"/>
                <a:gd name="T19" fmla="*/ 22 h 60"/>
                <a:gd name="T20" fmla="*/ 0 w 58"/>
                <a:gd name="T21" fmla="*/ 28 h 60"/>
                <a:gd name="T22" fmla="*/ 0 w 58"/>
                <a:gd name="T23" fmla="*/ 40 h 60"/>
                <a:gd name="T24" fmla="*/ 6 w 58"/>
                <a:gd name="T25" fmla="*/ 50 h 60"/>
                <a:gd name="T26" fmla="*/ 10 w 58"/>
                <a:gd name="T27" fmla="*/ 54 h 60"/>
                <a:gd name="T28" fmla="*/ 16 w 58"/>
                <a:gd name="T29" fmla="*/ 56 h 60"/>
                <a:gd name="T30" fmla="*/ 16 w 58"/>
                <a:gd name="T31" fmla="*/ 56 h 60"/>
                <a:gd name="T32" fmla="*/ 22 w 58"/>
                <a:gd name="T33" fmla="*/ 58 h 60"/>
                <a:gd name="T34" fmla="*/ 28 w 58"/>
                <a:gd name="T35" fmla="*/ 60 h 60"/>
                <a:gd name="T36" fmla="*/ 38 w 58"/>
                <a:gd name="T37" fmla="*/ 58 h 60"/>
                <a:gd name="T38" fmla="*/ 48 w 58"/>
                <a:gd name="T39" fmla="*/ 52 h 60"/>
                <a:gd name="T40" fmla="*/ 52 w 58"/>
                <a:gd name="T41" fmla="*/ 48 h 60"/>
                <a:gd name="T42" fmla="*/ 56 w 58"/>
                <a:gd name="T43" fmla="*/ 42 h 60"/>
                <a:gd name="T44" fmla="*/ 56 w 58"/>
                <a:gd name="T45" fmla="*/ 42 h 60"/>
                <a:gd name="T46" fmla="*/ 58 w 58"/>
                <a:gd name="T47" fmla="*/ 38 h 60"/>
                <a:gd name="T48" fmla="*/ 58 w 58"/>
                <a:gd name="T49" fmla="*/ 32 h 60"/>
                <a:gd name="T50" fmla="*/ 56 w 58"/>
                <a:gd name="T51" fmla="*/ 20 h 60"/>
                <a:gd name="T52" fmla="*/ 50 w 58"/>
                <a:gd name="T53" fmla="*/ 10 h 60"/>
                <a:gd name="T54" fmla="*/ 46 w 58"/>
                <a:gd name="T55" fmla="*/ 6 h 60"/>
                <a:gd name="T56" fmla="*/ 42 w 58"/>
                <a:gd name="T57" fmla="*/ 4 h 60"/>
                <a:gd name="T58" fmla="*/ 42 w 58"/>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42" y="4"/>
                  </a:moveTo>
                  <a:lnTo>
                    <a:pt x="42" y="4"/>
                  </a:lnTo>
                  <a:lnTo>
                    <a:pt x="36" y="2"/>
                  </a:lnTo>
                  <a:lnTo>
                    <a:pt x="30" y="0"/>
                  </a:lnTo>
                  <a:lnTo>
                    <a:pt x="18" y="2"/>
                  </a:lnTo>
                  <a:lnTo>
                    <a:pt x="10" y="8"/>
                  </a:lnTo>
                  <a:lnTo>
                    <a:pt x="6" y="12"/>
                  </a:lnTo>
                  <a:lnTo>
                    <a:pt x="2" y="18"/>
                  </a:lnTo>
                  <a:lnTo>
                    <a:pt x="2" y="18"/>
                  </a:lnTo>
                  <a:lnTo>
                    <a:pt x="0" y="22"/>
                  </a:lnTo>
                  <a:lnTo>
                    <a:pt x="0" y="28"/>
                  </a:lnTo>
                  <a:lnTo>
                    <a:pt x="0" y="40"/>
                  </a:lnTo>
                  <a:lnTo>
                    <a:pt x="6" y="50"/>
                  </a:lnTo>
                  <a:lnTo>
                    <a:pt x="10" y="54"/>
                  </a:lnTo>
                  <a:lnTo>
                    <a:pt x="16" y="56"/>
                  </a:lnTo>
                  <a:lnTo>
                    <a:pt x="16" y="56"/>
                  </a:lnTo>
                  <a:lnTo>
                    <a:pt x="22" y="58"/>
                  </a:lnTo>
                  <a:lnTo>
                    <a:pt x="28" y="60"/>
                  </a:lnTo>
                  <a:lnTo>
                    <a:pt x="38" y="58"/>
                  </a:lnTo>
                  <a:lnTo>
                    <a:pt x="48" y="52"/>
                  </a:lnTo>
                  <a:lnTo>
                    <a:pt x="52" y="48"/>
                  </a:lnTo>
                  <a:lnTo>
                    <a:pt x="56" y="42"/>
                  </a:lnTo>
                  <a:lnTo>
                    <a:pt x="56" y="42"/>
                  </a:lnTo>
                  <a:lnTo>
                    <a:pt x="58" y="38"/>
                  </a:lnTo>
                  <a:lnTo>
                    <a:pt x="58" y="32"/>
                  </a:lnTo>
                  <a:lnTo>
                    <a:pt x="56" y="20"/>
                  </a:lnTo>
                  <a:lnTo>
                    <a:pt x="50" y="10"/>
                  </a:lnTo>
                  <a:lnTo>
                    <a:pt x="46"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39" name="Freeform 135"/>
            <p:cNvSpPr>
              <a:spLocks/>
            </p:cNvSpPr>
            <p:nvPr userDrawn="1"/>
          </p:nvSpPr>
          <p:spPr bwMode="auto">
            <a:xfrm>
              <a:off x="4103688" y="2528888"/>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2 h 58"/>
                <a:gd name="T10" fmla="*/ 10 w 58"/>
                <a:gd name="T11" fmla="*/ 8 h 58"/>
                <a:gd name="T12" fmla="*/ 6 w 58"/>
                <a:gd name="T13" fmla="*/ 12 h 58"/>
                <a:gd name="T14" fmla="*/ 2 w 58"/>
                <a:gd name="T15" fmla="*/ 16 h 58"/>
                <a:gd name="T16" fmla="*/ 2 w 58"/>
                <a:gd name="T17" fmla="*/ 16 h 58"/>
                <a:gd name="T18" fmla="*/ 0 w 58"/>
                <a:gd name="T19" fmla="*/ 22 h 58"/>
                <a:gd name="T20" fmla="*/ 0 w 58"/>
                <a:gd name="T21" fmla="*/ 28 h 58"/>
                <a:gd name="T22" fmla="*/ 2 w 58"/>
                <a:gd name="T23" fmla="*/ 38 h 58"/>
                <a:gd name="T24" fmla="*/ 8 w 58"/>
                <a:gd name="T25" fmla="*/ 48 h 58"/>
                <a:gd name="T26" fmla="*/ 12 w 58"/>
                <a:gd name="T27" fmla="*/ 52 h 58"/>
                <a:gd name="T28" fmla="*/ 16 w 58"/>
                <a:gd name="T29" fmla="*/ 56 h 58"/>
                <a:gd name="T30" fmla="*/ 16 w 58"/>
                <a:gd name="T31" fmla="*/ 56 h 58"/>
                <a:gd name="T32" fmla="*/ 22 w 58"/>
                <a:gd name="T33" fmla="*/ 58 h 58"/>
                <a:gd name="T34" fmla="*/ 28 w 58"/>
                <a:gd name="T35" fmla="*/ 58 h 58"/>
                <a:gd name="T36" fmla="*/ 38 w 58"/>
                <a:gd name="T37" fmla="*/ 56 h 58"/>
                <a:gd name="T38" fmla="*/ 48 w 58"/>
                <a:gd name="T39" fmla="*/ 52 h 58"/>
                <a:gd name="T40" fmla="*/ 52 w 58"/>
                <a:gd name="T41" fmla="*/ 48 h 58"/>
                <a:gd name="T42" fmla="*/ 56 w 58"/>
                <a:gd name="T43" fmla="*/ 42 h 58"/>
                <a:gd name="T44" fmla="*/ 56 w 58"/>
                <a:gd name="T45" fmla="*/ 42 h 58"/>
                <a:gd name="T46" fmla="*/ 58 w 58"/>
                <a:gd name="T47" fmla="*/ 36 h 58"/>
                <a:gd name="T48" fmla="*/ 58 w 58"/>
                <a:gd name="T49" fmla="*/ 30 h 58"/>
                <a:gd name="T50" fmla="*/ 56 w 58"/>
                <a:gd name="T51" fmla="*/ 20 h 58"/>
                <a:gd name="T52" fmla="*/ 52 w 58"/>
                <a:gd name="T53" fmla="*/ 10 h 58"/>
                <a:gd name="T54" fmla="*/ 48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2"/>
                  </a:lnTo>
                  <a:lnTo>
                    <a:pt x="10" y="8"/>
                  </a:lnTo>
                  <a:lnTo>
                    <a:pt x="6" y="12"/>
                  </a:lnTo>
                  <a:lnTo>
                    <a:pt x="2" y="16"/>
                  </a:lnTo>
                  <a:lnTo>
                    <a:pt x="2" y="16"/>
                  </a:lnTo>
                  <a:lnTo>
                    <a:pt x="0" y="22"/>
                  </a:lnTo>
                  <a:lnTo>
                    <a:pt x="0" y="28"/>
                  </a:lnTo>
                  <a:lnTo>
                    <a:pt x="2" y="38"/>
                  </a:lnTo>
                  <a:lnTo>
                    <a:pt x="8" y="48"/>
                  </a:lnTo>
                  <a:lnTo>
                    <a:pt x="12" y="52"/>
                  </a:lnTo>
                  <a:lnTo>
                    <a:pt x="16" y="56"/>
                  </a:lnTo>
                  <a:lnTo>
                    <a:pt x="16" y="56"/>
                  </a:lnTo>
                  <a:lnTo>
                    <a:pt x="22" y="58"/>
                  </a:lnTo>
                  <a:lnTo>
                    <a:pt x="28" y="58"/>
                  </a:lnTo>
                  <a:lnTo>
                    <a:pt x="38" y="56"/>
                  </a:lnTo>
                  <a:lnTo>
                    <a:pt x="48" y="52"/>
                  </a:lnTo>
                  <a:lnTo>
                    <a:pt x="52" y="48"/>
                  </a:lnTo>
                  <a:lnTo>
                    <a:pt x="56" y="42"/>
                  </a:lnTo>
                  <a:lnTo>
                    <a:pt x="56" y="42"/>
                  </a:lnTo>
                  <a:lnTo>
                    <a:pt x="58" y="36"/>
                  </a:lnTo>
                  <a:lnTo>
                    <a:pt x="58" y="30"/>
                  </a:lnTo>
                  <a:lnTo>
                    <a:pt x="56" y="20"/>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40" name="Freeform 136"/>
            <p:cNvSpPr>
              <a:spLocks/>
            </p:cNvSpPr>
            <p:nvPr userDrawn="1"/>
          </p:nvSpPr>
          <p:spPr bwMode="auto">
            <a:xfrm>
              <a:off x="3459163" y="2576513"/>
              <a:ext cx="92075" cy="92075"/>
            </a:xfrm>
            <a:custGeom>
              <a:avLst/>
              <a:gdLst>
                <a:gd name="T0" fmla="*/ 42 w 58"/>
                <a:gd name="T1" fmla="*/ 2 h 58"/>
                <a:gd name="T2" fmla="*/ 42 w 58"/>
                <a:gd name="T3" fmla="*/ 2 h 58"/>
                <a:gd name="T4" fmla="*/ 36 w 58"/>
                <a:gd name="T5" fmla="*/ 0 h 58"/>
                <a:gd name="T6" fmla="*/ 30 w 58"/>
                <a:gd name="T7" fmla="*/ 0 h 58"/>
                <a:gd name="T8" fmla="*/ 18 w 58"/>
                <a:gd name="T9" fmla="*/ 2 h 58"/>
                <a:gd name="T10" fmla="*/ 10 w 58"/>
                <a:gd name="T11" fmla="*/ 8 h 58"/>
                <a:gd name="T12" fmla="*/ 6 w 58"/>
                <a:gd name="T13" fmla="*/ 12 h 58"/>
                <a:gd name="T14" fmla="*/ 2 w 58"/>
                <a:gd name="T15" fmla="*/ 16 h 58"/>
                <a:gd name="T16" fmla="*/ 2 w 58"/>
                <a:gd name="T17" fmla="*/ 16 h 58"/>
                <a:gd name="T18" fmla="*/ 0 w 58"/>
                <a:gd name="T19" fmla="*/ 22 h 58"/>
                <a:gd name="T20" fmla="*/ 0 w 58"/>
                <a:gd name="T21" fmla="*/ 28 h 58"/>
                <a:gd name="T22" fmla="*/ 0 w 58"/>
                <a:gd name="T23" fmla="*/ 40 h 58"/>
                <a:gd name="T24" fmla="*/ 6 w 58"/>
                <a:gd name="T25" fmla="*/ 48 h 58"/>
                <a:gd name="T26" fmla="*/ 10 w 58"/>
                <a:gd name="T27" fmla="*/ 52 h 58"/>
                <a:gd name="T28" fmla="*/ 16 w 58"/>
                <a:gd name="T29" fmla="*/ 56 h 58"/>
                <a:gd name="T30" fmla="*/ 16 w 58"/>
                <a:gd name="T31" fmla="*/ 56 h 58"/>
                <a:gd name="T32" fmla="*/ 22 w 58"/>
                <a:gd name="T33" fmla="*/ 58 h 58"/>
                <a:gd name="T34" fmla="*/ 28 w 58"/>
                <a:gd name="T35" fmla="*/ 58 h 58"/>
                <a:gd name="T36" fmla="*/ 38 w 58"/>
                <a:gd name="T37" fmla="*/ 58 h 58"/>
                <a:gd name="T38" fmla="*/ 48 w 58"/>
                <a:gd name="T39" fmla="*/ 52 h 58"/>
                <a:gd name="T40" fmla="*/ 52 w 58"/>
                <a:gd name="T41" fmla="*/ 48 h 58"/>
                <a:gd name="T42" fmla="*/ 56 w 58"/>
                <a:gd name="T43" fmla="*/ 42 h 58"/>
                <a:gd name="T44" fmla="*/ 56 w 58"/>
                <a:gd name="T45" fmla="*/ 42 h 58"/>
                <a:gd name="T46" fmla="*/ 58 w 58"/>
                <a:gd name="T47" fmla="*/ 36 h 58"/>
                <a:gd name="T48" fmla="*/ 58 w 58"/>
                <a:gd name="T49" fmla="*/ 30 h 58"/>
                <a:gd name="T50" fmla="*/ 56 w 58"/>
                <a:gd name="T51" fmla="*/ 20 h 58"/>
                <a:gd name="T52" fmla="*/ 50 w 58"/>
                <a:gd name="T53" fmla="*/ 10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18" y="2"/>
                  </a:lnTo>
                  <a:lnTo>
                    <a:pt x="10" y="8"/>
                  </a:lnTo>
                  <a:lnTo>
                    <a:pt x="6" y="12"/>
                  </a:lnTo>
                  <a:lnTo>
                    <a:pt x="2" y="16"/>
                  </a:lnTo>
                  <a:lnTo>
                    <a:pt x="2" y="16"/>
                  </a:lnTo>
                  <a:lnTo>
                    <a:pt x="0" y="22"/>
                  </a:lnTo>
                  <a:lnTo>
                    <a:pt x="0" y="28"/>
                  </a:lnTo>
                  <a:lnTo>
                    <a:pt x="0" y="40"/>
                  </a:lnTo>
                  <a:lnTo>
                    <a:pt x="6" y="48"/>
                  </a:lnTo>
                  <a:lnTo>
                    <a:pt x="10" y="52"/>
                  </a:lnTo>
                  <a:lnTo>
                    <a:pt x="16" y="56"/>
                  </a:lnTo>
                  <a:lnTo>
                    <a:pt x="16" y="56"/>
                  </a:lnTo>
                  <a:lnTo>
                    <a:pt x="22" y="58"/>
                  </a:lnTo>
                  <a:lnTo>
                    <a:pt x="28" y="58"/>
                  </a:lnTo>
                  <a:lnTo>
                    <a:pt x="38" y="58"/>
                  </a:lnTo>
                  <a:lnTo>
                    <a:pt x="48" y="52"/>
                  </a:lnTo>
                  <a:lnTo>
                    <a:pt x="52" y="48"/>
                  </a:lnTo>
                  <a:lnTo>
                    <a:pt x="56" y="42"/>
                  </a:lnTo>
                  <a:lnTo>
                    <a:pt x="56" y="42"/>
                  </a:lnTo>
                  <a:lnTo>
                    <a:pt x="58" y="36"/>
                  </a:lnTo>
                  <a:lnTo>
                    <a:pt x="58" y="30"/>
                  </a:lnTo>
                  <a:lnTo>
                    <a:pt x="56" y="20"/>
                  </a:lnTo>
                  <a:lnTo>
                    <a:pt x="50" y="10"/>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41" name="Freeform 137"/>
            <p:cNvSpPr>
              <a:spLocks/>
            </p:cNvSpPr>
            <p:nvPr userDrawn="1"/>
          </p:nvSpPr>
          <p:spPr bwMode="auto">
            <a:xfrm>
              <a:off x="3176588" y="3160713"/>
              <a:ext cx="92075" cy="92075"/>
            </a:xfrm>
            <a:custGeom>
              <a:avLst/>
              <a:gdLst>
                <a:gd name="T0" fmla="*/ 42 w 58"/>
                <a:gd name="T1" fmla="*/ 2 h 58"/>
                <a:gd name="T2" fmla="*/ 42 w 58"/>
                <a:gd name="T3" fmla="*/ 2 h 58"/>
                <a:gd name="T4" fmla="*/ 36 w 58"/>
                <a:gd name="T5" fmla="*/ 0 h 58"/>
                <a:gd name="T6" fmla="*/ 32 w 58"/>
                <a:gd name="T7" fmla="*/ 0 h 58"/>
                <a:gd name="T8" fmla="*/ 20 w 58"/>
                <a:gd name="T9" fmla="*/ 0 h 58"/>
                <a:gd name="T10" fmla="*/ 10 w 58"/>
                <a:gd name="T11" fmla="*/ 6 h 58"/>
                <a:gd name="T12" fmla="*/ 6 w 58"/>
                <a:gd name="T13" fmla="*/ 10 h 58"/>
                <a:gd name="T14" fmla="*/ 4 w 58"/>
                <a:gd name="T15" fmla="*/ 16 h 58"/>
                <a:gd name="T16" fmla="*/ 4 w 58"/>
                <a:gd name="T17" fmla="*/ 16 h 58"/>
                <a:gd name="T18" fmla="*/ 2 w 58"/>
                <a:gd name="T19" fmla="*/ 22 h 58"/>
                <a:gd name="T20" fmla="*/ 0 w 58"/>
                <a:gd name="T21" fmla="*/ 28 h 58"/>
                <a:gd name="T22" fmla="*/ 2 w 58"/>
                <a:gd name="T23" fmla="*/ 38 h 58"/>
                <a:gd name="T24" fmla="*/ 8 w 58"/>
                <a:gd name="T25" fmla="*/ 48 h 58"/>
                <a:gd name="T26" fmla="*/ 12 w 58"/>
                <a:gd name="T27" fmla="*/ 52 h 58"/>
                <a:gd name="T28" fmla="*/ 16 w 58"/>
                <a:gd name="T29" fmla="*/ 56 h 58"/>
                <a:gd name="T30" fmla="*/ 16 w 58"/>
                <a:gd name="T31" fmla="*/ 56 h 58"/>
                <a:gd name="T32" fmla="*/ 22 w 58"/>
                <a:gd name="T33" fmla="*/ 58 h 58"/>
                <a:gd name="T34" fmla="*/ 28 w 58"/>
                <a:gd name="T35" fmla="*/ 58 h 58"/>
                <a:gd name="T36" fmla="*/ 40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8 w 58"/>
                <a:gd name="T51" fmla="*/ 18 h 58"/>
                <a:gd name="T52" fmla="*/ 52 w 58"/>
                <a:gd name="T53" fmla="*/ 10 h 58"/>
                <a:gd name="T54" fmla="*/ 48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2" y="0"/>
                  </a:lnTo>
                  <a:lnTo>
                    <a:pt x="20" y="0"/>
                  </a:lnTo>
                  <a:lnTo>
                    <a:pt x="10" y="6"/>
                  </a:lnTo>
                  <a:lnTo>
                    <a:pt x="6" y="10"/>
                  </a:lnTo>
                  <a:lnTo>
                    <a:pt x="4" y="16"/>
                  </a:lnTo>
                  <a:lnTo>
                    <a:pt x="4" y="16"/>
                  </a:lnTo>
                  <a:lnTo>
                    <a:pt x="2" y="22"/>
                  </a:lnTo>
                  <a:lnTo>
                    <a:pt x="0" y="28"/>
                  </a:lnTo>
                  <a:lnTo>
                    <a:pt x="2" y="38"/>
                  </a:lnTo>
                  <a:lnTo>
                    <a:pt x="8" y="48"/>
                  </a:lnTo>
                  <a:lnTo>
                    <a:pt x="12" y="52"/>
                  </a:lnTo>
                  <a:lnTo>
                    <a:pt x="16" y="56"/>
                  </a:lnTo>
                  <a:lnTo>
                    <a:pt x="16" y="56"/>
                  </a:lnTo>
                  <a:lnTo>
                    <a:pt x="22" y="58"/>
                  </a:lnTo>
                  <a:lnTo>
                    <a:pt x="28" y="58"/>
                  </a:lnTo>
                  <a:lnTo>
                    <a:pt x="40" y="56"/>
                  </a:lnTo>
                  <a:lnTo>
                    <a:pt x="48" y="50"/>
                  </a:lnTo>
                  <a:lnTo>
                    <a:pt x="52" y="46"/>
                  </a:lnTo>
                  <a:lnTo>
                    <a:pt x="56" y="42"/>
                  </a:lnTo>
                  <a:lnTo>
                    <a:pt x="56" y="42"/>
                  </a:lnTo>
                  <a:lnTo>
                    <a:pt x="58" y="36"/>
                  </a:lnTo>
                  <a:lnTo>
                    <a:pt x="58" y="30"/>
                  </a:lnTo>
                  <a:lnTo>
                    <a:pt x="58" y="18"/>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42" name="Freeform 138"/>
            <p:cNvSpPr>
              <a:spLocks/>
            </p:cNvSpPr>
            <p:nvPr userDrawn="1"/>
          </p:nvSpPr>
          <p:spPr bwMode="auto">
            <a:xfrm>
              <a:off x="3541713" y="3694113"/>
              <a:ext cx="92075" cy="92075"/>
            </a:xfrm>
            <a:custGeom>
              <a:avLst/>
              <a:gdLst>
                <a:gd name="T0" fmla="*/ 42 w 58"/>
                <a:gd name="T1" fmla="*/ 4 h 58"/>
                <a:gd name="T2" fmla="*/ 42 w 58"/>
                <a:gd name="T3" fmla="*/ 4 h 58"/>
                <a:gd name="T4" fmla="*/ 36 w 58"/>
                <a:gd name="T5" fmla="*/ 2 h 58"/>
                <a:gd name="T6" fmla="*/ 30 w 58"/>
                <a:gd name="T7" fmla="*/ 0 h 58"/>
                <a:gd name="T8" fmla="*/ 20 w 58"/>
                <a:gd name="T9" fmla="*/ 2 h 58"/>
                <a:gd name="T10" fmla="*/ 10 w 58"/>
                <a:gd name="T11" fmla="*/ 8 h 58"/>
                <a:gd name="T12" fmla="*/ 6 w 58"/>
                <a:gd name="T13" fmla="*/ 12 h 58"/>
                <a:gd name="T14" fmla="*/ 2 w 58"/>
                <a:gd name="T15" fmla="*/ 16 h 58"/>
                <a:gd name="T16" fmla="*/ 2 w 58"/>
                <a:gd name="T17" fmla="*/ 16 h 58"/>
                <a:gd name="T18" fmla="*/ 0 w 58"/>
                <a:gd name="T19" fmla="*/ 22 h 58"/>
                <a:gd name="T20" fmla="*/ 0 w 58"/>
                <a:gd name="T21" fmla="*/ 28 h 58"/>
                <a:gd name="T22" fmla="*/ 2 w 58"/>
                <a:gd name="T23" fmla="*/ 40 h 58"/>
                <a:gd name="T24" fmla="*/ 6 w 58"/>
                <a:gd name="T25" fmla="*/ 50 h 58"/>
                <a:gd name="T26" fmla="*/ 12 w 58"/>
                <a:gd name="T27" fmla="*/ 52 h 58"/>
                <a:gd name="T28" fmla="*/ 16 w 58"/>
                <a:gd name="T29" fmla="*/ 56 h 58"/>
                <a:gd name="T30" fmla="*/ 16 w 58"/>
                <a:gd name="T31" fmla="*/ 56 h 58"/>
                <a:gd name="T32" fmla="*/ 22 w 58"/>
                <a:gd name="T33" fmla="*/ 58 h 58"/>
                <a:gd name="T34" fmla="*/ 28 w 58"/>
                <a:gd name="T35" fmla="*/ 58 h 58"/>
                <a:gd name="T36" fmla="*/ 38 w 58"/>
                <a:gd name="T37" fmla="*/ 58 h 58"/>
                <a:gd name="T38" fmla="*/ 48 w 58"/>
                <a:gd name="T39" fmla="*/ 52 h 58"/>
                <a:gd name="T40" fmla="*/ 52 w 58"/>
                <a:gd name="T41" fmla="*/ 48 h 58"/>
                <a:gd name="T42" fmla="*/ 56 w 58"/>
                <a:gd name="T43" fmla="*/ 42 h 58"/>
                <a:gd name="T44" fmla="*/ 56 w 58"/>
                <a:gd name="T45" fmla="*/ 42 h 58"/>
                <a:gd name="T46" fmla="*/ 58 w 58"/>
                <a:gd name="T47" fmla="*/ 36 h 58"/>
                <a:gd name="T48" fmla="*/ 58 w 58"/>
                <a:gd name="T49" fmla="*/ 32 h 58"/>
                <a:gd name="T50" fmla="*/ 56 w 58"/>
                <a:gd name="T51" fmla="*/ 20 h 58"/>
                <a:gd name="T52" fmla="*/ 52 w 58"/>
                <a:gd name="T53" fmla="*/ 10 h 58"/>
                <a:gd name="T54" fmla="*/ 46 w 58"/>
                <a:gd name="T55" fmla="*/ 6 h 58"/>
                <a:gd name="T56" fmla="*/ 42 w 58"/>
                <a:gd name="T57" fmla="*/ 4 h 58"/>
                <a:gd name="T58" fmla="*/ 42 w 58"/>
                <a:gd name="T59"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4"/>
                  </a:moveTo>
                  <a:lnTo>
                    <a:pt x="42" y="4"/>
                  </a:lnTo>
                  <a:lnTo>
                    <a:pt x="36" y="2"/>
                  </a:lnTo>
                  <a:lnTo>
                    <a:pt x="30" y="0"/>
                  </a:lnTo>
                  <a:lnTo>
                    <a:pt x="20" y="2"/>
                  </a:lnTo>
                  <a:lnTo>
                    <a:pt x="10" y="8"/>
                  </a:lnTo>
                  <a:lnTo>
                    <a:pt x="6" y="12"/>
                  </a:lnTo>
                  <a:lnTo>
                    <a:pt x="2" y="16"/>
                  </a:lnTo>
                  <a:lnTo>
                    <a:pt x="2" y="16"/>
                  </a:lnTo>
                  <a:lnTo>
                    <a:pt x="0" y="22"/>
                  </a:lnTo>
                  <a:lnTo>
                    <a:pt x="0" y="28"/>
                  </a:lnTo>
                  <a:lnTo>
                    <a:pt x="2" y="40"/>
                  </a:lnTo>
                  <a:lnTo>
                    <a:pt x="6" y="50"/>
                  </a:lnTo>
                  <a:lnTo>
                    <a:pt x="12" y="52"/>
                  </a:lnTo>
                  <a:lnTo>
                    <a:pt x="16" y="56"/>
                  </a:lnTo>
                  <a:lnTo>
                    <a:pt x="16" y="56"/>
                  </a:lnTo>
                  <a:lnTo>
                    <a:pt x="22" y="58"/>
                  </a:lnTo>
                  <a:lnTo>
                    <a:pt x="28" y="58"/>
                  </a:lnTo>
                  <a:lnTo>
                    <a:pt x="38" y="58"/>
                  </a:lnTo>
                  <a:lnTo>
                    <a:pt x="48" y="52"/>
                  </a:lnTo>
                  <a:lnTo>
                    <a:pt x="52" y="48"/>
                  </a:lnTo>
                  <a:lnTo>
                    <a:pt x="56" y="42"/>
                  </a:lnTo>
                  <a:lnTo>
                    <a:pt x="56" y="42"/>
                  </a:lnTo>
                  <a:lnTo>
                    <a:pt x="58" y="36"/>
                  </a:lnTo>
                  <a:lnTo>
                    <a:pt x="58" y="32"/>
                  </a:lnTo>
                  <a:lnTo>
                    <a:pt x="56" y="20"/>
                  </a:lnTo>
                  <a:lnTo>
                    <a:pt x="52" y="10"/>
                  </a:lnTo>
                  <a:lnTo>
                    <a:pt x="46"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43" name="Freeform 139"/>
            <p:cNvSpPr>
              <a:spLocks/>
            </p:cNvSpPr>
            <p:nvPr userDrawn="1"/>
          </p:nvSpPr>
          <p:spPr bwMode="auto">
            <a:xfrm>
              <a:off x="4186238" y="3646488"/>
              <a:ext cx="92075" cy="92075"/>
            </a:xfrm>
            <a:custGeom>
              <a:avLst/>
              <a:gdLst>
                <a:gd name="T0" fmla="*/ 42 w 58"/>
                <a:gd name="T1" fmla="*/ 2 h 58"/>
                <a:gd name="T2" fmla="*/ 42 w 58"/>
                <a:gd name="T3" fmla="*/ 2 h 58"/>
                <a:gd name="T4" fmla="*/ 36 w 58"/>
                <a:gd name="T5" fmla="*/ 0 h 58"/>
                <a:gd name="T6" fmla="*/ 32 w 58"/>
                <a:gd name="T7" fmla="*/ 0 h 58"/>
                <a:gd name="T8" fmla="*/ 20 w 58"/>
                <a:gd name="T9" fmla="*/ 2 h 58"/>
                <a:gd name="T10" fmla="*/ 10 w 58"/>
                <a:gd name="T11" fmla="*/ 8 h 58"/>
                <a:gd name="T12" fmla="*/ 6 w 58"/>
                <a:gd name="T13" fmla="*/ 12 h 58"/>
                <a:gd name="T14" fmla="*/ 4 w 58"/>
                <a:gd name="T15" fmla="*/ 16 h 58"/>
                <a:gd name="T16" fmla="*/ 4 w 58"/>
                <a:gd name="T17" fmla="*/ 16 h 58"/>
                <a:gd name="T18" fmla="*/ 2 w 58"/>
                <a:gd name="T19" fmla="*/ 22 h 58"/>
                <a:gd name="T20" fmla="*/ 0 w 58"/>
                <a:gd name="T21" fmla="*/ 28 h 58"/>
                <a:gd name="T22" fmla="*/ 2 w 58"/>
                <a:gd name="T23" fmla="*/ 40 h 58"/>
                <a:gd name="T24" fmla="*/ 8 w 58"/>
                <a:gd name="T25" fmla="*/ 48 h 58"/>
                <a:gd name="T26" fmla="*/ 12 w 58"/>
                <a:gd name="T27" fmla="*/ 52 h 58"/>
                <a:gd name="T28" fmla="*/ 16 w 58"/>
                <a:gd name="T29" fmla="*/ 56 h 58"/>
                <a:gd name="T30" fmla="*/ 16 w 58"/>
                <a:gd name="T31" fmla="*/ 56 h 58"/>
                <a:gd name="T32" fmla="*/ 22 w 58"/>
                <a:gd name="T33" fmla="*/ 58 h 58"/>
                <a:gd name="T34" fmla="*/ 28 w 58"/>
                <a:gd name="T35" fmla="*/ 58 h 58"/>
                <a:gd name="T36" fmla="*/ 40 w 58"/>
                <a:gd name="T37" fmla="*/ 58 h 58"/>
                <a:gd name="T38" fmla="*/ 50 w 58"/>
                <a:gd name="T39" fmla="*/ 52 h 58"/>
                <a:gd name="T40" fmla="*/ 52 w 58"/>
                <a:gd name="T41" fmla="*/ 48 h 58"/>
                <a:gd name="T42" fmla="*/ 56 w 58"/>
                <a:gd name="T43" fmla="*/ 42 h 58"/>
                <a:gd name="T44" fmla="*/ 56 w 58"/>
                <a:gd name="T45" fmla="*/ 42 h 58"/>
                <a:gd name="T46" fmla="*/ 58 w 58"/>
                <a:gd name="T47" fmla="*/ 36 h 58"/>
                <a:gd name="T48" fmla="*/ 58 w 58"/>
                <a:gd name="T49" fmla="*/ 30 h 58"/>
                <a:gd name="T50" fmla="*/ 58 w 58"/>
                <a:gd name="T51" fmla="*/ 20 h 58"/>
                <a:gd name="T52" fmla="*/ 52 w 58"/>
                <a:gd name="T53" fmla="*/ 10 h 58"/>
                <a:gd name="T54" fmla="*/ 48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2" y="0"/>
                  </a:lnTo>
                  <a:lnTo>
                    <a:pt x="20" y="2"/>
                  </a:lnTo>
                  <a:lnTo>
                    <a:pt x="10" y="8"/>
                  </a:lnTo>
                  <a:lnTo>
                    <a:pt x="6" y="12"/>
                  </a:lnTo>
                  <a:lnTo>
                    <a:pt x="4" y="16"/>
                  </a:lnTo>
                  <a:lnTo>
                    <a:pt x="4" y="16"/>
                  </a:lnTo>
                  <a:lnTo>
                    <a:pt x="2" y="22"/>
                  </a:lnTo>
                  <a:lnTo>
                    <a:pt x="0" y="28"/>
                  </a:lnTo>
                  <a:lnTo>
                    <a:pt x="2" y="40"/>
                  </a:lnTo>
                  <a:lnTo>
                    <a:pt x="8" y="48"/>
                  </a:lnTo>
                  <a:lnTo>
                    <a:pt x="12" y="52"/>
                  </a:lnTo>
                  <a:lnTo>
                    <a:pt x="16" y="56"/>
                  </a:lnTo>
                  <a:lnTo>
                    <a:pt x="16" y="56"/>
                  </a:lnTo>
                  <a:lnTo>
                    <a:pt x="22" y="58"/>
                  </a:lnTo>
                  <a:lnTo>
                    <a:pt x="28" y="58"/>
                  </a:lnTo>
                  <a:lnTo>
                    <a:pt x="40" y="58"/>
                  </a:lnTo>
                  <a:lnTo>
                    <a:pt x="50" y="52"/>
                  </a:lnTo>
                  <a:lnTo>
                    <a:pt x="52" y="48"/>
                  </a:lnTo>
                  <a:lnTo>
                    <a:pt x="56" y="42"/>
                  </a:lnTo>
                  <a:lnTo>
                    <a:pt x="56" y="42"/>
                  </a:lnTo>
                  <a:lnTo>
                    <a:pt x="58" y="36"/>
                  </a:lnTo>
                  <a:lnTo>
                    <a:pt x="58" y="30"/>
                  </a:lnTo>
                  <a:lnTo>
                    <a:pt x="58" y="20"/>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44" name="Freeform 140"/>
            <p:cNvSpPr>
              <a:spLocks/>
            </p:cNvSpPr>
            <p:nvPr userDrawn="1"/>
          </p:nvSpPr>
          <p:spPr bwMode="auto">
            <a:xfrm>
              <a:off x="5478463" y="3551238"/>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2 h 58"/>
                <a:gd name="T10" fmla="*/ 10 w 58"/>
                <a:gd name="T11" fmla="*/ 6 h 58"/>
                <a:gd name="T12" fmla="*/ 6 w 58"/>
                <a:gd name="T13" fmla="*/ 10 h 58"/>
                <a:gd name="T14" fmla="*/ 2 w 58"/>
                <a:gd name="T15" fmla="*/ 16 h 58"/>
                <a:gd name="T16" fmla="*/ 2 w 58"/>
                <a:gd name="T17" fmla="*/ 16 h 58"/>
                <a:gd name="T18" fmla="*/ 0 w 58"/>
                <a:gd name="T19" fmla="*/ 22 h 58"/>
                <a:gd name="T20" fmla="*/ 0 w 58"/>
                <a:gd name="T21" fmla="*/ 28 h 58"/>
                <a:gd name="T22" fmla="*/ 0 w 58"/>
                <a:gd name="T23" fmla="*/ 38 h 58"/>
                <a:gd name="T24" fmla="*/ 6 w 58"/>
                <a:gd name="T25" fmla="*/ 48 h 58"/>
                <a:gd name="T26" fmla="*/ 10 w 58"/>
                <a:gd name="T27" fmla="*/ 52 h 58"/>
                <a:gd name="T28" fmla="*/ 16 w 58"/>
                <a:gd name="T29" fmla="*/ 56 h 58"/>
                <a:gd name="T30" fmla="*/ 16 w 58"/>
                <a:gd name="T31" fmla="*/ 56 h 58"/>
                <a:gd name="T32" fmla="*/ 22 w 58"/>
                <a:gd name="T33" fmla="*/ 58 h 58"/>
                <a:gd name="T34" fmla="*/ 28 w 58"/>
                <a:gd name="T35" fmla="*/ 58 h 58"/>
                <a:gd name="T36" fmla="*/ 38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6 w 58"/>
                <a:gd name="T51" fmla="*/ 20 h 58"/>
                <a:gd name="T52" fmla="*/ 50 w 58"/>
                <a:gd name="T53" fmla="*/ 10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2"/>
                  </a:lnTo>
                  <a:lnTo>
                    <a:pt x="10" y="6"/>
                  </a:lnTo>
                  <a:lnTo>
                    <a:pt x="6" y="10"/>
                  </a:lnTo>
                  <a:lnTo>
                    <a:pt x="2" y="16"/>
                  </a:lnTo>
                  <a:lnTo>
                    <a:pt x="2" y="16"/>
                  </a:lnTo>
                  <a:lnTo>
                    <a:pt x="0" y="22"/>
                  </a:lnTo>
                  <a:lnTo>
                    <a:pt x="0" y="28"/>
                  </a:lnTo>
                  <a:lnTo>
                    <a:pt x="0" y="38"/>
                  </a:lnTo>
                  <a:lnTo>
                    <a:pt x="6" y="48"/>
                  </a:lnTo>
                  <a:lnTo>
                    <a:pt x="10" y="52"/>
                  </a:lnTo>
                  <a:lnTo>
                    <a:pt x="16" y="56"/>
                  </a:lnTo>
                  <a:lnTo>
                    <a:pt x="16" y="56"/>
                  </a:lnTo>
                  <a:lnTo>
                    <a:pt x="22" y="58"/>
                  </a:lnTo>
                  <a:lnTo>
                    <a:pt x="28" y="58"/>
                  </a:lnTo>
                  <a:lnTo>
                    <a:pt x="38" y="56"/>
                  </a:lnTo>
                  <a:lnTo>
                    <a:pt x="48" y="50"/>
                  </a:lnTo>
                  <a:lnTo>
                    <a:pt x="52" y="46"/>
                  </a:lnTo>
                  <a:lnTo>
                    <a:pt x="56" y="42"/>
                  </a:lnTo>
                  <a:lnTo>
                    <a:pt x="56" y="42"/>
                  </a:lnTo>
                  <a:lnTo>
                    <a:pt x="58" y="36"/>
                  </a:lnTo>
                  <a:lnTo>
                    <a:pt x="58" y="30"/>
                  </a:lnTo>
                  <a:lnTo>
                    <a:pt x="56" y="20"/>
                  </a:lnTo>
                  <a:lnTo>
                    <a:pt x="50" y="10"/>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45" name="Freeform 141"/>
            <p:cNvSpPr>
              <a:spLocks/>
            </p:cNvSpPr>
            <p:nvPr userDrawn="1"/>
          </p:nvSpPr>
          <p:spPr bwMode="auto">
            <a:xfrm>
              <a:off x="5113338" y="3014663"/>
              <a:ext cx="92075" cy="95250"/>
            </a:xfrm>
            <a:custGeom>
              <a:avLst/>
              <a:gdLst>
                <a:gd name="T0" fmla="*/ 42 w 58"/>
                <a:gd name="T1" fmla="*/ 4 h 60"/>
                <a:gd name="T2" fmla="*/ 42 w 58"/>
                <a:gd name="T3" fmla="*/ 4 h 60"/>
                <a:gd name="T4" fmla="*/ 36 w 58"/>
                <a:gd name="T5" fmla="*/ 2 h 60"/>
                <a:gd name="T6" fmla="*/ 30 w 58"/>
                <a:gd name="T7" fmla="*/ 0 h 60"/>
                <a:gd name="T8" fmla="*/ 20 w 58"/>
                <a:gd name="T9" fmla="*/ 2 h 60"/>
                <a:gd name="T10" fmla="*/ 10 w 58"/>
                <a:gd name="T11" fmla="*/ 8 h 60"/>
                <a:gd name="T12" fmla="*/ 6 w 58"/>
                <a:gd name="T13" fmla="*/ 12 h 60"/>
                <a:gd name="T14" fmla="*/ 2 w 58"/>
                <a:gd name="T15" fmla="*/ 18 h 60"/>
                <a:gd name="T16" fmla="*/ 2 w 58"/>
                <a:gd name="T17" fmla="*/ 18 h 60"/>
                <a:gd name="T18" fmla="*/ 0 w 58"/>
                <a:gd name="T19" fmla="*/ 22 h 60"/>
                <a:gd name="T20" fmla="*/ 0 w 58"/>
                <a:gd name="T21" fmla="*/ 28 h 60"/>
                <a:gd name="T22" fmla="*/ 2 w 58"/>
                <a:gd name="T23" fmla="*/ 40 h 60"/>
                <a:gd name="T24" fmla="*/ 8 w 58"/>
                <a:gd name="T25" fmla="*/ 50 h 60"/>
                <a:gd name="T26" fmla="*/ 12 w 58"/>
                <a:gd name="T27" fmla="*/ 54 h 60"/>
                <a:gd name="T28" fmla="*/ 16 w 58"/>
                <a:gd name="T29" fmla="*/ 56 h 60"/>
                <a:gd name="T30" fmla="*/ 16 w 58"/>
                <a:gd name="T31" fmla="*/ 56 h 60"/>
                <a:gd name="T32" fmla="*/ 22 w 58"/>
                <a:gd name="T33" fmla="*/ 58 h 60"/>
                <a:gd name="T34" fmla="*/ 28 w 58"/>
                <a:gd name="T35" fmla="*/ 60 h 60"/>
                <a:gd name="T36" fmla="*/ 38 w 58"/>
                <a:gd name="T37" fmla="*/ 58 h 60"/>
                <a:gd name="T38" fmla="*/ 48 w 58"/>
                <a:gd name="T39" fmla="*/ 52 h 60"/>
                <a:gd name="T40" fmla="*/ 52 w 58"/>
                <a:gd name="T41" fmla="*/ 48 h 60"/>
                <a:gd name="T42" fmla="*/ 56 w 58"/>
                <a:gd name="T43" fmla="*/ 42 h 60"/>
                <a:gd name="T44" fmla="*/ 56 w 58"/>
                <a:gd name="T45" fmla="*/ 42 h 60"/>
                <a:gd name="T46" fmla="*/ 58 w 58"/>
                <a:gd name="T47" fmla="*/ 38 h 60"/>
                <a:gd name="T48" fmla="*/ 58 w 58"/>
                <a:gd name="T49" fmla="*/ 32 h 60"/>
                <a:gd name="T50" fmla="*/ 56 w 58"/>
                <a:gd name="T51" fmla="*/ 20 h 60"/>
                <a:gd name="T52" fmla="*/ 52 w 58"/>
                <a:gd name="T53" fmla="*/ 10 h 60"/>
                <a:gd name="T54" fmla="*/ 48 w 58"/>
                <a:gd name="T55" fmla="*/ 6 h 60"/>
                <a:gd name="T56" fmla="*/ 42 w 58"/>
                <a:gd name="T57" fmla="*/ 4 h 60"/>
                <a:gd name="T58" fmla="*/ 42 w 58"/>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42" y="4"/>
                  </a:moveTo>
                  <a:lnTo>
                    <a:pt x="42" y="4"/>
                  </a:lnTo>
                  <a:lnTo>
                    <a:pt x="36" y="2"/>
                  </a:lnTo>
                  <a:lnTo>
                    <a:pt x="30" y="0"/>
                  </a:lnTo>
                  <a:lnTo>
                    <a:pt x="20" y="2"/>
                  </a:lnTo>
                  <a:lnTo>
                    <a:pt x="10" y="8"/>
                  </a:lnTo>
                  <a:lnTo>
                    <a:pt x="6" y="12"/>
                  </a:lnTo>
                  <a:lnTo>
                    <a:pt x="2" y="18"/>
                  </a:lnTo>
                  <a:lnTo>
                    <a:pt x="2" y="18"/>
                  </a:lnTo>
                  <a:lnTo>
                    <a:pt x="0" y="22"/>
                  </a:lnTo>
                  <a:lnTo>
                    <a:pt x="0" y="28"/>
                  </a:lnTo>
                  <a:lnTo>
                    <a:pt x="2" y="40"/>
                  </a:lnTo>
                  <a:lnTo>
                    <a:pt x="8" y="50"/>
                  </a:lnTo>
                  <a:lnTo>
                    <a:pt x="12" y="54"/>
                  </a:lnTo>
                  <a:lnTo>
                    <a:pt x="16" y="56"/>
                  </a:lnTo>
                  <a:lnTo>
                    <a:pt x="16" y="56"/>
                  </a:lnTo>
                  <a:lnTo>
                    <a:pt x="22" y="58"/>
                  </a:lnTo>
                  <a:lnTo>
                    <a:pt x="28" y="60"/>
                  </a:lnTo>
                  <a:lnTo>
                    <a:pt x="38" y="58"/>
                  </a:lnTo>
                  <a:lnTo>
                    <a:pt x="48" y="52"/>
                  </a:lnTo>
                  <a:lnTo>
                    <a:pt x="52" y="48"/>
                  </a:lnTo>
                  <a:lnTo>
                    <a:pt x="56" y="42"/>
                  </a:lnTo>
                  <a:lnTo>
                    <a:pt x="56" y="42"/>
                  </a:lnTo>
                  <a:lnTo>
                    <a:pt x="58" y="38"/>
                  </a:lnTo>
                  <a:lnTo>
                    <a:pt x="58" y="32"/>
                  </a:lnTo>
                  <a:lnTo>
                    <a:pt x="56" y="20"/>
                  </a:lnTo>
                  <a:lnTo>
                    <a:pt x="52" y="10"/>
                  </a:lnTo>
                  <a:lnTo>
                    <a:pt x="48"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46" name="Freeform 142"/>
            <p:cNvSpPr>
              <a:spLocks/>
            </p:cNvSpPr>
            <p:nvPr userDrawn="1"/>
          </p:nvSpPr>
          <p:spPr bwMode="auto">
            <a:xfrm>
              <a:off x="4468813" y="3062288"/>
              <a:ext cx="92075" cy="95250"/>
            </a:xfrm>
            <a:custGeom>
              <a:avLst/>
              <a:gdLst>
                <a:gd name="T0" fmla="*/ 42 w 58"/>
                <a:gd name="T1" fmla="*/ 4 h 60"/>
                <a:gd name="T2" fmla="*/ 42 w 58"/>
                <a:gd name="T3" fmla="*/ 4 h 60"/>
                <a:gd name="T4" fmla="*/ 36 w 58"/>
                <a:gd name="T5" fmla="*/ 2 h 60"/>
                <a:gd name="T6" fmla="*/ 30 w 58"/>
                <a:gd name="T7" fmla="*/ 0 h 60"/>
                <a:gd name="T8" fmla="*/ 18 w 58"/>
                <a:gd name="T9" fmla="*/ 2 h 60"/>
                <a:gd name="T10" fmla="*/ 10 w 58"/>
                <a:gd name="T11" fmla="*/ 8 h 60"/>
                <a:gd name="T12" fmla="*/ 6 w 58"/>
                <a:gd name="T13" fmla="*/ 12 h 60"/>
                <a:gd name="T14" fmla="*/ 2 w 58"/>
                <a:gd name="T15" fmla="*/ 18 h 60"/>
                <a:gd name="T16" fmla="*/ 2 w 58"/>
                <a:gd name="T17" fmla="*/ 18 h 60"/>
                <a:gd name="T18" fmla="*/ 0 w 58"/>
                <a:gd name="T19" fmla="*/ 22 h 60"/>
                <a:gd name="T20" fmla="*/ 0 w 58"/>
                <a:gd name="T21" fmla="*/ 28 h 60"/>
                <a:gd name="T22" fmla="*/ 0 w 58"/>
                <a:gd name="T23" fmla="*/ 40 h 60"/>
                <a:gd name="T24" fmla="*/ 6 w 58"/>
                <a:gd name="T25" fmla="*/ 50 h 60"/>
                <a:gd name="T26" fmla="*/ 10 w 58"/>
                <a:gd name="T27" fmla="*/ 54 h 60"/>
                <a:gd name="T28" fmla="*/ 16 w 58"/>
                <a:gd name="T29" fmla="*/ 56 h 60"/>
                <a:gd name="T30" fmla="*/ 16 w 58"/>
                <a:gd name="T31" fmla="*/ 56 h 60"/>
                <a:gd name="T32" fmla="*/ 22 w 58"/>
                <a:gd name="T33" fmla="*/ 58 h 60"/>
                <a:gd name="T34" fmla="*/ 28 w 58"/>
                <a:gd name="T35" fmla="*/ 60 h 60"/>
                <a:gd name="T36" fmla="*/ 38 w 58"/>
                <a:gd name="T37" fmla="*/ 58 h 60"/>
                <a:gd name="T38" fmla="*/ 48 w 58"/>
                <a:gd name="T39" fmla="*/ 52 h 60"/>
                <a:gd name="T40" fmla="*/ 52 w 58"/>
                <a:gd name="T41" fmla="*/ 48 h 60"/>
                <a:gd name="T42" fmla="*/ 56 w 58"/>
                <a:gd name="T43" fmla="*/ 42 h 60"/>
                <a:gd name="T44" fmla="*/ 56 w 58"/>
                <a:gd name="T45" fmla="*/ 42 h 60"/>
                <a:gd name="T46" fmla="*/ 58 w 58"/>
                <a:gd name="T47" fmla="*/ 38 h 60"/>
                <a:gd name="T48" fmla="*/ 58 w 58"/>
                <a:gd name="T49" fmla="*/ 32 h 60"/>
                <a:gd name="T50" fmla="*/ 56 w 58"/>
                <a:gd name="T51" fmla="*/ 20 h 60"/>
                <a:gd name="T52" fmla="*/ 50 w 58"/>
                <a:gd name="T53" fmla="*/ 10 h 60"/>
                <a:gd name="T54" fmla="*/ 46 w 58"/>
                <a:gd name="T55" fmla="*/ 6 h 60"/>
                <a:gd name="T56" fmla="*/ 42 w 58"/>
                <a:gd name="T57" fmla="*/ 4 h 60"/>
                <a:gd name="T58" fmla="*/ 42 w 58"/>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42" y="4"/>
                  </a:moveTo>
                  <a:lnTo>
                    <a:pt x="42" y="4"/>
                  </a:lnTo>
                  <a:lnTo>
                    <a:pt x="36" y="2"/>
                  </a:lnTo>
                  <a:lnTo>
                    <a:pt x="30" y="0"/>
                  </a:lnTo>
                  <a:lnTo>
                    <a:pt x="18" y="2"/>
                  </a:lnTo>
                  <a:lnTo>
                    <a:pt x="10" y="8"/>
                  </a:lnTo>
                  <a:lnTo>
                    <a:pt x="6" y="12"/>
                  </a:lnTo>
                  <a:lnTo>
                    <a:pt x="2" y="18"/>
                  </a:lnTo>
                  <a:lnTo>
                    <a:pt x="2" y="18"/>
                  </a:lnTo>
                  <a:lnTo>
                    <a:pt x="0" y="22"/>
                  </a:lnTo>
                  <a:lnTo>
                    <a:pt x="0" y="28"/>
                  </a:lnTo>
                  <a:lnTo>
                    <a:pt x="0" y="40"/>
                  </a:lnTo>
                  <a:lnTo>
                    <a:pt x="6" y="50"/>
                  </a:lnTo>
                  <a:lnTo>
                    <a:pt x="10" y="54"/>
                  </a:lnTo>
                  <a:lnTo>
                    <a:pt x="16" y="56"/>
                  </a:lnTo>
                  <a:lnTo>
                    <a:pt x="16" y="56"/>
                  </a:lnTo>
                  <a:lnTo>
                    <a:pt x="22" y="58"/>
                  </a:lnTo>
                  <a:lnTo>
                    <a:pt x="28" y="60"/>
                  </a:lnTo>
                  <a:lnTo>
                    <a:pt x="38" y="58"/>
                  </a:lnTo>
                  <a:lnTo>
                    <a:pt x="48" y="52"/>
                  </a:lnTo>
                  <a:lnTo>
                    <a:pt x="52" y="48"/>
                  </a:lnTo>
                  <a:lnTo>
                    <a:pt x="56" y="42"/>
                  </a:lnTo>
                  <a:lnTo>
                    <a:pt x="56" y="42"/>
                  </a:lnTo>
                  <a:lnTo>
                    <a:pt x="58" y="38"/>
                  </a:lnTo>
                  <a:lnTo>
                    <a:pt x="58" y="32"/>
                  </a:lnTo>
                  <a:lnTo>
                    <a:pt x="56" y="20"/>
                  </a:lnTo>
                  <a:lnTo>
                    <a:pt x="50" y="10"/>
                  </a:lnTo>
                  <a:lnTo>
                    <a:pt x="46"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47" name="Freeform 143"/>
            <p:cNvSpPr>
              <a:spLocks/>
            </p:cNvSpPr>
            <p:nvPr userDrawn="1"/>
          </p:nvSpPr>
          <p:spPr bwMode="auto">
            <a:xfrm>
              <a:off x="4186238" y="3646488"/>
              <a:ext cx="92075" cy="92075"/>
            </a:xfrm>
            <a:custGeom>
              <a:avLst/>
              <a:gdLst>
                <a:gd name="T0" fmla="*/ 42 w 58"/>
                <a:gd name="T1" fmla="*/ 2 h 58"/>
                <a:gd name="T2" fmla="*/ 42 w 58"/>
                <a:gd name="T3" fmla="*/ 2 h 58"/>
                <a:gd name="T4" fmla="*/ 36 w 58"/>
                <a:gd name="T5" fmla="*/ 0 h 58"/>
                <a:gd name="T6" fmla="*/ 32 w 58"/>
                <a:gd name="T7" fmla="*/ 0 h 58"/>
                <a:gd name="T8" fmla="*/ 20 w 58"/>
                <a:gd name="T9" fmla="*/ 2 h 58"/>
                <a:gd name="T10" fmla="*/ 10 w 58"/>
                <a:gd name="T11" fmla="*/ 8 h 58"/>
                <a:gd name="T12" fmla="*/ 6 w 58"/>
                <a:gd name="T13" fmla="*/ 12 h 58"/>
                <a:gd name="T14" fmla="*/ 4 w 58"/>
                <a:gd name="T15" fmla="*/ 16 h 58"/>
                <a:gd name="T16" fmla="*/ 4 w 58"/>
                <a:gd name="T17" fmla="*/ 16 h 58"/>
                <a:gd name="T18" fmla="*/ 2 w 58"/>
                <a:gd name="T19" fmla="*/ 22 h 58"/>
                <a:gd name="T20" fmla="*/ 0 w 58"/>
                <a:gd name="T21" fmla="*/ 28 h 58"/>
                <a:gd name="T22" fmla="*/ 2 w 58"/>
                <a:gd name="T23" fmla="*/ 40 h 58"/>
                <a:gd name="T24" fmla="*/ 8 w 58"/>
                <a:gd name="T25" fmla="*/ 48 h 58"/>
                <a:gd name="T26" fmla="*/ 12 w 58"/>
                <a:gd name="T27" fmla="*/ 52 h 58"/>
                <a:gd name="T28" fmla="*/ 16 w 58"/>
                <a:gd name="T29" fmla="*/ 56 h 58"/>
                <a:gd name="T30" fmla="*/ 16 w 58"/>
                <a:gd name="T31" fmla="*/ 56 h 58"/>
                <a:gd name="T32" fmla="*/ 22 w 58"/>
                <a:gd name="T33" fmla="*/ 58 h 58"/>
                <a:gd name="T34" fmla="*/ 28 w 58"/>
                <a:gd name="T35" fmla="*/ 58 h 58"/>
                <a:gd name="T36" fmla="*/ 40 w 58"/>
                <a:gd name="T37" fmla="*/ 58 h 58"/>
                <a:gd name="T38" fmla="*/ 50 w 58"/>
                <a:gd name="T39" fmla="*/ 52 h 58"/>
                <a:gd name="T40" fmla="*/ 52 w 58"/>
                <a:gd name="T41" fmla="*/ 48 h 58"/>
                <a:gd name="T42" fmla="*/ 56 w 58"/>
                <a:gd name="T43" fmla="*/ 42 h 58"/>
                <a:gd name="T44" fmla="*/ 56 w 58"/>
                <a:gd name="T45" fmla="*/ 42 h 58"/>
                <a:gd name="T46" fmla="*/ 58 w 58"/>
                <a:gd name="T47" fmla="*/ 36 h 58"/>
                <a:gd name="T48" fmla="*/ 58 w 58"/>
                <a:gd name="T49" fmla="*/ 30 h 58"/>
                <a:gd name="T50" fmla="*/ 58 w 58"/>
                <a:gd name="T51" fmla="*/ 20 h 58"/>
                <a:gd name="T52" fmla="*/ 52 w 58"/>
                <a:gd name="T53" fmla="*/ 10 h 58"/>
                <a:gd name="T54" fmla="*/ 48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2" y="0"/>
                  </a:lnTo>
                  <a:lnTo>
                    <a:pt x="20" y="2"/>
                  </a:lnTo>
                  <a:lnTo>
                    <a:pt x="10" y="8"/>
                  </a:lnTo>
                  <a:lnTo>
                    <a:pt x="6" y="12"/>
                  </a:lnTo>
                  <a:lnTo>
                    <a:pt x="4" y="16"/>
                  </a:lnTo>
                  <a:lnTo>
                    <a:pt x="4" y="16"/>
                  </a:lnTo>
                  <a:lnTo>
                    <a:pt x="2" y="22"/>
                  </a:lnTo>
                  <a:lnTo>
                    <a:pt x="0" y="28"/>
                  </a:lnTo>
                  <a:lnTo>
                    <a:pt x="2" y="40"/>
                  </a:lnTo>
                  <a:lnTo>
                    <a:pt x="8" y="48"/>
                  </a:lnTo>
                  <a:lnTo>
                    <a:pt x="12" y="52"/>
                  </a:lnTo>
                  <a:lnTo>
                    <a:pt x="16" y="56"/>
                  </a:lnTo>
                  <a:lnTo>
                    <a:pt x="16" y="56"/>
                  </a:lnTo>
                  <a:lnTo>
                    <a:pt x="22" y="58"/>
                  </a:lnTo>
                  <a:lnTo>
                    <a:pt x="28" y="58"/>
                  </a:lnTo>
                  <a:lnTo>
                    <a:pt x="40" y="58"/>
                  </a:lnTo>
                  <a:lnTo>
                    <a:pt x="50" y="52"/>
                  </a:lnTo>
                  <a:lnTo>
                    <a:pt x="52" y="48"/>
                  </a:lnTo>
                  <a:lnTo>
                    <a:pt x="56" y="42"/>
                  </a:lnTo>
                  <a:lnTo>
                    <a:pt x="56" y="42"/>
                  </a:lnTo>
                  <a:lnTo>
                    <a:pt x="58" y="36"/>
                  </a:lnTo>
                  <a:lnTo>
                    <a:pt x="58" y="30"/>
                  </a:lnTo>
                  <a:lnTo>
                    <a:pt x="58" y="20"/>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48" name="Freeform 144"/>
            <p:cNvSpPr>
              <a:spLocks/>
            </p:cNvSpPr>
            <p:nvPr userDrawn="1"/>
          </p:nvSpPr>
          <p:spPr bwMode="auto">
            <a:xfrm>
              <a:off x="4551363" y="4179888"/>
              <a:ext cx="92075" cy="95250"/>
            </a:xfrm>
            <a:custGeom>
              <a:avLst/>
              <a:gdLst>
                <a:gd name="T0" fmla="*/ 42 w 58"/>
                <a:gd name="T1" fmla="*/ 4 h 60"/>
                <a:gd name="T2" fmla="*/ 42 w 58"/>
                <a:gd name="T3" fmla="*/ 4 h 60"/>
                <a:gd name="T4" fmla="*/ 36 w 58"/>
                <a:gd name="T5" fmla="*/ 2 h 60"/>
                <a:gd name="T6" fmla="*/ 30 w 58"/>
                <a:gd name="T7" fmla="*/ 0 h 60"/>
                <a:gd name="T8" fmla="*/ 20 w 58"/>
                <a:gd name="T9" fmla="*/ 2 h 60"/>
                <a:gd name="T10" fmla="*/ 10 w 58"/>
                <a:gd name="T11" fmla="*/ 8 h 60"/>
                <a:gd name="T12" fmla="*/ 6 w 58"/>
                <a:gd name="T13" fmla="*/ 12 h 60"/>
                <a:gd name="T14" fmla="*/ 2 w 58"/>
                <a:gd name="T15" fmla="*/ 18 h 60"/>
                <a:gd name="T16" fmla="*/ 2 w 58"/>
                <a:gd name="T17" fmla="*/ 18 h 60"/>
                <a:gd name="T18" fmla="*/ 0 w 58"/>
                <a:gd name="T19" fmla="*/ 24 h 60"/>
                <a:gd name="T20" fmla="*/ 0 w 58"/>
                <a:gd name="T21" fmla="*/ 28 h 60"/>
                <a:gd name="T22" fmla="*/ 2 w 58"/>
                <a:gd name="T23" fmla="*/ 40 h 60"/>
                <a:gd name="T24" fmla="*/ 8 w 58"/>
                <a:gd name="T25" fmla="*/ 50 h 60"/>
                <a:gd name="T26" fmla="*/ 12 w 58"/>
                <a:gd name="T27" fmla="*/ 54 h 60"/>
                <a:gd name="T28" fmla="*/ 16 w 58"/>
                <a:gd name="T29" fmla="*/ 56 h 60"/>
                <a:gd name="T30" fmla="*/ 16 w 58"/>
                <a:gd name="T31" fmla="*/ 56 h 60"/>
                <a:gd name="T32" fmla="*/ 22 w 58"/>
                <a:gd name="T33" fmla="*/ 58 h 60"/>
                <a:gd name="T34" fmla="*/ 28 w 58"/>
                <a:gd name="T35" fmla="*/ 60 h 60"/>
                <a:gd name="T36" fmla="*/ 38 w 58"/>
                <a:gd name="T37" fmla="*/ 58 h 60"/>
                <a:gd name="T38" fmla="*/ 48 w 58"/>
                <a:gd name="T39" fmla="*/ 52 h 60"/>
                <a:gd name="T40" fmla="*/ 52 w 58"/>
                <a:gd name="T41" fmla="*/ 48 h 60"/>
                <a:gd name="T42" fmla="*/ 56 w 58"/>
                <a:gd name="T43" fmla="*/ 44 h 60"/>
                <a:gd name="T44" fmla="*/ 56 w 58"/>
                <a:gd name="T45" fmla="*/ 44 h 60"/>
                <a:gd name="T46" fmla="*/ 58 w 58"/>
                <a:gd name="T47" fmla="*/ 38 h 60"/>
                <a:gd name="T48" fmla="*/ 58 w 58"/>
                <a:gd name="T49" fmla="*/ 32 h 60"/>
                <a:gd name="T50" fmla="*/ 56 w 58"/>
                <a:gd name="T51" fmla="*/ 20 h 60"/>
                <a:gd name="T52" fmla="*/ 52 w 58"/>
                <a:gd name="T53" fmla="*/ 10 h 60"/>
                <a:gd name="T54" fmla="*/ 46 w 58"/>
                <a:gd name="T55" fmla="*/ 6 h 60"/>
                <a:gd name="T56" fmla="*/ 42 w 58"/>
                <a:gd name="T57" fmla="*/ 4 h 60"/>
                <a:gd name="T58" fmla="*/ 42 w 58"/>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42" y="4"/>
                  </a:moveTo>
                  <a:lnTo>
                    <a:pt x="42" y="4"/>
                  </a:lnTo>
                  <a:lnTo>
                    <a:pt x="36" y="2"/>
                  </a:lnTo>
                  <a:lnTo>
                    <a:pt x="30" y="0"/>
                  </a:lnTo>
                  <a:lnTo>
                    <a:pt x="20" y="2"/>
                  </a:lnTo>
                  <a:lnTo>
                    <a:pt x="10" y="8"/>
                  </a:lnTo>
                  <a:lnTo>
                    <a:pt x="6" y="12"/>
                  </a:lnTo>
                  <a:lnTo>
                    <a:pt x="2" y="18"/>
                  </a:lnTo>
                  <a:lnTo>
                    <a:pt x="2" y="18"/>
                  </a:lnTo>
                  <a:lnTo>
                    <a:pt x="0" y="24"/>
                  </a:lnTo>
                  <a:lnTo>
                    <a:pt x="0" y="28"/>
                  </a:lnTo>
                  <a:lnTo>
                    <a:pt x="2" y="40"/>
                  </a:lnTo>
                  <a:lnTo>
                    <a:pt x="8" y="50"/>
                  </a:lnTo>
                  <a:lnTo>
                    <a:pt x="12" y="54"/>
                  </a:lnTo>
                  <a:lnTo>
                    <a:pt x="16" y="56"/>
                  </a:lnTo>
                  <a:lnTo>
                    <a:pt x="16" y="56"/>
                  </a:lnTo>
                  <a:lnTo>
                    <a:pt x="22" y="58"/>
                  </a:lnTo>
                  <a:lnTo>
                    <a:pt x="28" y="60"/>
                  </a:lnTo>
                  <a:lnTo>
                    <a:pt x="38" y="58"/>
                  </a:lnTo>
                  <a:lnTo>
                    <a:pt x="48" y="52"/>
                  </a:lnTo>
                  <a:lnTo>
                    <a:pt x="52" y="48"/>
                  </a:lnTo>
                  <a:lnTo>
                    <a:pt x="56" y="44"/>
                  </a:lnTo>
                  <a:lnTo>
                    <a:pt x="56" y="44"/>
                  </a:lnTo>
                  <a:lnTo>
                    <a:pt x="58" y="38"/>
                  </a:lnTo>
                  <a:lnTo>
                    <a:pt x="58" y="32"/>
                  </a:lnTo>
                  <a:lnTo>
                    <a:pt x="56" y="20"/>
                  </a:lnTo>
                  <a:lnTo>
                    <a:pt x="52" y="10"/>
                  </a:lnTo>
                  <a:lnTo>
                    <a:pt x="46"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49" name="Freeform 145"/>
            <p:cNvSpPr>
              <a:spLocks/>
            </p:cNvSpPr>
            <p:nvPr userDrawn="1"/>
          </p:nvSpPr>
          <p:spPr bwMode="auto">
            <a:xfrm>
              <a:off x="5195888" y="4132263"/>
              <a:ext cx="95250" cy="95250"/>
            </a:xfrm>
            <a:custGeom>
              <a:avLst/>
              <a:gdLst>
                <a:gd name="T0" fmla="*/ 42 w 60"/>
                <a:gd name="T1" fmla="*/ 4 h 60"/>
                <a:gd name="T2" fmla="*/ 42 w 60"/>
                <a:gd name="T3" fmla="*/ 4 h 60"/>
                <a:gd name="T4" fmla="*/ 36 w 60"/>
                <a:gd name="T5" fmla="*/ 2 h 60"/>
                <a:gd name="T6" fmla="*/ 32 w 60"/>
                <a:gd name="T7" fmla="*/ 0 h 60"/>
                <a:gd name="T8" fmla="*/ 20 w 60"/>
                <a:gd name="T9" fmla="*/ 2 h 60"/>
                <a:gd name="T10" fmla="*/ 10 w 60"/>
                <a:gd name="T11" fmla="*/ 8 h 60"/>
                <a:gd name="T12" fmla="*/ 6 w 60"/>
                <a:gd name="T13" fmla="*/ 12 h 60"/>
                <a:gd name="T14" fmla="*/ 4 w 60"/>
                <a:gd name="T15" fmla="*/ 18 h 60"/>
                <a:gd name="T16" fmla="*/ 4 w 60"/>
                <a:gd name="T17" fmla="*/ 18 h 60"/>
                <a:gd name="T18" fmla="*/ 2 w 60"/>
                <a:gd name="T19" fmla="*/ 22 h 60"/>
                <a:gd name="T20" fmla="*/ 0 w 60"/>
                <a:gd name="T21" fmla="*/ 28 h 60"/>
                <a:gd name="T22" fmla="*/ 2 w 60"/>
                <a:gd name="T23" fmla="*/ 40 h 60"/>
                <a:gd name="T24" fmla="*/ 8 w 60"/>
                <a:gd name="T25" fmla="*/ 50 h 60"/>
                <a:gd name="T26" fmla="*/ 12 w 60"/>
                <a:gd name="T27" fmla="*/ 54 h 60"/>
                <a:gd name="T28" fmla="*/ 16 w 60"/>
                <a:gd name="T29" fmla="*/ 56 h 60"/>
                <a:gd name="T30" fmla="*/ 16 w 60"/>
                <a:gd name="T31" fmla="*/ 56 h 60"/>
                <a:gd name="T32" fmla="*/ 22 w 60"/>
                <a:gd name="T33" fmla="*/ 58 h 60"/>
                <a:gd name="T34" fmla="*/ 28 w 60"/>
                <a:gd name="T35" fmla="*/ 60 h 60"/>
                <a:gd name="T36" fmla="*/ 40 w 60"/>
                <a:gd name="T37" fmla="*/ 58 h 60"/>
                <a:gd name="T38" fmla="*/ 50 w 60"/>
                <a:gd name="T39" fmla="*/ 52 h 60"/>
                <a:gd name="T40" fmla="*/ 54 w 60"/>
                <a:gd name="T41" fmla="*/ 48 h 60"/>
                <a:gd name="T42" fmla="*/ 56 w 60"/>
                <a:gd name="T43" fmla="*/ 42 h 60"/>
                <a:gd name="T44" fmla="*/ 56 w 60"/>
                <a:gd name="T45" fmla="*/ 42 h 60"/>
                <a:gd name="T46" fmla="*/ 58 w 60"/>
                <a:gd name="T47" fmla="*/ 38 h 60"/>
                <a:gd name="T48" fmla="*/ 60 w 60"/>
                <a:gd name="T49" fmla="*/ 32 h 60"/>
                <a:gd name="T50" fmla="*/ 58 w 60"/>
                <a:gd name="T51" fmla="*/ 20 h 60"/>
                <a:gd name="T52" fmla="*/ 52 w 60"/>
                <a:gd name="T53" fmla="*/ 10 h 60"/>
                <a:gd name="T54" fmla="*/ 48 w 60"/>
                <a:gd name="T55" fmla="*/ 6 h 60"/>
                <a:gd name="T56" fmla="*/ 42 w 60"/>
                <a:gd name="T57" fmla="*/ 4 h 60"/>
                <a:gd name="T58" fmla="*/ 42 w 60"/>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0" h="60">
                  <a:moveTo>
                    <a:pt x="42" y="4"/>
                  </a:moveTo>
                  <a:lnTo>
                    <a:pt x="42" y="4"/>
                  </a:lnTo>
                  <a:lnTo>
                    <a:pt x="36" y="2"/>
                  </a:lnTo>
                  <a:lnTo>
                    <a:pt x="32" y="0"/>
                  </a:lnTo>
                  <a:lnTo>
                    <a:pt x="20" y="2"/>
                  </a:lnTo>
                  <a:lnTo>
                    <a:pt x="10" y="8"/>
                  </a:lnTo>
                  <a:lnTo>
                    <a:pt x="6" y="12"/>
                  </a:lnTo>
                  <a:lnTo>
                    <a:pt x="4" y="18"/>
                  </a:lnTo>
                  <a:lnTo>
                    <a:pt x="4" y="18"/>
                  </a:lnTo>
                  <a:lnTo>
                    <a:pt x="2" y="22"/>
                  </a:lnTo>
                  <a:lnTo>
                    <a:pt x="0" y="28"/>
                  </a:lnTo>
                  <a:lnTo>
                    <a:pt x="2" y="40"/>
                  </a:lnTo>
                  <a:lnTo>
                    <a:pt x="8" y="50"/>
                  </a:lnTo>
                  <a:lnTo>
                    <a:pt x="12" y="54"/>
                  </a:lnTo>
                  <a:lnTo>
                    <a:pt x="16" y="56"/>
                  </a:lnTo>
                  <a:lnTo>
                    <a:pt x="16" y="56"/>
                  </a:lnTo>
                  <a:lnTo>
                    <a:pt x="22" y="58"/>
                  </a:lnTo>
                  <a:lnTo>
                    <a:pt x="28" y="60"/>
                  </a:lnTo>
                  <a:lnTo>
                    <a:pt x="40" y="58"/>
                  </a:lnTo>
                  <a:lnTo>
                    <a:pt x="50" y="52"/>
                  </a:lnTo>
                  <a:lnTo>
                    <a:pt x="54" y="48"/>
                  </a:lnTo>
                  <a:lnTo>
                    <a:pt x="56" y="42"/>
                  </a:lnTo>
                  <a:lnTo>
                    <a:pt x="56" y="42"/>
                  </a:lnTo>
                  <a:lnTo>
                    <a:pt x="58" y="38"/>
                  </a:lnTo>
                  <a:lnTo>
                    <a:pt x="60" y="32"/>
                  </a:lnTo>
                  <a:lnTo>
                    <a:pt x="58" y="20"/>
                  </a:lnTo>
                  <a:lnTo>
                    <a:pt x="52" y="10"/>
                  </a:lnTo>
                  <a:lnTo>
                    <a:pt x="48"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50" name="Freeform 146"/>
            <p:cNvSpPr>
              <a:spLocks/>
            </p:cNvSpPr>
            <p:nvPr userDrawn="1"/>
          </p:nvSpPr>
          <p:spPr bwMode="auto">
            <a:xfrm>
              <a:off x="6488113" y="4037013"/>
              <a:ext cx="92075" cy="92075"/>
            </a:xfrm>
            <a:custGeom>
              <a:avLst/>
              <a:gdLst>
                <a:gd name="T0" fmla="*/ 42 w 58"/>
                <a:gd name="T1" fmla="*/ 4 h 58"/>
                <a:gd name="T2" fmla="*/ 42 w 58"/>
                <a:gd name="T3" fmla="*/ 4 h 58"/>
                <a:gd name="T4" fmla="*/ 36 w 58"/>
                <a:gd name="T5" fmla="*/ 2 h 58"/>
                <a:gd name="T6" fmla="*/ 30 w 58"/>
                <a:gd name="T7" fmla="*/ 0 h 58"/>
                <a:gd name="T8" fmla="*/ 20 w 58"/>
                <a:gd name="T9" fmla="*/ 2 h 58"/>
                <a:gd name="T10" fmla="*/ 10 w 58"/>
                <a:gd name="T11" fmla="*/ 8 h 58"/>
                <a:gd name="T12" fmla="*/ 6 w 58"/>
                <a:gd name="T13" fmla="*/ 12 h 58"/>
                <a:gd name="T14" fmla="*/ 2 w 58"/>
                <a:gd name="T15" fmla="*/ 16 h 58"/>
                <a:gd name="T16" fmla="*/ 2 w 58"/>
                <a:gd name="T17" fmla="*/ 16 h 58"/>
                <a:gd name="T18" fmla="*/ 0 w 58"/>
                <a:gd name="T19" fmla="*/ 22 h 58"/>
                <a:gd name="T20" fmla="*/ 0 w 58"/>
                <a:gd name="T21" fmla="*/ 28 h 58"/>
                <a:gd name="T22" fmla="*/ 2 w 58"/>
                <a:gd name="T23" fmla="*/ 40 h 58"/>
                <a:gd name="T24" fmla="*/ 6 w 58"/>
                <a:gd name="T25" fmla="*/ 48 h 58"/>
                <a:gd name="T26" fmla="*/ 10 w 58"/>
                <a:gd name="T27" fmla="*/ 52 h 58"/>
                <a:gd name="T28" fmla="*/ 16 w 58"/>
                <a:gd name="T29" fmla="*/ 56 h 58"/>
                <a:gd name="T30" fmla="*/ 16 w 58"/>
                <a:gd name="T31" fmla="*/ 56 h 58"/>
                <a:gd name="T32" fmla="*/ 22 w 58"/>
                <a:gd name="T33" fmla="*/ 58 h 58"/>
                <a:gd name="T34" fmla="*/ 28 w 58"/>
                <a:gd name="T35" fmla="*/ 58 h 58"/>
                <a:gd name="T36" fmla="*/ 38 w 58"/>
                <a:gd name="T37" fmla="*/ 58 h 58"/>
                <a:gd name="T38" fmla="*/ 48 w 58"/>
                <a:gd name="T39" fmla="*/ 52 h 58"/>
                <a:gd name="T40" fmla="*/ 52 w 58"/>
                <a:gd name="T41" fmla="*/ 48 h 58"/>
                <a:gd name="T42" fmla="*/ 56 w 58"/>
                <a:gd name="T43" fmla="*/ 42 h 58"/>
                <a:gd name="T44" fmla="*/ 56 w 58"/>
                <a:gd name="T45" fmla="*/ 42 h 58"/>
                <a:gd name="T46" fmla="*/ 58 w 58"/>
                <a:gd name="T47" fmla="*/ 36 h 58"/>
                <a:gd name="T48" fmla="*/ 58 w 58"/>
                <a:gd name="T49" fmla="*/ 30 h 58"/>
                <a:gd name="T50" fmla="*/ 56 w 58"/>
                <a:gd name="T51" fmla="*/ 20 h 58"/>
                <a:gd name="T52" fmla="*/ 50 w 58"/>
                <a:gd name="T53" fmla="*/ 10 h 58"/>
                <a:gd name="T54" fmla="*/ 46 w 58"/>
                <a:gd name="T55" fmla="*/ 6 h 58"/>
                <a:gd name="T56" fmla="*/ 42 w 58"/>
                <a:gd name="T57" fmla="*/ 4 h 58"/>
                <a:gd name="T58" fmla="*/ 42 w 58"/>
                <a:gd name="T59"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4"/>
                  </a:moveTo>
                  <a:lnTo>
                    <a:pt x="42" y="4"/>
                  </a:lnTo>
                  <a:lnTo>
                    <a:pt x="36" y="2"/>
                  </a:lnTo>
                  <a:lnTo>
                    <a:pt x="30" y="0"/>
                  </a:lnTo>
                  <a:lnTo>
                    <a:pt x="20" y="2"/>
                  </a:lnTo>
                  <a:lnTo>
                    <a:pt x="10" y="8"/>
                  </a:lnTo>
                  <a:lnTo>
                    <a:pt x="6" y="12"/>
                  </a:lnTo>
                  <a:lnTo>
                    <a:pt x="2" y="16"/>
                  </a:lnTo>
                  <a:lnTo>
                    <a:pt x="2" y="16"/>
                  </a:lnTo>
                  <a:lnTo>
                    <a:pt x="0" y="22"/>
                  </a:lnTo>
                  <a:lnTo>
                    <a:pt x="0" y="28"/>
                  </a:lnTo>
                  <a:lnTo>
                    <a:pt x="2" y="40"/>
                  </a:lnTo>
                  <a:lnTo>
                    <a:pt x="6" y="48"/>
                  </a:lnTo>
                  <a:lnTo>
                    <a:pt x="10" y="52"/>
                  </a:lnTo>
                  <a:lnTo>
                    <a:pt x="16" y="56"/>
                  </a:lnTo>
                  <a:lnTo>
                    <a:pt x="16" y="56"/>
                  </a:lnTo>
                  <a:lnTo>
                    <a:pt x="22" y="58"/>
                  </a:lnTo>
                  <a:lnTo>
                    <a:pt x="28" y="58"/>
                  </a:lnTo>
                  <a:lnTo>
                    <a:pt x="38" y="58"/>
                  </a:lnTo>
                  <a:lnTo>
                    <a:pt x="48" y="52"/>
                  </a:lnTo>
                  <a:lnTo>
                    <a:pt x="52" y="48"/>
                  </a:lnTo>
                  <a:lnTo>
                    <a:pt x="56" y="42"/>
                  </a:lnTo>
                  <a:lnTo>
                    <a:pt x="56" y="42"/>
                  </a:lnTo>
                  <a:lnTo>
                    <a:pt x="58" y="36"/>
                  </a:lnTo>
                  <a:lnTo>
                    <a:pt x="58" y="30"/>
                  </a:lnTo>
                  <a:lnTo>
                    <a:pt x="56" y="20"/>
                  </a:lnTo>
                  <a:lnTo>
                    <a:pt x="50" y="10"/>
                  </a:lnTo>
                  <a:lnTo>
                    <a:pt x="46"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51" name="Freeform 147"/>
            <p:cNvSpPr>
              <a:spLocks/>
            </p:cNvSpPr>
            <p:nvPr userDrawn="1"/>
          </p:nvSpPr>
          <p:spPr bwMode="auto">
            <a:xfrm>
              <a:off x="6122988" y="3503613"/>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0 h 58"/>
                <a:gd name="T10" fmla="*/ 10 w 58"/>
                <a:gd name="T11" fmla="*/ 6 h 58"/>
                <a:gd name="T12" fmla="*/ 6 w 58"/>
                <a:gd name="T13" fmla="*/ 10 h 58"/>
                <a:gd name="T14" fmla="*/ 2 w 58"/>
                <a:gd name="T15" fmla="*/ 16 h 58"/>
                <a:gd name="T16" fmla="*/ 2 w 58"/>
                <a:gd name="T17" fmla="*/ 16 h 58"/>
                <a:gd name="T18" fmla="*/ 0 w 58"/>
                <a:gd name="T19" fmla="*/ 22 h 58"/>
                <a:gd name="T20" fmla="*/ 0 w 58"/>
                <a:gd name="T21" fmla="*/ 28 h 58"/>
                <a:gd name="T22" fmla="*/ 2 w 58"/>
                <a:gd name="T23" fmla="*/ 38 h 58"/>
                <a:gd name="T24" fmla="*/ 8 w 58"/>
                <a:gd name="T25" fmla="*/ 48 h 58"/>
                <a:gd name="T26" fmla="*/ 12 w 58"/>
                <a:gd name="T27" fmla="*/ 52 h 58"/>
                <a:gd name="T28" fmla="*/ 16 w 58"/>
                <a:gd name="T29" fmla="*/ 56 h 58"/>
                <a:gd name="T30" fmla="*/ 16 w 58"/>
                <a:gd name="T31" fmla="*/ 56 h 58"/>
                <a:gd name="T32" fmla="*/ 22 w 58"/>
                <a:gd name="T33" fmla="*/ 58 h 58"/>
                <a:gd name="T34" fmla="*/ 28 w 58"/>
                <a:gd name="T35" fmla="*/ 58 h 58"/>
                <a:gd name="T36" fmla="*/ 38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8 w 58"/>
                <a:gd name="T51" fmla="*/ 18 h 58"/>
                <a:gd name="T52" fmla="*/ 52 w 58"/>
                <a:gd name="T53" fmla="*/ 10 h 58"/>
                <a:gd name="T54" fmla="*/ 48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0"/>
                  </a:lnTo>
                  <a:lnTo>
                    <a:pt x="10" y="6"/>
                  </a:lnTo>
                  <a:lnTo>
                    <a:pt x="6" y="10"/>
                  </a:lnTo>
                  <a:lnTo>
                    <a:pt x="2" y="16"/>
                  </a:lnTo>
                  <a:lnTo>
                    <a:pt x="2" y="16"/>
                  </a:lnTo>
                  <a:lnTo>
                    <a:pt x="0" y="22"/>
                  </a:lnTo>
                  <a:lnTo>
                    <a:pt x="0" y="28"/>
                  </a:lnTo>
                  <a:lnTo>
                    <a:pt x="2" y="38"/>
                  </a:lnTo>
                  <a:lnTo>
                    <a:pt x="8" y="48"/>
                  </a:lnTo>
                  <a:lnTo>
                    <a:pt x="12" y="52"/>
                  </a:lnTo>
                  <a:lnTo>
                    <a:pt x="16" y="56"/>
                  </a:lnTo>
                  <a:lnTo>
                    <a:pt x="16" y="56"/>
                  </a:lnTo>
                  <a:lnTo>
                    <a:pt x="22" y="58"/>
                  </a:lnTo>
                  <a:lnTo>
                    <a:pt x="28" y="58"/>
                  </a:lnTo>
                  <a:lnTo>
                    <a:pt x="38" y="56"/>
                  </a:lnTo>
                  <a:lnTo>
                    <a:pt x="48" y="50"/>
                  </a:lnTo>
                  <a:lnTo>
                    <a:pt x="52" y="46"/>
                  </a:lnTo>
                  <a:lnTo>
                    <a:pt x="56" y="42"/>
                  </a:lnTo>
                  <a:lnTo>
                    <a:pt x="56" y="42"/>
                  </a:lnTo>
                  <a:lnTo>
                    <a:pt x="58" y="36"/>
                  </a:lnTo>
                  <a:lnTo>
                    <a:pt x="58" y="30"/>
                  </a:lnTo>
                  <a:lnTo>
                    <a:pt x="58" y="18"/>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52" name="Freeform 148"/>
            <p:cNvSpPr>
              <a:spLocks/>
            </p:cNvSpPr>
            <p:nvPr userDrawn="1"/>
          </p:nvSpPr>
          <p:spPr bwMode="auto">
            <a:xfrm>
              <a:off x="5478463" y="3551238"/>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2 h 58"/>
                <a:gd name="T10" fmla="*/ 10 w 58"/>
                <a:gd name="T11" fmla="*/ 6 h 58"/>
                <a:gd name="T12" fmla="*/ 6 w 58"/>
                <a:gd name="T13" fmla="*/ 10 h 58"/>
                <a:gd name="T14" fmla="*/ 2 w 58"/>
                <a:gd name="T15" fmla="*/ 16 h 58"/>
                <a:gd name="T16" fmla="*/ 2 w 58"/>
                <a:gd name="T17" fmla="*/ 16 h 58"/>
                <a:gd name="T18" fmla="*/ 0 w 58"/>
                <a:gd name="T19" fmla="*/ 22 h 58"/>
                <a:gd name="T20" fmla="*/ 0 w 58"/>
                <a:gd name="T21" fmla="*/ 28 h 58"/>
                <a:gd name="T22" fmla="*/ 0 w 58"/>
                <a:gd name="T23" fmla="*/ 38 h 58"/>
                <a:gd name="T24" fmla="*/ 6 w 58"/>
                <a:gd name="T25" fmla="*/ 48 h 58"/>
                <a:gd name="T26" fmla="*/ 10 w 58"/>
                <a:gd name="T27" fmla="*/ 52 h 58"/>
                <a:gd name="T28" fmla="*/ 16 w 58"/>
                <a:gd name="T29" fmla="*/ 56 h 58"/>
                <a:gd name="T30" fmla="*/ 16 w 58"/>
                <a:gd name="T31" fmla="*/ 56 h 58"/>
                <a:gd name="T32" fmla="*/ 22 w 58"/>
                <a:gd name="T33" fmla="*/ 58 h 58"/>
                <a:gd name="T34" fmla="*/ 28 w 58"/>
                <a:gd name="T35" fmla="*/ 58 h 58"/>
                <a:gd name="T36" fmla="*/ 38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6 w 58"/>
                <a:gd name="T51" fmla="*/ 20 h 58"/>
                <a:gd name="T52" fmla="*/ 50 w 58"/>
                <a:gd name="T53" fmla="*/ 10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2"/>
                  </a:lnTo>
                  <a:lnTo>
                    <a:pt x="10" y="6"/>
                  </a:lnTo>
                  <a:lnTo>
                    <a:pt x="6" y="10"/>
                  </a:lnTo>
                  <a:lnTo>
                    <a:pt x="2" y="16"/>
                  </a:lnTo>
                  <a:lnTo>
                    <a:pt x="2" y="16"/>
                  </a:lnTo>
                  <a:lnTo>
                    <a:pt x="0" y="22"/>
                  </a:lnTo>
                  <a:lnTo>
                    <a:pt x="0" y="28"/>
                  </a:lnTo>
                  <a:lnTo>
                    <a:pt x="0" y="38"/>
                  </a:lnTo>
                  <a:lnTo>
                    <a:pt x="6" y="48"/>
                  </a:lnTo>
                  <a:lnTo>
                    <a:pt x="10" y="52"/>
                  </a:lnTo>
                  <a:lnTo>
                    <a:pt x="16" y="56"/>
                  </a:lnTo>
                  <a:lnTo>
                    <a:pt x="16" y="56"/>
                  </a:lnTo>
                  <a:lnTo>
                    <a:pt x="22" y="58"/>
                  </a:lnTo>
                  <a:lnTo>
                    <a:pt x="28" y="58"/>
                  </a:lnTo>
                  <a:lnTo>
                    <a:pt x="38" y="56"/>
                  </a:lnTo>
                  <a:lnTo>
                    <a:pt x="48" y="50"/>
                  </a:lnTo>
                  <a:lnTo>
                    <a:pt x="52" y="46"/>
                  </a:lnTo>
                  <a:lnTo>
                    <a:pt x="56" y="42"/>
                  </a:lnTo>
                  <a:lnTo>
                    <a:pt x="56" y="42"/>
                  </a:lnTo>
                  <a:lnTo>
                    <a:pt x="58" y="36"/>
                  </a:lnTo>
                  <a:lnTo>
                    <a:pt x="58" y="30"/>
                  </a:lnTo>
                  <a:lnTo>
                    <a:pt x="56" y="20"/>
                  </a:lnTo>
                  <a:lnTo>
                    <a:pt x="50" y="10"/>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53" name="Freeform 149"/>
            <p:cNvSpPr>
              <a:spLocks/>
            </p:cNvSpPr>
            <p:nvPr userDrawn="1"/>
          </p:nvSpPr>
          <p:spPr bwMode="auto">
            <a:xfrm>
              <a:off x="5195888" y="4132263"/>
              <a:ext cx="95250" cy="95250"/>
            </a:xfrm>
            <a:custGeom>
              <a:avLst/>
              <a:gdLst>
                <a:gd name="T0" fmla="*/ 42 w 60"/>
                <a:gd name="T1" fmla="*/ 4 h 60"/>
                <a:gd name="T2" fmla="*/ 42 w 60"/>
                <a:gd name="T3" fmla="*/ 4 h 60"/>
                <a:gd name="T4" fmla="*/ 36 w 60"/>
                <a:gd name="T5" fmla="*/ 2 h 60"/>
                <a:gd name="T6" fmla="*/ 32 w 60"/>
                <a:gd name="T7" fmla="*/ 0 h 60"/>
                <a:gd name="T8" fmla="*/ 20 w 60"/>
                <a:gd name="T9" fmla="*/ 2 h 60"/>
                <a:gd name="T10" fmla="*/ 10 w 60"/>
                <a:gd name="T11" fmla="*/ 8 h 60"/>
                <a:gd name="T12" fmla="*/ 6 w 60"/>
                <a:gd name="T13" fmla="*/ 12 h 60"/>
                <a:gd name="T14" fmla="*/ 4 w 60"/>
                <a:gd name="T15" fmla="*/ 18 h 60"/>
                <a:gd name="T16" fmla="*/ 4 w 60"/>
                <a:gd name="T17" fmla="*/ 18 h 60"/>
                <a:gd name="T18" fmla="*/ 2 w 60"/>
                <a:gd name="T19" fmla="*/ 22 h 60"/>
                <a:gd name="T20" fmla="*/ 0 w 60"/>
                <a:gd name="T21" fmla="*/ 28 h 60"/>
                <a:gd name="T22" fmla="*/ 2 w 60"/>
                <a:gd name="T23" fmla="*/ 40 h 60"/>
                <a:gd name="T24" fmla="*/ 8 w 60"/>
                <a:gd name="T25" fmla="*/ 50 h 60"/>
                <a:gd name="T26" fmla="*/ 12 w 60"/>
                <a:gd name="T27" fmla="*/ 54 h 60"/>
                <a:gd name="T28" fmla="*/ 16 w 60"/>
                <a:gd name="T29" fmla="*/ 56 h 60"/>
                <a:gd name="T30" fmla="*/ 16 w 60"/>
                <a:gd name="T31" fmla="*/ 56 h 60"/>
                <a:gd name="T32" fmla="*/ 22 w 60"/>
                <a:gd name="T33" fmla="*/ 58 h 60"/>
                <a:gd name="T34" fmla="*/ 28 w 60"/>
                <a:gd name="T35" fmla="*/ 60 h 60"/>
                <a:gd name="T36" fmla="*/ 40 w 60"/>
                <a:gd name="T37" fmla="*/ 58 h 60"/>
                <a:gd name="T38" fmla="*/ 50 w 60"/>
                <a:gd name="T39" fmla="*/ 52 h 60"/>
                <a:gd name="T40" fmla="*/ 54 w 60"/>
                <a:gd name="T41" fmla="*/ 48 h 60"/>
                <a:gd name="T42" fmla="*/ 56 w 60"/>
                <a:gd name="T43" fmla="*/ 42 h 60"/>
                <a:gd name="T44" fmla="*/ 56 w 60"/>
                <a:gd name="T45" fmla="*/ 42 h 60"/>
                <a:gd name="T46" fmla="*/ 58 w 60"/>
                <a:gd name="T47" fmla="*/ 38 h 60"/>
                <a:gd name="T48" fmla="*/ 60 w 60"/>
                <a:gd name="T49" fmla="*/ 32 h 60"/>
                <a:gd name="T50" fmla="*/ 58 w 60"/>
                <a:gd name="T51" fmla="*/ 20 h 60"/>
                <a:gd name="T52" fmla="*/ 52 w 60"/>
                <a:gd name="T53" fmla="*/ 10 h 60"/>
                <a:gd name="T54" fmla="*/ 48 w 60"/>
                <a:gd name="T55" fmla="*/ 6 h 60"/>
                <a:gd name="T56" fmla="*/ 42 w 60"/>
                <a:gd name="T57" fmla="*/ 4 h 60"/>
                <a:gd name="T58" fmla="*/ 42 w 60"/>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0" h="60">
                  <a:moveTo>
                    <a:pt x="42" y="4"/>
                  </a:moveTo>
                  <a:lnTo>
                    <a:pt x="42" y="4"/>
                  </a:lnTo>
                  <a:lnTo>
                    <a:pt x="36" y="2"/>
                  </a:lnTo>
                  <a:lnTo>
                    <a:pt x="32" y="0"/>
                  </a:lnTo>
                  <a:lnTo>
                    <a:pt x="20" y="2"/>
                  </a:lnTo>
                  <a:lnTo>
                    <a:pt x="10" y="8"/>
                  </a:lnTo>
                  <a:lnTo>
                    <a:pt x="6" y="12"/>
                  </a:lnTo>
                  <a:lnTo>
                    <a:pt x="4" y="18"/>
                  </a:lnTo>
                  <a:lnTo>
                    <a:pt x="4" y="18"/>
                  </a:lnTo>
                  <a:lnTo>
                    <a:pt x="2" y="22"/>
                  </a:lnTo>
                  <a:lnTo>
                    <a:pt x="0" y="28"/>
                  </a:lnTo>
                  <a:lnTo>
                    <a:pt x="2" y="40"/>
                  </a:lnTo>
                  <a:lnTo>
                    <a:pt x="8" y="50"/>
                  </a:lnTo>
                  <a:lnTo>
                    <a:pt x="12" y="54"/>
                  </a:lnTo>
                  <a:lnTo>
                    <a:pt x="16" y="56"/>
                  </a:lnTo>
                  <a:lnTo>
                    <a:pt x="16" y="56"/>
                  </a:lnTo>
                  <a:lnTo>
                    <a:pt x="22" y="58"/>
                  </a:lnTo>
                  <a:lnTo>
                    <a:pt x="28" y="60"/>
                  </a:lnTo>
                  <a:lnTo>
                    <a:pt x="40" y="58"/>
                  </a:lnTo>
                  <a:lnTo>
                    <a:pt x="50" y="52"/>
                  </a:lnTo>
                  <a:lnTo>
                    <a:pt x="54" y="48"/>
                  </a:lnTo>
                  <a:lnTo>
                    <a:pt x="56" y="42"/>
                  </a:lnTo>
                  <a:lnTo>
                    <a:pt x="56" y="42"/>
                  </a:lnTo>
                  <a:lnTo>
                    <a:pt x="58" y="38"/>
                  </a:lnTo>
                  <a:lnTo>
                    <a:pt x="60" y="32"/>
                  </a:lnTo>
                  <a:lnTo>
                    <a:pt x="58" y="20"/>
                  </a:lnTo>
                  <a:lnTo>
                    <a:pt x="52" y="10"/>
                  </a:lnTo>
                  <a:lnTo>
                    <a:pt x="48"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54" name="Freeform 150"/>
            <p:cNvSpPr>
              <a:spLocks/>
            </p:cNvSpPr>
            <p:nvPr userDrawn="1"/>
          </p:nvSpPr>
          <p:spPr bwMode="auto">
            <a:xfrm>
              <a:off x="5561013" y="4668838"/>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2 h 58"/>
                <a:gd name="T10" fmla="*/ 10 w 58"/>
                <a:gd name="T11" fmla="*/ 6 h 58"/>
                <a:gd name="T12" fmla="*/ 6 w 58"/>
                <a:gd name="T13" fmla="*/ 12 h 58"/>
                <a:gd name="T14" fmla="*/ 2 w 58"/>
                <a:gd name="T15" fmla="*/ 16 h 58"/>
                <a:gd name="T16" fmla="*/ 2 w 58"/>
                <a:gd name="T17" fmla="*/ 16 h 58"/>
                <a:gd name="T18" fmla="*/ 0 w 58"/>
                <a:gd name="T19" fmla="*/ 22 h 58"/>
                <a:gd name="T20" fmla="*/ 0 w 58"/>
                <a:gd name="T21" fmla="*/ 28 h 58"/>
                <a:gd name="T22" fmla="*/ 2 w 58"/>
                <a:gd name="T23" fmla="*/ 38 h 58"/>
                <a:gd name="T24" fmla="*/ 8 w 58"/>
                <a:gd name="T25" fmla="*/ 48 h 58"/>
                <a:gd name="T26" fmla="*/ 12 w 58"/>
                <a:gd name="T27" fmla="*/ 52 h 58"/>
                <a:gd name="T28" fmla="*/ 16 w 58"/>
                <a:gd name="T29" fmla="*/ 56 h 58"/>
                <a:gd name="T30" fmla="*/ 16 w 58"/>
                <a:gd name="T31" fmla="*/ 56 h 58"/>
                <a:gd name="T32" fmla="*/ 22 w 58"/>
                <a:gd name="T33" fmla="*/ 58 h 58"/>
                <a:gd name="T34" fmla="*/ 28 w 58"/>
                <a:gd name="T35" fmla="*/ 58 h 58"/>
                <a:gd name="T36" fmla="*/ 38 w 58"/>
                <a:gd name="T37" fmla="*/ 56 h 58"/>
                <a:gd name="T38" fmla="*/ 48 w 58"/>
                <a:gd name="T39" fmla="*/ 52 h 58"/>
                <a:gd name="T40" fmla="*/ 52 w 58"/>
                <a:gd name="T41" fmla="*/ 46 h 58"/>
                <a:gd name="T42" fmla="*/ 56 w 58"/>
                <a:gd name="T43" fmla="*/ 42 h 58"/>
                <a:gd name="T44" fmla="*/ 56 w 58"/>
                <a:gd name="T45" fmla="*/ 42 h 58"/>
                <a:gd name="T46" fmla="*/ 58 w 58"/>
                <a:gd name="T47" fmla="*/ 36 h 58"/>
                <a:gd name="T48" fmla="*/ 58 w 58"/>
                <a:gd name="T49" fmla="*/ 30 h 58"/>
                <a:gd name="T50" fmla="*/ 56 w 58"/>
                <a:gd name="T51" fmla="*/ 20 h 58"/>
                <a:gd name="T52" fmla="*/ 52 w 58"/>
                <a:gd name="T53" fmla="*/ 10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2"/>
                  </a:lnTo>
                  <a:lnTo>
                    <a:pt x="10" y="6"/>
                  </a:lnTo>
                  <a:lnTo>
                    <a:pt x="6" y="12"/>
                  </a:lnTo>
                  <a:lnTo>
                    <a:pt x="2" y="16"/>
                  </a:lnTo>
                  <a:lnTo>
                    <a:pt x="2" y="16"/>
                  </a:lnTo>
                  <a:lnTo>
                    <a:pt x="0" y="22"/>
                  </a:lnTo>
                  <a:lnTo>
                    <a:pt x="0" y="28"/>
                  </a:lnTo>
                  <a:lnTo>
                    <a:pt x="2" y="38"/>
                  </a:lnTo>
                  <a:lnTo>
                    <a:pt x="8" y="48"/>
                  </a:lnTo>
                  <a:lnTo>
                    <a:pt x="12" y="52"/>
                  </a:lnTo>
                  <a:lnTo>
                    <a:pt x="16" y="56"/>
                  </a:lnTo>
                  <a:lnTo>
                    <a:pt x="16" y="56"/>
                  </a:lnTo>
                  <a:lnTo>
                    <a:pt x="22" y="58"/>
                  </a:lnTo>
                  <a:lnTo>
                    <a:pt x="28" y="58"/>
                  </a:lnTo>
                  <a:lnTo>
                    <a:pt x="38" y="56"/>
                  </a:lnTo>
                  <a:lnTo>
                    <a:pt x="48" y="52"/>
                  </a:lnTo>
                  <a:lnTo>
                    <a:pt x="52" y="46"/>
                  </a:lnTo>
                  <a:lnTo>
                    <a:pt x="56" y="42"/>
                  </a:lnTo>
                  <a:lnTo>
                    <a:pt x="56" y="42"/>
                  </a:lnTo>
                  <a:lnTo>
                    <a:pt x="58" y="36"/>
                  </a:lnTo>
                  <a:lnTo>
                    <a:pt x="58" y="30"/>
                  </a:lnTo>
                  <a:lnTo>
                    <a:pt x="56" y="20"/>
                  </a:lnTo>
                  <a:lnTo>
                    <a:pt x="52" y="10"/>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55" name="Freeform 151"/>
            <p:cNvSpPr>
              <a:spLocks/>
            </p:cNvSpPr>
            <p:nvPr userDrawn="1"/>
          </p:nvSpPr>
          <p:spPr bwMode="auto">
            <a:xfrm>
              <a:off x="6205538" y="4621213"/>
              <a:ext cx="95250" cy="92075"/>
            </a:xfrm>
            <a:custGeom>
              <a:avLst/>
              <a:gdLst>
                <a:gd name="T0" fmla="*/ 42 w 60"/>
                <a:gd name="T1" fmla="*/ 2 h 58"/>
                <a:gd name="T2" fmla="*/ 42 w 60"/>
                <a:gd name="T3" fmla="*/ 2 h 58"/>
                <a:gd name="T4" fmla="*/ 36 w 60"/>
                <a:gd name="T5" fmla="*/ 0 h 58"/>
                <a:gd name="T6" fmla="*/ 32 w 60"/>
                <a:gd name="T7" fmla="*/ 0 h 58"/>
                <a:gd name="T8" fmla="*/ 20 w 60"/>
                <a:gd name="T9" fmla="*/ 2 h 58"/>
                <a:gd name="T10" fmla="*/ 10 w 60"/>
                <a:gd name="T11" fmla="*/ 6 h 58"/>
                <a:gd name="T12" fmla="*/ 6 w 60"/>
                <a:gd name="T13" fmla="*/ 10 h 58"/>
                <a:gd name="T14" fmla="*/ 4 w 60"/>
                <a:gd name="T15" fmla="*/ 16 h 58"/>
                <a:gd name="T16" fmla="*/ 4 w 60"/>
                <a:gd name="T17" fmla="*/ 16 h 58"/>
                <a:gd name="T18" fmla="*/ 2 w 60"/>
                <a:gd name="T19" fmla="*/ 22 h 58"/>
                <a:gd name="T20" fmla="*/ 0 w 60"/>
                <a:gd name="T21" fmla="*/ 28 h 58"/>
                <a:gd name="T22" fmla="*/ 2 w 60"/>
                <a:gd name="T23" fmla="*/ 38 h 58"/>
                <a:gd name="T24" fmla="*/ 8 w 60"/>
                <a:gd name="T25" fmla="*/ 48 h 58"/>
                <a:gd name="T26" fmla="*/ 12 w 60"/>
                <a:gd name="T27" fmla="*/ 52 h 58"/>
                <a:gd name="T28" fmla="*/ 16 w 60"/>
                <a:gd name="T29" fmla="*/ 56 h 58"/>
                <a:gd name="T30" fmla="*/ 16 w 60"/>
                <a:gd name="T31" fmla="*/ 56 h 58"/>
                <a:gd name="T32" fmla="*/ 22 w 60"/>
                <a:gd name="T33" fmla="*/ 58 h 58"/>
                <a:gd name="T34" fmla="*/ 28 w 60"/>
                <a:gd name="T35" fmla="*/ 58 h 58"/>
                <a:gd name="T36" fmla="*/ 40 w 60"/>
                <a:gd name="T37" fmla="*/ 56 h 58"/>
                <a:gd name="T38" fmla="*/ 50 w 60"/>
                <a:gd name="T39" fmla="*/ 50 h 58"/>
                <a:gd name="T40" fmla="*/ 54 w 60"/>
                <a:gd name="T41" fmla="*/ 46 h 58"/>
                <a:gd name="T42" fmla="*/ 56 w 60"/>
                <a:gd name="T43" fmla="*/ 42 h 58"/>
                <a:gd name="T44" fmla="*/ 56 w 60"/>
                <a:gd name="T45" fmla="*/ 42 h 58"/>
                <a:gd name="T46" fmla="*/ 58 w 60"/>
                <a:gd name="T47" fmla="*/ 36 h 58"/>
                <a:gd name="T48" fmla="*/ 60 w 60"/>
                <a:gd name="T49" fmla="*/ 30 h 58"/>
                <a:gd name="T50" fmla="*/ 58 w 60"/>
                <a:gd name="T51" fmla="*/ 20 h 58"/>
                <a:gd name="T52" fmla="*/ 52 w 60"/>
                <a:gd name="T53" fmla="*/ 10 h 58"/>
                <a:gd name="T54" fmla="*/ 48 w 60"/>
                <a:gd name="T55" fmla="*/ 6 h 58"/>
                <a:gd name="T56" fmla="*/ 42 w 60"/>
                <a:gd name="T57" fmla="*/ 2 h 58"/>
                <a:gd name="T58" fmla="*/ 42 w 60"/>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0" h="58">
                  <a:moveTo>
                    <a:pt x="42" y="2"/>
                  </a:moveTo>
                  <a:lnTo>
                    <a:pt x="42" y="2"/>
                  </a:lnTo>
                  <a:lnTo>
                    <a:pt x="36" y="0"/>
                  </a:lnTo>
                  <a:lnTo>
                    <a:pt x="32" y="0"/>
                  </a:lnTo>
                  <a:lnTo>
                    <a:pt x="20" y="2"/>
                  </a:lnTo>
                  <a:lnTo>
                    <a:pt x="10" y="6"/>
                  </a:lnTo>
                  <a:lnTo>
                    <a:pt x="6" y="10"/>
                  </a:lnTo>
                  <a:lnTo>
                    <a:pt x="4" y="16"/>
                  </a:lnTo>
                  <a:lnTo>
                    <a:pt x="4" y="16"/>
                  </a:lnTo>
                  <a:lnTo>
                    <a:pt x="2" y="22"/>
                  </a:lnTo>
                  <a:lnTo>
                    <a:pt x="0" y="28"/>
                  </a:lnTo>
                  <a:lnTo>
                    <a:pt x="2" y="38"/>
                  </a:lnTo>
                  <a:lnTo>
                    <a:pt x="8" y="48"/>
                  </a:lnTo>
                  <a:lnTo>
                    <a:pt x="12" y="52"/>
                  </a:lnTo>
                  <a:lnTo>
                    <a:pt x="16" y="56"/>
                  </a:lnTo>
                  <a:lnTo>
                    <a:pt x="16" y="56"/>
                  </a:lnTo>
                  <a:lnTo>
                    <a:pt x="22" y="58"/>
                  </a:lnTo>
                  <a:lnTo>
                    <a:pt x="28" y="58"/>
                  </a:lnTo>
                  <a:lnTo>
                    <a:pt x="40" y="56"/>
                  </a:lnTo>
                  <a:lnTo>
                    <a:pt x="50" y="50"/>
                  </a:lnTo>
                  <a:lnTo>
                    <a:pt x="54" y="46"/>
                  </a:lnTo>
                  <a:lnTo>
                    <a:pt x="56" y="42"/>
                  </a:lnTo>
                  <a:lnTo>
                    <a:pt x="56" y="42"/>
                  </a:lnTo>
                  <a:lnTo>
                    <a:pt x="58" y="36"/>
                  </a:lnTo>
                  <a:lnTo>
                    <a:pt x="60" y="30"/>
                  </a:lnTo>
                  <a:lnTo>
                    <a:pt x="58" y="20"/>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56" name="Freeform 152"/>
            <p:cNvSpPr>
              <a:spLocks/>
            </p:cNvSpPr>
            <p:nvPr userDrawn="1"/>
          </p:nvSpPr>
          <p:spPr bwMode="auto">
            <a:xfrm>
              <a:off x="6488113" y="4037013"/>
              <a:ext cx="92075" cy="92075"/>
            </a:xfrm>
            <a:custGeom>
              <a:avLst/>
              <a:gdLst>
                <a:gd name="T0" fmla="*/ 42 w 58"/>
                <a:gd name="T1" fmla="*/ 4 h 58"/>
                <a:gd name="T2" fmla="*/ 42 w 58"/>
                <a:gd name="T3" fmla="*/ 4 h 58"/>
                <a:gd name="T4" fmla="*/ 36 w 58"/>
                <a:gd name="T5" fmla="*/ 2 h 58"/>
                <a:gd name="T6" fmla="*/ 30 w 58"/>
                <a:gd name="T7" fmla="*/ 0 h 58"/>
                <a:gd name="T8" fmla="*/ 20 w 58"/>
                <a:gd name="T9" fmla="*/ 2 h 58"/>
                <a:gd name="T10" fmla="*/ 10 w 58"/>
                <a:gd name="T11" fmla="*/ 8 h 58"/>
                <a:gd name="T12" fmla="*/ 6 w 58"/>
                <a:gd name="T13" fmla="*/ 12 h 58"/>
                <a:gd name="T14" fmla="*/ 2 w 58"/>
                <a:gd name="T15" fmla="*/ 16 h 58"/>
                <a:gd name="T16" fmla="*/ 2 w 58"/>
                <a:gd name="T17" fmla="*/ 16 h 58"/>
                <a:gd name="T18" fmla="*/ 0 w 58"/>
                <a:gd name="T19" fmla="*/ 22 h 58"/>
                <a:gd name="T20" fmla="*/ 0 w 58"/>
                <a:gd name="T21" fmla="*/ 28 h 58"/>
                <a:gd name="T22" fmla="*/ 2 w 58"/>
                <a:gd name="T23" fmla="*/ 40 h 58"/>
                <a:gd name="T24" fmla="*/ 6 w 58"/>
                <a:gd name="T25" fmla="*/ 48 h 58"/>
                <a:gd name="T26" fmla="*/ 10 w 58"/>
                <a:gd name="T27" fmla="*/ 52 h 58"/>
                <a:gd name="T28" fmla="*/ 16 w 58"/>
                <a:gd name="T29" fmla="*/ 56 h 58"/>
                <a:gd name="T30" fmla="*/ 16 w 58"/>
                <a:gd name="T31" fmla="*/ 56 h 58"/>
                <a:gd name="T32" fmla="*/ 22 w 58"/>
                <a:gd name="T33" fmla="*/ 58 h 58"/>
                <a:gd name="T34" fmla="*/ 28 w 58"/>
                <a:gd name="T35" fmla="*/ 58 h 58"/>
                <a:gd name="T36" fmla="*/ 38 w 58"/>
                <a:gd name="T37" fmla="*/ 58 h 58"/>
                <a:gd name="T38" fmla="*/ 48 w 58"/>
                <a:gd name="T39" fmla="*/ 52 h 58"/>
                <a:gd name="T40" fmla="*/ 52 w 58"/>
                <a:gd name="T41" fmla="*/ 48 h 58"/>
                <a:gd name="T42" fmla="*/ 56 w 58"/>
                <a:gd name="T43" fmla="*/ 42 h 58"/>
                <a:gd name="T44" fmla="*/ 56 w 58"/>
                <a:gd name="T45" fmla="*/ 42 h 58"/>
                <a:gd name="T46" fmla="*/ 58 w 58"/>
                <a:gd name="T47" fmla="*/ 36 h 58"/>
                <a:gd name="T48" fmla="*/ 58 w 58"/>
                <a:gd name="T49" fmla="*/ 30 h 58"/>
                <a:gd name="T50" fmla="*/ 56 w 58"/>
                <a:gd name="T51" fmla="*/ 20 h 58"/>
                <a:gd name="T52" fmla="*/ 50 w 58"/>
                <a:gd name="T53" fmla="*/ 10 h 58"/>
                <a:gd name="T54" fmla="*/ 46 w 58"/>
                <a:gd name="T55" fmla="*/ 6 h 58"/>
                <a:gd name="T56" fmla="*/ 42 w 58"/>
                <a:gd name="T57" fmla="*/ 4 h 58"/>
                <a:gd name="T58" fmla="*/ 42 w 58"/>
                <a:gd name="T59"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4"/>
                  </a:moveTo>
                  <a:lnTo>
                    <a:pt x="42" y="4"/>
                  </a:lnTo>
                  <a:lnTo>
                    <a:pt x="36" y="2"/>
                  </a:lnTo>
                  <a:lnTo>
                    <a:pt x="30" y="0"/>
                  </a:lnTo>
                  <a:lnTo>
                    <a:pt x="20" y="2"/>
                  </a:lnTo>
                  <a:lnTo>
                    <a:pt x="10" y="8"/>
                  </a:lnTo>
                  <a:lnTo>
                    <a:pt x="6" y="12"/>
                  </a:lnTo>
                  <a:lnTo>
                    <a:pt x="2" y="16"/>
                  </a:lnTo>
                  <a:lnTo>
                    <a:pt x="2" y="16"/>
                  </a:lnTo>
                  <a:lnTo>
                    <a:pt x="0" y="22"/>
                  </a:lnTo>
                  <a:lnTo>
                    <a:pt x="0" y="28"/>
                  </a:lnTo>
                  <a:lnTo>
                    <a:pt x="2" y="40"/>
                  </a:lnTo>
                  <a:lnTo>
                    <a:pt x="6" y="48"/>
                  </a:lnTo>
                  <a:lnTo>
                    <a:pt x="10" y="52"/>
                  </a:lnTo>
                  <a:lnTo>
                    <a:pt x="16" y="56"/>
                  </a:lnTo>
                  <a:lnTo>
                    <a:pt x="16" y="56"/>
                  </a:lnTo>
                  <a:lnTo>
                    <a:pt x="22" y="58"/>
                  </a:lnTo>
                  <a:lnTo>
                    <a:pt x="28" y="58"/>
                  </a:lnTo>
                  <a:lnTo>
                    <a:pt x="38" y="58"/>
                  </a:lnTo>
                  <a:lnTo>
                    <a:pt x="48" y="52"/>
                  </a:lnTo>
                  <a:lnTo>
                    <a:pt x="52" y="48"/>
                  </a:lnTo>
                  <a:lnTo>
                    <a:pt x="56" y="42"/>
                  </a:lnTo>
                  <a:lnTo>
                    <a:pt x="56" y="42"/>
                  </a:lnTo>
                  <a:lnTo>
                    <a:pt x="58" y="36"/>
                  </a:lnTo>
                  <a:lnTo>
                    <a:pt x="58" y="30"/>
                  </a:lnTo>
                  <a:lnTo>
                    <a:pt x="56" y="20"/>
                  </a:lnTo>
                  <a:lnTo>
                    <a:pt x="50" y="10"/>
                  </a:lnTo>
                  <a:lnTo>
                    <a:pt x="46"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57" name="Freeform 153"/>
            <p:cNvSpPr>
              <a:spLocks/>
            </p:cNvSpPr>
            <p:nvPr userDrawn="1"/>
          </p:nvSpPr>
          <p:spPr bwMode="auto">
            <a:xfrm>
              <a:off x="6205538" y="4621213"/>
              <a:ext cx="95250" cy="92075"/>
            </a:xfrm>
            <a:custGeom>
              <a:avLst/>
              <a:gdLst>
                <a:gd name="T0" fmla="*/ 42 w 60"/>
                <a:gd name="T1" fmla="*/ 2 h 58"/>
                <a:gd name="T2" fmla="*/ 42 w 60"/>
                <a:gd name="T3" fmla="*/ 2 h 58"/>
                <a:gd name="T4" fmla="*/ 36 w 60"/>
                <a:gd name="T5" fmla="*/ 0 h 58"/>
                <a:gd name="T6" fmla="*/ 32 w 60"/>
                <a:gd name="T7" fmla="*/ 0 h 58"/>
                <a:gd name="T8" fmla="*/ 20 w 60"/>
                <a:gd name="T9" fmla="*/ 2 h 58"/>
                <a:gd name="T10" fmla="*/ 10 w 60"/>
                <a:gd name="T11" fmla="*/ 6 h 58"/>
                <a:gd name="T12" fmla="*/ 6 w 60"/>
                <a:gd name="T13" fmla="*/ 10 h 58"/>
                <a:gd name="T14" fmla="*/ 4 w 60"/>
                <a:gd name="T15" fmla="*/ 16 h 58"/>
                <a:gd name="T16" fmla="*/ 4 w 60"/>
                <a:gd name="T17" fmla="*/ 16 h 58"/>
                <a:gd name="T18" fmla="*/ 2 w 60"/>
                <a:gd name="T19" fmla="*/ 22 h 58"/>
                <a:gd name="T20" fmla="*/ 0 w 60"/>
                <a:gd name="T21" fmla="*/ 28 h 58"/>
                <a:gd name="T22" fmla="*/ 2 w 60"/>
                <a:gd name="T23" fmla="*/ 38 h 58"/>
                <a:gd name="T24" fmla="*/ 8 w 60"/>
                <a:gd name="T25" fmla="*/ 48 h 58"/>
                <a:gd name="T26" fmla="*/ 12 w 60"/>
                <a:gd name="T27" fmla="*/ 52 h 58"/>
                <a:gd name="T28" fmla="*/ 16 w 60"/>
                <a:gd name="T29" fmla="*/ 56 h 58"/>
                <a:gd name="T30" fmla="*/ 16 w 60"/>
                <a:gd name="T31" fmla="*/ 56 h 58"/>
                <a:gd name="T32" fmla="*/ 22 w 60"/>
                <a:gd name="T33" fmla="*/ 58 h 58"/>
                <a:gd name="T34" fmla="*/ 28 w 60"/>
                <a:gd name="T35" fmla="*/ 58 h 58"/>
                <a:gd name="T36" fmla="*/ 40 w 60"/>
                <a:gd name="T37" fmla="*/ 56 h 58"/>
                <a:gd name="T38" fmla="*/ 50 w 60"/>
                <a:gd name="T39" fmla="*/ 50 h 58"/>
                <a:gd name="T40" fmla="*/ 54 w 60"/>
                <a:gd name="T41" fmla="*/ 46 h 58"/>
                <a:gd name="T42" fmla="*/ 56 w 60"/>
                <a:gd name="T43" fmla="*/ 42 h 58"/>
                <a:gd name="T44" fmla="*/ 56 w 60"/>
                <a:gd name="T45" fmla="*/ 42 h 58"/>
                <a:gd name="T46" fmla="*/ 58 w 60"/>
                <a:gd name="T47" fmla="*/ 36 h 58"/>
                <a:gd name="T48" fmla="*/ 60 w 60"/>
                <a:gd name="T49" fmla="*/ 30 h 58"/>
                <a:gd name="T50" fmla="*/ 58 w 60"/>
                <a:gd name="T51" fmla="*/ 20 h 58"/>
                <a:gd name="T52" fmla="*/ 52 w 60"/>
                <a:gd name="T53" fmla="*/ 10 h 58"/>
                <a:gd name="T54" fmla="*/ 48 w 60"/>
                <a:gd name="T55" fmla="*/ 6 h 58"/>
                <a:gd name="T56" fmla="*/ 42 w 60"/>
                <a:gd name="T57" fmla="*/ 2 h 58"/>
                <a:gd name="T58" fmla="*/ 42 w 60"/>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0" h="58">
                  <a:moveTo>
                    <a:pt x="42" y="2"/>
                  </a:moveTo>
                  <a:lnTo>
                    <a:pt x="42" y="2"/>
                  </a:lnTo>
                  <a:lnTo>
                    <a:pt x="36" y="0"/>
                  </a:lnTo>
                  <a:lnTo>
                    <a:pt x="32" y="0"/>
                  </a:lnTo>
                  <a:lnTo>
                    <a:pt x="20" y="2"/>
                  </a:lnTo>
                  <a:lnTo>
                    <a:pt x="10" y="6"/>
                  </a:lnTo>
                  <a:lnTo>
                    <a:pt x="6" y="10"/>
                  </a:lnTo>
                  <a:lnTo>
                    <a:pt x="4" y="16"/>
                  </a:lnTo>
                  <a:lnTo>
                    <a:pt x="4" y="16"/>
                  </a:lnTo>
                  <a:lnTo>
                    <a:pt x="2" y="22"/>
                  </a:lnTo>
                  <a:lnTo>
                    <a:pt x="0" y="28"/>
                  </a:lnTo>
                  <a:lnTo>
                    <a:pt x="2" y="38"/>
                  </a:lnTo>
                  <a:lnTo>
                    <a:pt x="8" y="48"/>
                  </a:lnTo>
                  <a:lnTo>
                    <a:pt x="12" y="52"/>
                  </a:lnTo>
                  <a:lnTo>
                    <a:pt x="16" y="56"/>
                  </a:lnTo>
                  <a:lnTo>
                    <a:pt x="16" y="56"/>
                  </a:lnTo>
                  <a:lnTo>
                    <a:pt x="22" y="58"/>
                  </a:lnTo>
                  <a:lnTo>
                    <a:pt x="28" y="58"/>
                  </a:lnTo>
                  <a:lnTo>
                    <a:pt x="40" y="56"/>
                  </a:lnTo>
                  <a:lnTo>
                    <a:pt x="50" y="50"/>
                  </a:lnTo>
                  <a:lnTo>
                    <a:pt x="54" y="46"/>
                  </a:lnTo>
                  <a:lnTo>
                    <a:pt x="56" y="42"/>
                  </a:lnTo>
                  <a:lnTo>
                    <a:pt x="56" y="42"/>
                  </a:lnTo>
                  <a:lnTo>
                    <a:pt x="58" y="36"/>
                  </a:lnTo>
                  <a:lnTo>
                    <a:pt x="60" y="30"/>
                  </a:lnTo>
                  <a:lnTo>
                    <a:pt x="58" y="20"/>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58" name="Freeform 154"/>
            <p:cNvSpPr>
              <a:spLocks/>
            </p:cNvSpPr>
            <p:nvPr userDrawn="1"/>
          </p:nvSpPr>
          <p:spPr bwMode="auto">
            <a:xfrm>
              <a:off x="6570663" y="5154613"/>
              <a:ext cx="92075" cy="95250"/>
            </a:xfrm>
            <a:custGeom>
              <a:avLst/>
              <a:gdLst>
                <a:gd name="T0" fmla="*/ 42 w 58"/>
                <a:gd name="T1" fmla="*/ 4 h 60"/>
                <a:gd name="T2" fmla="*/ 42 w 58"/>
                <a:gd name="T3" fmla="*/ 4 h 60"/>
                <a:gd name="T4" fmla="*/ 36 w 58"/>
                <a:gd name="T5" fmla="*/ 2 h 60"/>
                <a:gd name="T6" fmla="*/ 30 w 58"/>
                <a:gd name="T7" fmla="*/ 0 h 60"/>
                <a:gd name="T8" fmla="*/ 20 w 58"/>
                <a:gd name="T9" fmla="*/ 2 h 60"/>
                <a:gd name="T10" fmla="*/ 10 w 58"/>
                <a:gd name="T11" fmla="*/ 8 h 60"/>
                <a:gd name="T12" fmla="*/ 6 w 58"/>
                <a:gd name="T13" fmla="*/ 12 h 60"/>
                <a:gd name="T14" fmla="*/ 2 w 58"/>
                <a:gd name="T15" fmla="*/ 16 h 60"/>
                <a:gd name="T16" fmla="*/ 2 w 58"/>
                <a:gd name="T17" fmla="*/ 16 h 60"/>
                <a:gd name="T18" fmla="*/ 0 w 58"/>
                <a:gd name="T19" fmla="*/ 22 h 60"/>
                <a:gd name="T20" fmla="*/ 0 w 58"/>
                <a:gd name="T21" fmla="*/ 28 h 60"/>
                <a:gd name="T22" fmla="*/ 2 w 58"/>
                <a:gd name="T23" fmla="*/ 40 h 60"/>
                <a:gd name="T24" fmla="*/ 8 w 58"/>
                <a:gd name="T25" fmla="*/ 50 h 60"/>
                <a:gd name="T26" fmla="*/ 12 w 58"/>
                <a:gd name="T27" fmla="*/ 54 h 60"/>
                <a:gd name="T28" fmla="*/ 16 w 58"/>
                <a:gd name="T29" fmla="*/ 56 h 60"/>
                <a:gd name="T30" fmla="*/ 16 w 58"/>
                <a:gd name="T31" fmla="*/ 56 h 60"/>
                <a:gd name="T32" fmla="*/ 22 w 58"/>
                <a:gd name="T33" fmla="*/ 58 h 60"/>
                <a:gd name="T34" fmla="*/ 28 w 58"/>
                <a:gd name="T35" fmla="*/ 60 h 60"/>
                <a:gd name="T36" fmla="*/ 38 w 58"/>
                <a:gd name="T37" fmla="*/ 58 h 60"/>
                <a:gd name="T38" fmla="*/ 48 w 58"/>
                <a:gd name="T39" fmla="*/ 52 h 60"/>
                <a:gd name="T40" fmla="*/ 52 w 58"/>
                <a:gd name="T41" fmla="*/ 48 h 60"/>
                <a:gd name="T42" fmla="*/ 56 w 58"/>
                <a:gd name="T43" fmla="*/ 42 h 60"/>
                <a:gd name="T44" fmla="*/ 56 w 58"/>
                <a:gd name="T45" fmla="*/ 42 h 60"/>
                <a:gd name="T46" fmla="*/ 58 w 58"/>
                <a:gd name="T47" fmla="*/ 36 h 60"/>
                <a:gd name="T48" fmla="*/ 58 w 58"/>
                <a:gd name="T49" fmla="*/ 32 h 60"/>
                <a:gd name="T50" fmla="*/ 56 w 58"/>
                <a:gd name="T51" fmla="*/ 20 h 60"/>
                <a:gd name="T52" fmla="*/ 52 w 58"/>
                <a:gd name="T53" fmla="*/ 10 h 60"/>
                <a:gd name="T54" fmla="*/ 48 w 58"/>
                <a:gd name="T55" fmla="*/ 6 h 60"/>
                <a:gd name="T56" fmla="*/ 42 w 58"/>
                <a:gd name="T57" fmla="*/ 4 h 60"/>
                <a:gd name="T58" fmla="*/ 42 w 58"/>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42" y="4"/>
                  </a:moveTo>
                  <a:lnTo>
                    <a:pt x="42" y="4"/>
                  </a:lnTo>
                  <a:lnTo>
                    <a:pt x="36" y="2"/>
                  </a:lnTo>
                  <a:lnTo>
                    <a:pt x="30" y="0"/>
                  </a:lnTo>
                  <a:lnTo>
                    <a:pt x="20" y="2"/>
                  </a:lnTo>
                  <a:lnTo>
                    <a:pt x="10" y="8"/>
                  </a:lnTo>
                  <a:lnTo>
                    <a:pt x="6" y="12"/>
                  </a:lnTo>
                  <a:lnTo>
                    <a:pt x="2" y="16"/>
                  </a:lnTo>
                  <a:lnTo>
                    <a:pt x="2" y="16"/>
                  </a:lnTo>
                  <a:lnTo>
                    <a:pt x="0" y="22"/>
                  </a:lnTo>
                  <a:lnTo>
                    <a:pt x="0" y="28"/>
                  </a:lnTo>
                  <a:lnTo>
                    <a:pt x="2" y="40"/>
                  </a:lnTo>
                  <a:lnTo>
                    <a:pt x="8" y="50"/>
                  </a:lnTo>
                  <a:lnTo>
                    <a:pt x="12" y="54"/>
                  </a:lnTo>
                  <a:lnTo>
                    <a:pt x="16" y="56"/>
                  </a:lnTo>
                  <a:lnTo>
                    <a:pt x="16" y="56"/>
                  </a:lnTo>
                  <a:lnTo>
                    <a:pt x="22" y="58"/>
                  </a:lnTo>
                  <a:lnTo>
                    <a:pt x="28" y="60"/>
                  </a:lnTo>
                  <a:lnTo>
                    <a:pt x="38" y="58"/>
                  </a:lnTo>
                  <a:lnTo>
                    <a:pt x="48" y="52"/>
                  </a:lnTo>
                  <a:lnTo>
                    <a:pt x="52" y="48"/>
                  </a:lnTo>
                  <a:lnTo>
                    <a:pt x="56" y="42"/>
                  </a:lnTo>
                  <a:lnTo>
                    <a:pt x="56" y="42"/>
                  </a:lnTo>
                  <a:lnTo>
                    <a:pt x="58" y="36"/>
                  </a:lnTo>
                  <a:lnTo>
                    <a:pt x="58" y="32"/>
                  </a:lnTo>
                  <a:lnTo>
                    <a:pt x="56" y="20"/>
                  </a:lnTo>
                  <a:lnTo>
                    <a:pt x="52" y="10"/>
                  </a:lnTo>
                  <a:lnTo>
                    <a:pt x="48"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59" name="Freeform 155"/>
            <p:cNvSpPr>
              <a:spLocks/>
            </p:cNvSpPr>
            <p:nvPr userDrawn="1"/>
          </p:nvSpPr>
          <p:spPr bwMode="auto">
            <a:xfrm>
              <a:off x="2449513" y="2090738"/>
              <a:ext cx="92075" cy="92075"/>
            </a:xfrm>
            <a:custGeom>
              <a:avLst/>
              <a:gdLst>
                <a:gd name="T0" fmla="*/ 42 w 58"/>
                <a:gd name="T1" fmla="*/ 2 h 58"/>
                <a:gd name="T2" fmla="*/ 42 w 58"/>
                <a:gd name="T3" fmla="*/ 2 h 58"/>
                <a:gd name="T4" fmla="*/ 36 w 58"/>
                <a:gd name="T5" fmla="*/ 0 h 58"/>
                <a:gd name="T6" fmla="*/ 30 w 58"/>
                <a:gd name="T7" fmla="*/ 0 h 58"/>
                <a:gd name="T8" fmla="*/ 18 w 58"/>
                <a:gd name="T9" fmla="*/ 0 h 58"/>
                <a:gd name="T10" fmla="*/ 10 w 58"/>
                <a:gd name="T11" fmla="*/ 6 h 58"/>
                <a:gd name="T12" fmla="*/ 6 w 58"/>
                <a:gd name="T13" fmla="*/ 10 h 58"/>
                <a:gd name="T14" fmla="*/ 2 w 58"/>
                <a:gd name="T15" fmla="*/ 16 h 58"/>
                <a:gd name="T16" fmla="*/ 2 w 58"/>
                <a:gd name="T17" fmla="*/ 16 h 58"/>
                <a:gd name="T18" fmla="*/ 0 w 58"/>
                <a:gd name="T19" fmla="*/ 22 h 58"/>
                <a:gd name="T20" fmla="*/ 0 w 58"/>
                <a:gd name="T21" fmla="*/ 28 h 58"/>
                <a:gd name="T22" fmla="*/ 0 w 58"/>
                <a:gd name="T23" fmla="*/ 38 h 58"/>
                <a:gd name="T24" fmla="*/ 6 w 58"/>
                <a:gd name="T25" fmla="*/ 48 h 58"/>
                <a:gd name="T26" fmla="*/ 10 w 58"/>
                <a:gd name="T27" fmla="*/ 52 h 58"/>
                <a:gd name="T28" fmla="*/ 16 w 58"/>
                <a:gd name="T29" fmla="*/ 56 h 58"/>
                <a:gd name="T30" fmla="*/ 16 w 58"/>
                <a:gd name="T31" fmla="*/ 56 h 58"/>
                <a:gd name="T32" fmla="*/ 22 w 58"/>
                <a:gd name="T33" fmla="*/ 58 h 58"/>
                <a:gd name="T34" fmla="*/ 28 w 58"/>
                <a:gd name="T35" fmla="*/ 58 h 58"/>
                <a:gd name="T36" fmla="*/ 38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6 w 58"/>
                <a:gd name="T51" fmla="*/ 20 h 58"/>
                <a:gd name="T52" fmla="*/ 50 w 58"/>
                <a:gd name="T53" fmla="*/ 10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18" y="0"/>
                  </a:lnTo>
                  <a:lnTo>
                    <a:pt x="10" y="6"/>
                  </a:lnTo>
                  <a:lnTo>
                    <a:pt x="6" y="10"/>
                  </a:lnTo>
                  <a:lnTo>
                    <a:pt x="2" y="16"/>
                  </a:lnTo>
                  <a:lnTo>
                    <a:pt x="2" y="16"/>
                  </a:lnTo>
                  <a:lnTo>
                    <a:pt x="0" y="22"/>
                  </a:lnTo>
                  <a:lnTo>
                    <a:pt x="0" y="28"/>
                  </a:lnTo>
                  <a:lnTo>
                    <a:pt x="0" y="38"/>
                  </a:lnTo>
                  <a:lnTo>
                    <a:pt x="6" y="48"/>
                  </a:lnTo>
                  <a:lnTo>
                    <a:pt x="10" y="52"/>
                  </a:lnTo>
                  <a:lnTo>
                    <a:pt x="16" y="56"/>
                  </a:lnTo>
                  <a:lnTo>
                    <a:pt x="16" y="56"/>
                  </a:lnTo>
                  <a:lnTo>
                    <a:pt x="22" y="58"/>
                  </a:lnTo>
                  <a:lnTo>
                    <a:pt x="28" y="58"/>
                  </a:lnTo>
                  <a:lnTo>
                    <a:pt x="38" y="56"/>
                  </a:lnTo>
                  <a:lnTo>
                    <a:pt x="48" y="50"/>
                  </a:lnTo>
                  <a:lnTo>
                    <a:pt x="52" y="46"/>
                  </a:lnTo>
                  <a:lnTo>
                    <a:pt x="56" y="42"/>
                  </a:lnTo>
                  <a:lnTo>
                    <a:pt x="56" y="42"/>
                  </a:lnTo>
                  <a:lnTo>
                    <a:pt x="58" y="36"/>
                  </a:lnTo>
                  <a:lnTo>
                    <a:pt x="58" y="30"/>
                  </a:lnTo>
                  <a:lnTo>
                    <a:pt x="56" y="20"/>
                  </a:lnTo>
                  <a:lnTo>
                    <a:pt x="50" y="10"/>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68" name="Freeform 156"/>
            <p:cNvSpPr>
              <a:spLocks/>
            </p:cNvSpPr>
            <p:nvPr userDrawn="1"/>
          </p:nvSpPr>
          <p:spPr bwMode="auto">
            <a:xfrm>
              <a:off x="3094038" y="2043113"/>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0 h 58"/>
                <a:gd name="T10" fmla="*/ 10 w 58"/>
                <a:gd name="T11" fmla="*/ 6 h 58"/>
                <a:gd name="T12" fmla="*/ 6 w 58"/>
                <a:gd name="T13" fmla="*/ 10 h 58"/>
                <a:gd name="T14" fmla="*/ 2 w 58"/>
                <a:gd name="T15" fmla="*/ 16 h 58"/>
                <a:gd name="T16" fmla="*/ 2 w 58"/>
                <a:gd name="T17" fmla="*/ 16 h 58"/>
                <a:gd name="T18" fmla="*/ 0 w 58"/>
                <a:gd name="T19" fmla="*/ 22 h 58"/>
                <a:gd name="T20" fmla="*/ 0 w 58"/>
                <a:gd name="T21" fmla="*/ 28 h 58"/>
                <a:gd name="T22" fmla="*/ 2 w 58"/>
                <a:gd name="T23" fmla="*/ 38 h 58"/>
                <a:gd name="T24" fmla="*/ 8 w 58"/>
                <a:gd name="T25" fmla="*/ 48 h 58"/>
                <a:gd name="T26" fmla="*/ 12 w 58"/>
                <a:gd name="T27" fmla="*/ 52 h 58"/>
                <a:gd name="T28" fmla="*/ 16 w 58"/>
                <a:gd name="T29" fmla="*/ 54 h 58"/>
                <a:gd name="T30" fmla="*/ 16 w 58"/>
                <a:gd name="T31" fmla="*/ 54 h 58"/>
                <a:gd name="T32" fmla="*/ 22 w 58"/>
                <a:gd name="T33" fmla="*/ 56 h 58"/>
                <a:gd name="T34" fmla="*/ 28 w 58"/>
                <a:gd name="T35" fmla="*/ 58 h 58"/>
                <a:gd name="T36" fmla="*/ 38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6 w 58"/>
                <a:gd name="T51" fmla="*/ 18 h 58"/>
                <a:gd name="T52" fmla="*/ 52 w 58"/>
                <a:gd name="T53" fmla="*/ 10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0"/>
                  </a:lnTo>
                  <a:lnTo>
                    <a:pt x="10" y="6"/>
                  </a:lnTo>
                  <a:lnTo>
                    <a:pt x="6" y="10"/>
                  </a:lnTo>
                  <a:lnTo>
                    <a:pt x="2" y="16"/>
                  </a:lnTo>
                  <a:lnTo>
                    <a:pt x="2" y="16"/>
                  </a:lnTo>
                  <a:lnTo>
                    <a:pt x="0" y="22"/>
                  </a:lnTo>
                  <a:lnTo>
                    <a:pt x="0" y="28"/>
                  </a:lnTo>
                  <a:lnTo>
                    <a:pt x="2" y="38"/>
                  </a:lnTo>
                  <a:lnTo>
                    <a:pt x="8" y="48"/>
                  </a:lnTo>
                  <a:lnTo>
                    <a:pt x="12" y="52"/>
                  </a:lnTo>
                  <a:lnTo>
                    <a:pt x="16" y="54"/>
                  </a:lnTo>
                  <a:lnTo>
                    <a:pt x="16" y="54"/>
                  </a:lnTo>
                  <a:lnTo>
                    <a:pt x="22" y="56"/>
                  </a:lnTo>
                  <a:lnTo>
                    <a:pt x="28" y="58"/>
                  </a:lnTo>
                  <a:lnTo>
                    <a:pt x="38" y="56"/>
                  </a:lnTo>
                  <a:lnTo>
                    <a:pt x="48" y="50"/>
                  </a:lnTo>
                  <a:lnTo>
                    <a:pt x="52" y="46"/>
                  </a:lnTo>
                  <a:lnTo>
                    <a:pt x="56" y="42"/>
                  </a:lnTo>
                  <a:lnTo>
                    <a:pt x="56" y="42"/>
                  </a:lnTo>
                  <a:lnTo>
                    <a:pt x="58" y="36"/>
                  </a:lnTo>
                  <a:lnTo>
                    <a:pt x="58" y="30"/>
                  </a:lnTo>
                  <a:lnTo>
                    <a:pt x="56" y="18"/>
                  </a:lnTo>
                  <a:lnTo>
                    <a:pt x="52" y="10"/>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69" name="Freeform 157"/>
            <p:cNvSpPr>
              <a:spLocks/>
            </p:cNvSpPr>
            <p:nvPr userDrawn="1"/>
          </p:nvSpPr>
          <p:spPr bwMode="auto">
            <a:xfrm>
              <a:off x="4383088" y="1944688"/>
              <a:ext cx="95250" cy="95250"/>
            </a:xfrm>
            <a:custGeom>
              <a:avLst/>
              <a:gdLst>
                <a:gd name="T0" fmla="*/ 44 w 60"/>
                <a:gd name="T1" fmla="*/ 4 h 60"/>
                <a:gd name="T2" fmla="*/ 44 w 60"/>
                <a:gd name="T3" fmla="*/ 4 h 60"/>
                <a:gd name="T4" fmla="*/ 38 w 60"/>
                <a:gd name="T5" fmla="*/ 2 h 60"/>
                <a:gd name="T6" fmla="*/ 32 w 60"/>
                <a:gd name="T7" fmla="*/ 0 h 60"/>
                <a:gd name="T8" fmla="*/ 20 w 60"/>
                <a:gd name="T9" fmla="*/ 2 h 60"/>
                <a:gd name="T10" fmla="*/ 10 w 60"/>
                <a:gd name="T11" fmla="*/ 8 h 60"/>
                <a:gd name="T12" fmla="*/ 6 w 60"/>
                <a:gd name="T13" fmla="*/ 12 h 60"/>
                <a:gd name="T14" fmla="*/ 4 w 60"/>
                <a:gd name="T15" fmla="*/ 18 h 60"/>
                <a:gd name="T16" fmla="*/ 4 w 60"/>
                <a:gd name="T17" fmla="*/ 18 h 60"/>
                <a:gd name="T18" fmla="*/ 2 w 60"/>
                <a:gd name="T19" fmla="*/ 22 h 60"/>
                <a:gd name="T20" fmla="*/ 0 w 60"/>
                <a:gd name="T21" fmla="*/ 28 h 60"/>
                <a:gd name="T22" fmla="*/ 2 w 60"/>
                <a:gd name="T23" fmla="*/ 40 h 60"/>
                <a:gd name="T24" fmla="*/ 8 w 60"/>
                <a:gd name="T25" fmla="*/ 50 h 60"/>
                <a:gd name="T26" fmla="*/ 12 w 60"/>
                <a:gd name="T27" fmla="*/ 54 h 60"/>
                <a:gd name="T28" fmla="*/ 18 w 60"/>
                <a:gd name="T29" fmla="*/ 56 h 60"/>
                <a:gd name="T30" fmla="*/ 18 w 60"/>
                <a:gd name="T31" fmla="*/ 56 h 60"/>
                <a:gd name="T32" fmla="*/ 24 w 60"/>
                <a:gd name="T33" fmla="*/ 58 h 60"/>
                <a:gd name="T34" fmla="*/ 28 w 60"/>
                <a:gd name="T35" fmla="*/ 60 h 60"/>
                <a:gd name="T36" fmla="*/ 40 w 60"/>
                <a:gd name="T37" fmla="*/ 58 h 60"/>
                <a:gd name="T38" fmla="*/ 50 w 60"/>
                <a:gd name="T39" fmla="*/ 52 h 60"/>
                <a:gd name="T40" fmla="*/ 54 w 60"/>
                <a:gd name="T41" fmla="*/ 48 h 60"/>
                <a:gd name="T42" fmla="*/ 56 w 60"/>
                <a:gd name="T43" fmla="*/ 42 h 60"/>
                <a:gd name="T44" fmla="*/ 56 w 60"/>
                <a:gd name="T45" fmla="*/ 42 h 60"/>
                <a:gd name="T46" fmla="*/ 58 w 60"/>
                <a:gd name="T47" fmla="*/ 38 h 60"/>
                <a:gd name="T48" fmla="*/ 60 w 60"/>
                <a:gd name="T49" fmla="*/ 32 h 60"/>
                <a:gd name="T50" fmla="*/ 58 w 60"/>
                <a:gd name="T51" fmla="*/ 20 h 60"/>
                <a:gd name="T52" fmla="*/ 52 w 60"/>
                <a:gd name="T53" fmla="*/ 10 h 60"/>
                <a:gd name="T54" fmla="*/ 48 w 60"/>
                <a:gd name="T55" fmla="*/ 6 h 60"/>
                <a:gd name="T56" fmla="*/ 44 w 60"/>
                <a:gd name="T57" fmla="*/ 4 h 60"/>
                <a:gd name="T58" fmla="*/ 44 w 60"/>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0" h="60">
                  <a:moveTo>
                    <a:pt x="44" y="4"/>
                  </a:moveTo>
                  <a:lnTo>
                    <a:pt x="44" y="4"/>
                  </a:lnTo>
                  <a:lnTo>
                    <a:pt x="38" y="2"/>
                  </a:lnTo>
                  <a:lnTo>
                    <a:pt x="32" y="0"/>
                  </a:lnTo>
                  <a:lnTo>
                    <a:pt x="20" y="2"/>
                  </a:lnTo>
                  <a:lnTo>
                    <a:pt x="10" y="8"/>
                  </a:lnTo>
                  <a:lnTo>
                    <a:pt x="6" y="12"/>
                  </a:lnTo>
                  <a:lnTo>
                    <a:pt x="4" y="18"/>
                  </a:lnTo>
                  <a:lnTo>
                    <a:pt x="4" y="18"/>
                  </a:lnTo>
                  <a:lnTo>
                    <a:pt x="2" y="22"/>
                  </a:lnTo>
                  <a:lnTo>
                    <a:pt x="0" y="28"/>
                  </a:lnTo>
                  <a:lnTo>
                    <a:pt x="2" y="40"/>
                  </a:lnTo>
                  <a:lnTo>
                    <a:pt x="8" y="50"/>
                  </a:lnTo>
                  <a:lnTo>
                    <a:pt x="12" y="54"/>
                  </a:lnTo>
                  <a:lnTo>
                    <a:pt x="18" y="56"/>
                  </a:lnTo>
                  <a:lnTo>
                    <a:pt x="18" y="56"/>
                  </a:lnTo>
                  <a:lnTo>
                    <a:pt x="24" y="58"/>
                  </a:lnTo>
                  <a:lnTo>
                    <a:pt x="28" y="60"/>
                  </a:lnTo>
                  <a:lnTo>
                    <a:pt x="40" y="58"/>
                  </a:lnTo>
                  <a:lnTo>
                    <a:pt x="50" y="52"/>
                  </a:lnTo>
                  <a:lnTo>
                    <a:pt x="54" y="48"/>
                  </a:lnTo>
                  <a:lnTo>
                    <a:pt x="56" y="42"/>
                  </a:lnTo>
                  <a:lnTo>
                    <a:pt x="56" y="42"/>
                  </a:lnTo>
                  <a:lnTo>
                    <a:pt x="58" y="38"/>
                  </a:lnTo>
                  <a:lnTo>
                    <a:pt x="60" y="32"/>
                  </a:lnTo>
                  <a:lnTo>
                    <a:pt x="58" y="20"/>
                  </a:lnTo>
                  <a:lnTo>
                    <a:pt x="52" y="10"/>
                  </a:lnTo>
                  <a:lnTo>
                    <a:pt x="48" y="6"/>
                  </a:lnTo>
                  <a:lnTo>
                    <a:pt x="44" y="4"/>
                  </a:lnTo>
                  <a:lnTo>
                    <a:pt x="44"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70" name="Freeform 158"/>
            <p:cNvSpPr>
              <a:spLocks/>
            </p:cNvSpPr>
            <p:nvPr userDrawn="1"/>
          </p:nvSpPr>
          <p:spPr bwMode="auto">
            <a:xfrm>
              <a:off x="3094038" y="2043113"/>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0 h 58"/>
                <a:gd name="T10" fmla="*/ 10 w 58"/>
                <a:gd name="T11" fmla="*/ 6 h 58"/>
                <a:gd name="T12" fmla="*/ 6 w 58"/>
                <a:gd name="T13" fmla="*/ 10 h 58"/>
                <a:gd name="T14" fmla="*/ 2 w 58"/>
                <a:gd name="T15" fmla="*/ 16 h 58"/>
                <a:gd name="T16" fmla="*/ 2 w 58"/>
                <a:gd name="T17" fmla="*/ 16 h 58"/>
                <a:gd name="T18" fmla="*/ 0 w 58"/>
                <a:gd name="T19" fmla="*/ 22 h 58"/>
                <a:gd name="T20" fmla="*/ 0 w 58"/>
                <a:gd name="T21" fmla="*/ 28 h 58"/>
                <a:gd name="T22" fmla="*/ 2 w 58"/>
                <a:gd name="T23" fmla="*/ 38 h 58"/>
                <a:gd name="T24" fmla="*/ 8 w 58"/>
                <a:gd name="T25" fmla="*/ 48 h 58"/>
                <a:gd name="T26" fmla="*/ 12 w 58"/>
                <a:gd name="T27" fmla="*/ 52 h 58"/>
                <a:gd name="T28" fmla="*/ 16 w 58"/>
                <a:gd name="T29" fmla="*/ 54 h 58"/>
                <a:gd name="T30" fmla="*/ 16 w 58"/>
                <a:gd name="T31" fmla="*/ 54 h 58"/>
                <a:gd name="T32" fmla="*/ 22 w 58"/>
                <a:gd name="T33" fmla="*/ 56 h 58"/>
                <a:gd name="T34" fmla="*/ 28 w 58"/>
                <a:gd name="T35" fmla="*/ 58 h 58"/>
                <a:gd name="T36" fmla="*/ 38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6 w 58"/>
                <a:gd name="T51" fmla="*/ 18 h 58"/>
                <a:gd name="T52" fmla="*/ 52 w 58"/>
                <a:gd name="T53" fmla="*/ 10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0"/>
                  </a:lnTo>
                  <a:lnTo>
                    <a:pt x="10" y="6"/>
                  </a:lnTo>
                  <a:lnTo>
                    <a:pt x="6" y="10"/>
                  </a:lnTo>
                  <a:lnTo>
                    <a:pt x="2" y="16"/>
                  </a:lnTo>
                  <a:lnTo>
                    <a:pt x="2" y="16"/>
                  </a:lnTo>
                  <a:lnTo>
                    <a:pt x="0" y="22"/>
                  </a:lnTo>
                  <a:lnTo>
                    <a:pt x="0" y="28"/>
                  </a:lnTo>
                  <a:lnTo>
                    <a:pt x="2" y="38"/>
                  </a:lnTo>
                  <a:lnTo>
                    <a:pt x="8" y="48"/>
                  </a:lnTo>
                  <a:lnTo>
                    <a:pt x="12" y="52"/>
                  </a:lnTo>
                  <a:lnTo>
                    <a:pt x="16" y="54"/>
                  </a:lnTo>
                  <a:lnTo>
                    <a:pt x="16" y="54"/>
                  </a:lnTo>
                  <a:lnTo>
                    <a:pt x="22" y="56"/>
                  </a:lnTo>
                  <a:lnTo>
                    <a:pt x="28" y="58"/>
                  </a:lnTo>
                  <a:lnTo>
                    <a:pt x="38" y="56"/>
                  </a:lnTo>
                  <a:lnTo>
                    <a:pt x="48" y="50"/>
                  </a:lnTo>
                  <a:lnTo>
                    <a:pt x="52" y="46"/>
                  </a:lnTo>
                  <a:lnTo>
                    <a:pt x="56" y="42"/>
                  </a:lnTo>
                  <a:lnTo>
                    <a:pt x="56" y="42"/>
                  </a:lnTo>
                  <a:lnTo>
                    <a:pt x="58" y="36"/>
                  </a:lnTo>
                  <a:lnTo>
                    <a:pt x="58" y="30"/>
                  </a:lnTo>
                  <a:lnTo>
                    <a:pt x="56" y="18"/>
                  </a:lnTo>
                  <a:lnTo>
                    <a:pt x="52" y="10"/>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71" name="Freeform 159"/>
            <p:cNvSpPr>
              <a:spLocks/>
            </p:cNvSpPr>
            <p:nvPr userDrawn="1"/>
          </p:nvSpPr>
          <p:spPr bwMode="auto">
            <a:xfrm>
              <a:off x="3459163" y="2576513"/>
              <a:ext cx="92075" cy="92075"/>
            </a:xfrm>
            <a:custGeom>
              <a:avLst/>
              <a:gdLst>
                <a:gd name="T0" fmla="*/ 42 w 58"/>
                <a:gd name="T1" fmla="*/ 2 h 58"/>
                <a:gd name="T2" fmla="*/ 42 w 58"/>
                <a:gd name="T3" fmla="*/ 2 h 58"/>
                <a:gd name="T4" fmla="*/ 36 w 58"/>
                <a:gd name="T5" fmla="*/ 0 h 58"/>
                <a:gd name="T6" fmla="*/ 30 w 58"/>
                <a:gd name="T7" fmla="*/ 0 h 58"/>
                <a:gd name="T8" fmla="*/ 18 w 58"/>
                <a:gd name="T9" fmla="*/ 2 h 58"/>
                <a:gd name="T10" fmla="*/ 10 w 58"/>
                <a:gd name="T11" fmla="*/ 8 h 58"/>
                <a:gd name="T12" fmla="*/ 6 w 58"/>
                <a:gd name="T13" fmla="*/ 12 h 58"/>
                <a:gd name="T14" fmla="*/ 2 w 58"/>
                <a:gd name="T15" fmla="*/ 16 h 58"/>
                <a:gd name="T16" fmla="*/ 2 w 58"/>
                <a:gd name="T17" fmla="*/ 16 h 58"/>
                <a:gd name="T18" fmla="*/ 0 w 58"/>
                <a:gd name="T19" fmla="*/ 22 h 58"/>
                <a:gd name="T20" fmla="*/ 0 w 58"/>
                <a:gd name="T21" fmla="*/ 28 h 58"/>
                <a:gd name="T22" fmla="*/ 0 w 58"/>
                <a:gd name="T23" fmla="*/ 40 h 58"/>
                <a:gd name="T24" fmla="*/ 6 w 58"/>
                <a:gd name="T25" fmla="*/ 48 h 58"/>
                <a:gd name="T26" fmla="*/ 10 w 58"/>
                <a:gd name="T27" fmla="*/ 52 h 58"/>
                <a:gd name="T28" fmla="*/ 16 w 58"/>
                <a:gd name="T29" fmla="*/ 56 h 58"/>
                <a:gd name="T30" fmla="*/ 16 w 58"/>
                <a:gd name="T31" fmla="*/ 56 h 58"/>
                <a:gd name="T32" fmla="*/ 22 w 58"/>
                <a:gd name="T33" fmla="*/ 58 h 58"/>
                <a:gd name="T34" fmla="*/ 28 w 58"/>
                <a:gd name="T35" fmla="*/ 58 h 58"/>
                <a:gd name="T36" fmla="*/ 38 w 58"/>
                <a:gd name="T37" fmla="*/ 58 h 58"/>
                <a:gd name="T38" fmla="*/ 48 w 58"/>
                <a:gd name="T39" fmla="*/ 52 h 58"/>
                <a:gd name="T40" fmla="*/ 52 w 58"/>
                <a:gd name="T41" fmla="*/ 48 h 58"/>
                <a:gd name="T42" fmla="*/ 56 w 58"/>
                <a:gd name="T43" fmla="*/ 42 h 58"/>
                <a:gd name="T44" fmla="*/ 56 w 58"/>
                <a:gd name="T45" fmla="*/ 42 h 58"/>
                <a:gd name="T46" fmla="*/ 58 w 58"/>
                <a:gd name="T47" fmla="*/ 36 h 58"/>
                <a:gd name="T48" fmla="*/ 58 w 58"/>
                <a:gd name="T49" fmla="*/ 30 h 58"/>
                <a:gd name="T50" fmla="*/ 56 w 58"/>
                <a:gd name="T51" fmla="*/ 20 h 58"/>
                <a:gd name="T52" fmla="*/ 50 w 58"/>
                <a:gd name="T53" fmla="*/ 10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18" y="2"/>
                  </a:lnTo>
                  <a:lnTo>
                    <a:pt x="10" y="8"/>
                  </a:lnTo>
                  <a:lnTo>
                    <a:pt x="6" y="12"/>
                  </a:lnTo>
                  <a:lnTo>
                    <a:pt x="2" y="16"/>
                  </a:lnTo>
                  <a:lnTo>
                    <a:pt x="2" y="16"/>
                  </a:lnTo>
                  <a:lnTo>
                    <a:pt x="0" y="22"/>
                  </a:lnTo>
                  <a:lnTo>
                    <a:pt x="0" y="28"/>
                  </a:lnTo>
                  <a:lnTo>
                    <a:pt x="0" y="40"/>
                  </a:lnTo>
                  <a:lnTo>
                    <a:pt x="6" y="48"/>
                  </a:lnTo>
                  <a:lnTo>
                    <a:pt x="10" y="52"/>
                  </a:lnTo>
                  <a:lnTo>
                    <a:pt x="16" y="56"/>
                  </a:lnTo>
                  <a:lnTo>
                    <a:pt x="16" y="56"/>
                  </a:lnTo>
                  <a:lnTo>
                    <a:pt x="22" y="58"/>
                  </a:lnTo>
                  <a:lnTo>
                    <a:pt x="28" y="58"/>
                  </a:lnTo>
                  <a:lnTo>
                    <a:pt x="38" y="58"/>
                  </a:lnTo>
                  <a:lnTo>
                    <a:pt x="48" y="52"/>
                  </a:lnTo>
                  <a:lnTo>
                    <a:pt x="52" y="48"/>
                  </a:lnTo>
                  <a:lnTo>
                    <a:pt x="56" y="42"/>
                  </a:lnTo>
                  <a:lnTo>
                    <a:pt x="56" y="42"/>
                  </a:lnTo>
                  <a:lnTo>
                    <a:pt x="58" y="36"/>
                  </a:lnTo>
                  <a:lnTo>
                    <a:pt x="58" y="30"/>
                  </a:lnTo>
                  <a:lnTo>
                    <a:pt x="56" y="20"/>
                  </a:lnTo>
                  <a:lnTo>
                    <a:pt x="50" y="10"/>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72" name="Freeform 160"/>
            <p:cNvSpPr>
              <a:spLocks/>
            </p:cNvSpPr>
            <p:nvPr userDrawn="1"/>
          </p:nvSpPr>
          <p:spPr bwMode="auto">
            <a:xfrm>
              <a:off x="4103688" y="2528888"/>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2 h 58"/>
                <a:gd name="T10" fmla="*/ 10 w 58"/>
                <a:gd name="T11" fmla="*/ 8 h 58"/>
                <a:gd name="T12" fmla="*/ 6 w 58"/>
                <a:gd name="T13" fmla="*/ 12 h 58"/>
                <a:gd name="T14" fmla="*/ 2 w 58"/>
                <a:gd name="T15" fmla="*/ 16 h 58"/>
                <a:gd name="T16" fmla="*/ 2 w 58"/>
                <a:gd name="T17" fmla="*/ 16 h 58"/>
                <a:gd name="T18" fmla="*/ 0 w 58"/>
                <a:gd name="T19" fmla="*/ 22 h 58"/>
                <a:gd name="T20" fmla="*/ 0 w 58"/>
                <a:gd name="T21" fmla="*/ 28 h 58"/>
                <a:gd name="T22" fmla="*/ 2 w 58"/>
                <a:gd name="T23" fmla="*/ 38 h 58"/>
                <a:gd name="T24" fmla="*/ 8 w 58"/>
                <a:gd name="T25" fmla="*/ 48 h 58"/>
                <a:gd name="T26" fmla="*/ 12 w 58"/>
                <a:gd name="T27" fmla="*/ 52 h 58"/>
                <a:gd name="T28" fmla="*/ 16 w 58"/>
                <a:gd name="T29" fmla="*/ 56 h 58"/>
                <a:gd name="T30" fmla="*/ 16 w 58"/>
                <a:gd name="T31" fmla="*/ 56 h 58"/>
                <a:gd name="T32" fmla="*/ 22 w 58"/>
                <a:gd name="T33" fmla="*/ 58 h 58"/>
                <a:gd name="T34" fmla="*/ 28 w 58"/>
                <a:gd name="T35" fmla="*/ 58 h 58"/>
                <a:gd name="T36" fmla="*/ 38 w 58"/>
                <a:gd name="T37" fmla="*/ 56 h 58"/>
                <a:gd name="T38" fmla="*/ 48 w 58"/>
                <a:gd name="T39" fmla="*/ 52 h 58"/>
                <a:gd name="T40" fmla="*/ 52 w 58"/>
                <a:gd name="T41" fmla="*/ 48 h 58"/>
                <a:gd name="T42" fmla="*/ 56 w 58"/>
                <a:gd name="T43" fmla="*/ 42 h 58"/>
                <a:gd name="T44" fmla="*/ 56 w 58"/>
                <a:gd name="T45" fmla="*/ 42 h 58"/>
                <a:gd name="T46" fmla="*/ 58 w 58"/>
                <a:gd name="T47" fmla="*/ 36 h 58"/>
                <a:gd name="T48" fmla="*/ 58 w 58"/>
                <a:gd name="T49" fmla="*/ 30 h 58"/>
                <a:gd name="T50" fmla="*/ 56 w 58"/>
                <a:gd name="T51" fmla="*/ 20 h 58"/>
                <a:gd name="T52" fmla="*/ 52 w 58"/>
                <a:gd name="T53" fmla="*/ 10 h 58"/>
                <a:gd name="T54" fmla="*/ 48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2"/>
                  </a:lnTo>
                  <a:lnTo>
                    <a:pt x="10" y="8"/>
                  </a:lnTo>
                  <a:lnTo>
                    <a:pt x="6" y="12"/>
                  </a:lnTo>
                  <a:lnTo>
                    <a:pt x="2" y="16"/>
                  </a:lnTo>
                  <a:lnTo>
                    <a:pt x="2" y="16"/>
                  </a:lnTo>
                  <a:lnTo>
                    <a:pt x="0" y="22"/>
                  </a:lnTo>
                  <a:lnTo>
                    <a:pt x="0" y="28"/>
                  </a:lnTo>
                  <a:lnTo>
                    <a:pt x="2" y="38"/>
                  </a:lnTo>
                  <a:lnTo>
                    <a:pt x="8" y="48"/>
                  </a:lnTo>
                  <a:lnTo>
                    <a:pt x="12" y="52"/>
                  </a:lnTo>
                  <a:lnTo>
                    <a:pt x="16" y="56"/>
                  </a:lnTo>
                  <a:lnTo>
                    <a:pt x="16" y="56"/>
                  </a:lnTo>
                  <a:lnTo>
                    <a:pt x="22" y="58"/>
                  </a:lnTo>
                  <a:lnTo>
                    <a:pt x="28" y="58"/>
                  </a:lnTo>
                  <a:lnTo>
                    <a:pt x="38" y="56"/>
                  </a:lnTo>
                  <a:lnTo>
                    <a:pt x="48" y="52"/>
                  </a:lnTo>
                  <a:lnTo>
                    <a:pt x="52" y="48"/>
                  </a:lnTo>
                  <a:lnTo>
                    <a:pt x="56" y="42"/>
                  </a:lnTo>
                  <a:lnTo>
                    <a:pt x="56" y="42"/>
                  </a:lnTo>
                  <a:lnTo>
                    <a:pt x="58" y="36"/>
                  </a:lnTo>
                  <a:lnTo>
                    <a:pt x="58" y="30"/>
                  </a:lnTo>
                  <a:lnTo>
                    <a:pt x="56" y="20"/>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73" name="Freeform 161"/>
            <p:cNvSpPr>
              <a:spLocks/>
            </p:cNvSpPr>
            <p:nvPr userDrawn="1"/>
          </p:nvSpPr>
          <p:spPr bwMode="auto">
            <a:xfrm>
              <a:off x="5392738" y="2433638"/>
              <a:ext cx="95250" cy="92075"/>
            </a:xfrm>
            <a:custGeom>
              <a:avLst/>
              <a:gdLst>
                <a:gd name="T0" fmla="*/ 44 w 60"/>
                <a:gd name="T1" fmla="*/ 2 h 58"/>
                <a:gd name="T2" fmla="*/ 44 w 60"/>
                <a:gd name="T3" fmla="*/ 2 h 58"/>
                <a:gd name="T4" fmla="*/ 38 w 60"/>
                <a:gd name="T5" fmla="*/ 0 h 58"/>
                <a:gd name="T6" fmla="*/ 32 w 60"/>
                <a:gd name="T7" fmla="*/ 0 h 58"/>
                <a:gd name="T8" fmla="*/ 20 w 60"/>
                <a:gd name="T9" fmla="*/ 0 h 58"/>
                <a:gd name="T10" fmla="*/ 10 w 60"/>
                <a:gd name="T11" fmla="*/ 6 h 58"/>
                <a:gd name="T12" fmla="*/ 6 w 60"/>
                <a:gd name="T13" fmla="*/ 10 h 58"/>
                <a:gd name="T14" fmla="*/ 4 w 60"/>
                <a:gd name="T15" fmla="*/ 16 h 58"/>
                <a:gd name="T16" fmla="*/ 4 w 60"/>
                <a:gd name="T17" fmla="*/ 16 h 58"/>
                <a:gd name="T18" fmla="*/ 2 w 60"/>
                <a:gd name="T19" fmla="*/ 22 h 58"/>
                <a:gd name="T20" fmla="*/ 0 w 60"/>
                <a:gd name="T21" fmla="*/ 28 h 58"/>
                <a:gd name="T22" fmla="*/ 2 w 60"/>
                <a:gd name="T23" fmla="*/ 38 h 58"/>
                <a:gd name="T24" fmla="*/ 8 w 60"/>
                <a:gd name="T25" fmla="*/ 48 h 58"/>
                <a:gd name="T26" fmla="*/ 12 w 60"/>
                <a:gd name="T27" fmla="*/ 52 h 58"/>
                <a:gd name="T28" fmla="*/ 18 w 60"/>
                <a:gd name="T29" fmla="*/ 56 h 58"/>
                <a:gd name="T30" fmla="*/ 18 w 60"/>
                <a:gd name="T31" fmla="*/ 56 h 58"/>
                <a:gd name="T32" fmla="*/ 24 w 60"/>
                <a:gd name="T33" fmla="*/ 58 h 58"/>
                <a:gd name="T34" fmla="*/ 28 w 60"/>
                <a:gd name="T35" fmla="*/ 58 h 58"/>
                <a:gd name="T36" fmla="*/ 40 w 60"/>
                <a:gd name="T37" fmla="*/ 56 h 58"/>
                <a:gd name="T38" fmla="*/ 50 w 60"/>
                <a:gd name="T39" fmla="*/ 50 h 58"/>
                <a:gd name="T40" fmla="*/ 54 w 60"/>
                <a:gd name="T41" fmla="*/ 46 h 58"/>
                <a:gd name="T42" fmla="*/ 56 w 60"/>
                <a:gd name="T43" fmla="*/ 42 h 58"/>
                <a:gd name="T44" fmla="*/ 56 w 60"/>
                <a:gd name="T45" fmla="*/ 42 h 58"/>
                <a:gd name="T46" fmla="*/ 58 w 60"/>
                <a:gd name="T47" fmla="*/ 36 h 58"/>
                <a:gd name="T48" fmla="*/ 60 w 60"/>
                <a:gd name="T49" fmla="*/ 30 h 58"/>
                <a:gd name="T50" fmla="*/ 58 w 60"/>
                <a:gd name="T51" fmla="*/ 18 h 58"/>
                <a:gd name="T52" fmla="*/ 52 w 60"/>
                <a:gd name="T53" fmla="*/ 10 h 58"/>
                <a:gd name="T54" fmla="*/ 48 w 60"/>
                <a:gd name="T55" fmla="*/ 6 h 58"/>
                <a:gd name="T56" fmla="*/ 44 w 60"/>
                <a:gd name="T57" fmla="*/ 2 h 58"/>
                <a:gd name="T58" fmla="*/ 44 w 60"/>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0" h="58">
                  <a:moveTo>
                    <a:pt x="44" y="2"/>
                  </a:moveTo>
                  <a:lnTo>
                    <a:pt x="44" y="2"/>
                  </a:lnTo>
                  <a:lnTo>
                    <a:pt x="38" y="0"/>
                  </a:lnTo>
                  <a:lnTo>
                    <a:pt x="32" y="0"/>
                  </a:lnTo>
                  <a:lnTo>
                    <a:pt x="20" y="0"/>
                  </a:lnTo>
                  <a:lnTo>
                    <a:pt x="10" y="6"/>
                  </a:lnTo>
                  <a:lnTo>
                    <a:pt x="6" y="10"/>
                  </a:lnTo>
                  <a:lnTo>
                    <a:pt x="4" y="16"/>
                  </a:lnTo>
                  <a:lnTo>
                    <a:pt x="4" y="16"/>
                  </a:lnTo>
                  <a:lnTo>
                    <a:pt x="2" y="22"/>
                  </a:lnTo>
                  <a:lnTo>
                    <a:pt x="0" y="28"/>
                  </a:lnTo>
                  <a:lnTo>
                    <a:pt x="2" y="38"/>
                  </a:lnTo>
                  <a:lnTo>
                    <a:pt x="8" y="48"/>
                  </a:lnTo>
                  <a:lnTo>
                    <a:pt x="12" y="52"/>
                  </a:lnTo>
                  <a:lnTo>
                    <a:pt x="18" y="56"/>
                  </a:lnTo>
                  <a:lnTo>
                    <a:pt x="18" y="56"/>
                  </a:lnTo>
                  <a:lnTo>
                    <a:pt x="24" y="58"/>
                  </a:lnTo>
                  <a:lnTo>
                    <a:pt x="28" y="58"/>
                  </a:lnTo>
                  <a:lnTo>
                    <a:pt x="40" y="56"/>
                  </a:lnTo>
                  <a:lnTo>
                    <a:pt x="50" y="50"/>
                  </a:lnTo>
                  <a:lnTo>
                    <a:pt x="54" y="46"/>
                  </a:lnTo>
                  <a:lnTo>
                    <a:pt x="56" y="42"/>
                  </a:lnTo>
                  <a:lnTo>
                    <a:pt x="56" y="42"/>
                  </a:lnTo>
                  <a:lnTo>
                    <a:pt x="58" y="36"/>
                  </a:lnTo>
                  <a:lnTo>
                    <a:pt x="60" y="30"/>
                  </a:lnTo>
                  <a:lnTo>
                    <a:pt x="58" y="18"/>
                  </a:lnTo>
                  <a:lnTo>
                    <a:pt x="52" y="10"/>
                  </a:lnTo>
                  <a:lnTo>
                    <a:pt x="48" y="6"/>
                  </a:lnTo>
                  <a:lnTo>
                    <a:pt x="44" y="2"/>
                  </a:lnTo>
                  <a:lnTo>
                    <a:pt x="44"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74" name="Freeform 162"/>
            <p:cNvSpPr>
              <a:spLocks/>
            </p:cNvSpPr>
            <p:nvPr userDrawn="1"/>
          </p:nvSpPr>
          <p:spPr bwMode="auto">
            <a:xfrm>
              <a:off x="5030788" y="1897063"/>
              <a:ext cx="92075" cy="95250"/>
            </a:xfrm>
            <a:custGeom>
              <a:avLst/>
              <a:gdLst>
                <a:gd name="T0" fmla="*/ 42 w 58"/>
                <a:gd name="T1" fmla="*/ 4 h 60"/>
                <a:gd name="T2" fmla="*/ 42 w 58"/>
                <a:gd name="T3" fmla="*/ 4 h 60"/>
                <a:gd name="T4" fmla="*/ 36 w 58"/>
                <a:gd name="T5" fmla="*/ 2 h 60"/>
                <a:gd name="T6" fmla="*/ 30 w 58"/>
                <a:gd name="T7" fmla="*/ 0 h 60"/>
                <a:gd name="T8" fmla="*/ 20 w 58"/>
                <a:gd name="T9" fmla="*/ 2 h 60"/>
                <a:gd name="T10" fmla="*/ 10 w 58"/>
                <a:gd name="T11" fmla="*/ 8 h 60"/>
                <a:gd name="T12" fmla="*/ 6 w 58"/>
                <a:gd name="T13" fmla="*/ 12 h 60"/>
                <a:gd name="T14" fmla="*/ 2 w 58"/>
                <a:gd name="T15" fmla="*/ 16 h 60"/>
                <a:gd name="T16" fmla="*/ 2 w 58"/>
                <a:gd name="T17" fmla="*/ 16 h 60"/>
                <a:gd name="T18" fmla="*/ 0 w 58"/>
                <a:gd name="T19" fmla="*/ 22 h 60"/>
                <a:gd name="T20" fmla="*/ 0 w 58"/>
                <a:gd name="T21" fmla="*/ 28 h 60"/>
                <a:gd name="T22" fmla="*/ 2 w 58"/>
                <a:gd name="T23" fmla="*/ 40 h 60"/>
                <a:gd name="T24" fmla="*/ 6 w 58"/>
                <a:gd name="T25" fmla="*/ 50 h 60"/>
                <a:gd name="T26" fmla="*/ 10 w 58"/>
                <a:gd name="T27" fmla="*/ 54 h 60"/>
                <a:gd name="T28" fmla="*/ 16 w 58"/>
                <a:gd name="T29" fmla="*/ 56 h 60"/>
                <a:gd name="T30" fmla="*/ 16 w 58"/>
                <a:gd name="T31" fmla="*/ 56 h 60"/>
                <a:gd name="T32" fmla="*/ 22 w 58"/>
                <a:gd name="T33" fmla="*/ 58 h 60"/>
                <a:gd name="T34" fmla="*/ 28 w 58"/>
                <a:gd name="T35" fmla="*/ 60 h 60"/>
                <a:gd name="T36" fmla="*/ 38 w 58"/>
                <a:gd name="T37" fmla="*/ 58 h 60"/>
                <a:gd name="T38" fmla="*/ 48 w 58"/>
                <a:gd name="T39" fmla="*/ 52 h 60"/>
                <a:gd name="T40" fmla="*/ 52 w 58"/>
                <a:gd name="T41" fmla="*/ 48 h 60"/>
                <a:gd name="T42" fmla="*/ 56 w 58"/>
                <a:gd name="T43" fmla="*/ 42 h 60"/>
                <a:gd name="T44" fmla="*/ 56 w 58"/>
                <a:gd name="T45" fmla="*/ 42 h 60"/>
                <a:gd name="T46" fmla="*/ 58 w 58"/>
                <a:gd name="T47" fmla="*/ 36 h 60"/>
                <a:gd name="T48" fmla="*/ 58 w 58"/>
                <a:gd name="T49" fmla="*/ 32 h 60"/>
                <a:gd name="T50" fmla="*/ 56 w 58"/>
                <a:gd name="T51" fmla="*/ 20 h 60"/>
                <a:gd name="T52" fmla="*/ 50 w 58"/>
                <a:gd name="T53" fmla="*/ 10 h 60"/>
                <a:gd name="T54" fmla="*/ 46 w 58"/>
                <a:gd name="T55" fmla="*/ 6 h 60"/>
                <a:gd name="T56" fmla="*/ 42 w 58"/>
                <a:gd name="T57" fmla="*/ 4 h 60"/>
                <a:gd name="T58" fmla="*/ 42 w 58"/>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42" y="4"/>
                  </a:moveTo>
                  <a:lnTo>
                    <a:pt x="42" y="4"/>
                  </a:lnTo>
                  <a:lnTo>
                    <a:pt x="36" y="2"/>
                  </a:lnTo>
                  <a:lnTo>
                    <a:pt x="30" y="0"/>
                  </a:lnTo>
                  <a:lnTo>
                    <a:pt x="20" y="2"/>
                  </a:lnTo>
                  <a:lnTo>
                    <a:pt x="10" y="8"/>
                  </a:lnTo>
                  <a:lnTo>
                    <a:pt x="6" y="12"/>
                  </a:lnTo>
                  <a:lnTo>
                    <a:pt x="2" y="16"/>
                  </a:lnTo>
                  <a:lnTo>
                    <a:pt x="2" y="16"/>
                  </a:lnTo>
                  <a:lnTo>
                    <a:pt x="0" y="22"/>
                  </a:lnTo>
                  <a:lnTo>
                    <a:pt x="0" y="28"/>
                  </a:lnTo>
                  <a:lnTo>
                    <a:pt x="2" y="40"/>
                  </a:lnTo>
                  <a:lnTo>
                    <a:pt x="6" y="50"/>
                  </a:lnTo>
                  <a:lnTo>
                    <a:pt x="10" y="54"/>
                  </a:lnTo>
                  <a:lnTo>
                    <a:pt x="16" y="56"/>
                  </a:lnTo>
                  <a:lnTo>
                    <a:pt x="16" y="56"/>
                  </a:lnTo>
                  <a:lnTo>
                    <a:pt x="22" y="58"/>
                  </a:lnTo>
                  <a:lnTo>
                    <a:pt x="28" y="60"/>
                  </a:lnTo>
                  <a:lnTo>
                    <a:pt x="38" y="58"/>
                  </a:lnTo>
                  <a:lnTo>
                    <a:pt x="48" y="52"/>
                  </a:lnTo>
                  <a:lnTo>
                    <a:pt x="52" y="48"/>
                  </a:lnTo>
                  <a:lnTo>
                    <a:pt x="56" y="42"/>
                  </a:lnTo>
                  <a:lnTo>
                    <a:pt x="56" y="42"/>
                  </a:lnTo>
                  <a:lnTo>
                    <a:pt x="58" y="36"/>
                  </a:lnTo>
                  <a:lnTo>
                    <a:pt x="58" y="32"/>
                  </a:lnTo>
                  <a:lnTo>
                    <a:pt x="56" y="20"/>
                  </a:lnTo>
                  <a:lnTo>
                    <a:pt x="50" y="10"/>
                  </a:lnTo>
                  <a:lnTo>
                    <a:pt x="46"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75" name="Freeform 163"/>
            <p:cNvSpPr>
              <a:spLocks/>
            </p:cNvSpPr>
            <p:nvPr userDrawn="1"/>
          </p:nvSpPr>
          <p:spPr bwMode="auto">
            <a:xfrm>
              <a:off x="4383088" y="1944688"/>
              <a:ext cx="95250" cy="95250"/>
            </a:xfrm>
            <a:custGeom>
              <a:avLst/>
              <a:gdLst>
                <a:gd name="T0" fmla="*/ 44 w 60"/>
                <a:gd name="T1" fmla="*/ 4 h 60"/>
                <a:gd name="T2" fmla="*/ 44 w 60"/>
                <a:gd name="T3" fmla="*/ 4 h 60"/>
                <a:gd name="T4" fmla="*/ 38 w 60"/>
                <a:gd name="T5" fmla="*/ 2 h 60"/>
                <a:gd name="T6" fmla="*/ 32 w 60"/>
                <a:gd name="T7" fmla="*/ 0 h 60"/>
                <a:gd name="T8" fmla="*/ 20 w 60"/>
                <a:gd name="T9" fmla="*/ 2 h 60"/>
                <a:gd name="T10" fmla="*/ 10 w 60"/>
                <a:gd name="T11" fmla="*/ 8 h 60"/>
                <a:gd name="T12" fmla="*/ 6 w 60"/>
                <a:gd name="T13" fmla="*/ 12 h 60"/>
                <a:gd name="T14" fmla="*/ 4 w 60"/>
                <a:gd name="T15" fmla="*/ 18 h 60"/>
                <a:gd name="T16" fmla="*/ 4 w 60"/>
                <a:gd name="T17" fmla="*/ 18 h 60"/>
                <a:gd name="T18" fmla="*/ 2 w 60"/>
                <a:gd name="T19" fmla="*/ 22 h 60"/>
                <a:gd name="T20" fmla="*/ 0 w 60"/>
                <a:gd name="T21" fmla="*/ 28 h 60"/>
                <a:gd name="T22" fmla="*/ 2 w 60"/>
                <a:gd name="T23" fmla="*/ 40 h 60"/>
                <a:gd name="T24" fmla="*/ 8 w 60"/>
                <a:gd name="T25" fmla="*/ 50 h 60"/>
                <a:gd name="T26" fmla="*/ 12 w 60"/>
                <a:gd name="T27" fmla="*/ 54 h 60"/>
                <a:gd name="T28" fmla="*/ 18 w 60"/>
                <a:gd name="T29" fmla="*/ 56 h 60"/>
                <a:gd name="T30" fmla="*/ 18 w 60"/>
                <a:gd name="T31" fmla="*/ 56 h 60"/>
                <a:gd name="T32" fmla="*/ 24 w 60"/>
                <a:gd name="T33" fmla="*/ 58 h 60"/>
                <a:gd name="T34" fmla="*/ 28 w 60"/>
                <a:gd name="T35" fmla="*/ 60 h 60"/>
                <a:gd name="T36" fmla="*/ 40 w 60"/>
                <a:gd name="T37" fmla="*/ 58 h 60"/>
                <a:gd name="T38" fmla="*/ 50 w 60"/>
                <a:gd name="T39" fmla="*/ 52 h 60"/>
                <a:gd name="T40" fmla="*/ 54 w 60"/>
                <a:gd name="T41" fmla="*/ 48 h 60"/>
                <a:gd name="T42" fmla="*/ 56 w 60"/>
                <a:gd name="T43" fmla="*/ 42 h 60"/>
                <a:gd name="T44" fmla="*/ 56 w 60"/>
                <a:gd name="T45" fmla="*/ 42 h 60"/>
                <a:gd name="T46" fmla="*/ 58 w 60"/>
                <a:gd name="T47" fmla="*/ 38 h 60"/>
                <a:gd name="T48" fmla="*/ 60 w 60"/>
                <a:gd name="T49" fmla="*/ 32 h 60"/>
                <a:gd name="T50" fmla="*/ 58 w 60"/>
                <a:gd name="T51" fmla="*/ 20 h 60"/>
                <a:gd name="T52" fmla="*/ 52 w 60"/>
                <a:gd name="T53" fmla="*/ 10 h 60"/>
                <a:gd name="T54" fmla="*/ 48 w 60"/>
                <a:gd name="T55" fmla="*/ 6 h 60"/>
                <a:gd name="T56" fmla="*/ 44 w 60"/>
                <a:gd name="T57" fmla="*/ 4 h 60"/>
                <a:gd name="T58" fmla="*/ 44 w 60"/>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0" h="60">
                  <a:moveTo>
                    <a:pt x="44" y="4"/>
                  </a:moveTo>
                  <a:lnTo>
                    <a:pt x="44" y="4"/>
                  </a:lnTo>
                  <a:lnTo>
                    <a:pt x="38" y="2"/>
                  </a:lnTo>
                  <a:lnTo>
                    <a:pt x="32" y="0"/>
                  </a:lnTo>
                  <a:lnTo>
                    <a:pt x="20" y="2"/>
                  </a:lnTo>
                  <a:lnTo>
                    <a:pt x="10" y="8"/>
                  </a:lnTo>
                  <a:lnTo>
                    <a:pt x="6" y="12"/>
                  </a:lnTo>
                  <a:lnTo>
                    <a:pt x="4" y="18"/>
                  </a:lnTo>
                  <a:lnTo>
                    <a:pt x="4" y="18"/>
                  </a:lnTo>
                  <a:lnTo>
                    <a:pt x="2" y="22"/>
                  </a:lnTo>
                  <a:lnTo>
                    <a:pt x="0" y="28"/>
                  </a:lnTo>
                  <a:lnTo>
                    <a:pt x="2" y="40"/>
                  </a:lnTo>
                  <a:lnTo>
                    <a:pt x="8" y="50"/>
                  </a:lnTo>
                  <a:lnTo>
                    <a:pt x="12" y="54"/>
                  </a:lnTo>
                  <a:lnTo>
                    <a:pt x="18" y="56"/>
                  </a:lnTo>
                  <a:lnTo>
                    <a:pt x="18" y="56"/>
                  </a:lnTo>
                  <a:lnTo>
                    <a:pt x="24" y="58"/>
                  </a:lnTo>
                  <a:lnTo>
                    <a:pt x="28" y="60"/>
                  </a:lnTo>
                  <a:lnTo>
                    <a:pt x="40" y="58"/>
                  </a:lnTo>
                  <a:lnTo>
                    <a:pt x="50" y="52"/>
                  </a:lnTo>
                  <a:lnTo>
                    <a:pt x="54" y="48"/>
                  </a:lnTo>
                  <a:lnTo>
                    <a:pt x="56" y="42"/>
                  </a:lnTo>
                  <a:lnTo>
                    <a:pt x="56" y="42"/>
                  </a:lnTo>
                  <a:lnTo>
                    <a:pt x="58" y="38"/>
                  </a:lnTo>
                  <a:lnTo>
                    <a:pt x="60" y="32"/>
                  </a:lnTo>
                  <a:lnTo>
                    <a:pt x="58" y="20"/>
                  </a:lnTo>
                  <a:lnTo>
                    <a:pt x="52" y="10"/>
                  </a:lnTo>
                  <a:lnTo>
                    <a:pt x="48" y="6"/>
                  </a:lnTo>
                  <a:lnTo>
                    <a:pt x="44" y="4"/>
                  </a:lnTo>
                  <a:lnTo>
                    <a:pt x="44"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76" name="Freeform 164"/>
            <p:cNvSpPr>
              <a:spLocks/>
            </p:cNvSpPr>
            <p:nvPr userDrawn="1"/>
          </p:nvSpPr>
          <p:spPr bwMode="auto">
            <a:xfrm>
              <a:off x="4103688" y="2528888"/>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2 h 58"/>
                <a:gd name="T10" fmla="*/ 10 w 58"/>
                <a:gd name="T11" fmla="*/ 8 h 58"/>
                <a:gd name="T12" fmla="*/ 6 w 58"/>
                <a:gd name="T13" fmla="*/ 12 h 58"/>
                <a:gd name="T14" fmla="*/ 2 w 58"/>
                <a:gd name="T15" fmla="*/ 16 h 58"/>
                <a:gd name="T16" fmla="*/ 2 w 58"/>
                <a:gd name="T17" fmla="*/ 16 h 58"/>
                <a:gd name="T18" fmla="*/ 0 w 58"/>
                <a:gd name="T19" fmla="*/ 22 h 58"/>
                <a:gd name="T20" fmla="*/ 0 w 58"/>
                <a:gd name="T21" fmla="*/ 28 h 58"/>
                <a:gd name="T22" fmla="*/ 2 w 58"/>
                <a:gd name="T23" fmla="*/ 38 h 58"/>
                <a:gd name="T24" fmla="*/ 8 w 58"/>
                <a:gd name="T25" fmla="*/ 48 h 58"/>
                <a:gd name="T26" fmla="*/ 12 w 58"/>
                <a:gd name="T27" fmla="*/ 52 h 58"/>
                <a:gd name="T28" fmla="*/ 16 w 58"/>
                <a:gd name="T29" fmla="*/ 56 h 58"/>
                <a:gd name="T30" fmla="*/ 16 w 58"/>
                <a:gd name="T31" fmla="*/ 56 h 58"/>
                <a:gd name="T32" fmla="*/ 22 w 58"/>
                <a:gd name="T33" fmla="*/ 58 h 58"/>
                <a:gd name="T34" fmla="*/ 28 w 58"/>
                <a:gd name="T35" fmla="*/ 58 h 58"/>
                <a:gd name="T36" fmla="*/ 38 w 58"/>
                <a:gd name="T37" fmla="*/ 56 h 58"/>
                <a:gd name="T38" fmla="*/ 48 w 58"/>
                <a:gd name="T39" fmla="*/ 52 h 58"/>
                <a:gd name="T40" fmla="*/ 52 w 58"/>
                <a:gd name="T41" fmla="*/ 48 h 58"/>
                <a:gd name="T42" fmla="*/ 56 w 58"/>
                <a:gd name="T43" fmla="*/ 42 h 58"/>
                <a:gd name="T44" fmla="*/ 56 w 58"/>
                <a:gd name="T45" fmla="*/ 42 h 58"/>
                <a:gd name="T46" fmla="*/ 58 w 58"/>
                <a:gd name="T47" fmla="*/ 36 h 58"/>
                <a:gd name="T48" fmla="*/ 58 w 58"/>
                <a:gd name="T49" fmla="*/ 30 h 58"/>
                <a:gd name="T50" fmla="*/ 56 w 58"/>
                <a:gd name="T51" fmla="*/ 20 h 58"/>
                <a:gd name="T52" fmla="*/ 52 w 58"/>
                <a:gd name="T53" fmla="*/ 10 h 58"/>
                <a:gd name="T54" fmla="*/ 48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2"/>
                  </a:lnTo>
                  <a:lnTo>
                    <a:pt x="10" y="8"/>
                  </a:lnTo>
                  <a:lnTo>
                    <a:pt x="6" y="12"/>
                  </a:lnTo>
                  <a:lnTo>
                    <a:pt x="2" y="16"/>
                  </a:lnTo>
                  <a:lnTo>
                    <a:pt x="2" y="16"/>
                  </a:lnTo>
                  <a:lnTo>
                    <a:pt x="0" y="22"/>
                  </a:lnTo>
                  <a:lnTo>
                    <a:pt x="0" y="28"/>
                  </a:lnTo>
                  <a:lnTo>
                    <a:pt x="2" y="38"/>
                  </a:lnTo>
                  <a:lnTo>
                    <a:pt x="8" y="48"/>
                  </a:lnTo>
                  <a:lnTo>
                    <a:pt x="12" y="52"/>
                  </a:lnTo>
                  <a:lnTo>
                    <a:pt x="16" y="56"/>
                  </a:lnTo>
                  <a:lnTo>
                    <a:pt x="16" y="56"/>
                  </a:lnTo>
                  <a:lnTo>
                    <a:pt x="22" y="58"/>
                  </a:lnTo>
                  <a:lnTo>
                    <a:pt x="28" y="58"/>
                  </a:lnTo>
                  <a:lnTo>
                    <a:pt x="38" y="56"/>
                  </a:lnTo>
                  <a:lnTo>
                    <a:pt x="48" y="52"/>
                  </a:lnTo>
                  <a:lnTo>
                    <a:pt x="52" y="48"/>
                  </a:lnTo>
                  <a:lnTo>
                    <a:pt x="56" y="42"/>
                  </a:lnTo>
                  <a:lnTo>
                    <a:pt x="56" y="42"/>
                  </a:lnTo>
                  <a:lnTo>
                    <a:pt x="58" y="36"/>
                  </a:lnTo>
                  <a:lnTo>
                    <a:pt x="58" y="30"/>
                  </a:lnTo>
                  <a:lnTo>
                    <a:pt x="56" y="20"/>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77" name="Freeform 165"/>
            <p:cNvSpPr>
              <a:spLocks/>
            </p:cNvSpPr>
            <p:nvPr userDrawn="1"/>
          </p:nvSpPr>
          <p:spPr bwMode="auto">
            <a:xfrm>
              <a:off x="4468813" y="3062288"/>
              <a:ext cx="92075" cy="95250"/>
            </a:xfrm>
            <a:custGeom>
              <a:avLst/>
              <a:gdLst>
                <a:gd name="T0" fmla="*/ 42 w 58"/>
                <a:gd name="T1" fmla="*/ 4 h 60"/>
                <a:gd name="T2" fmla="*/ 42 w 58"/>
                <a:gd name="T3" fmla="*/ 4 h 60"/>
                <a:gd name="T4" fmla="*/ 36 w 58"/>
                <a:gd name="T5" fmla="*/ 2 h 60"/>
                <a:gd name="T6" fmla="*/ 30 w 58"/>
                <a:gd name="T7" fmla="*/ 0 h 60"/>
                <a:gd name="T8" fmla="*/ 18 w 58"/>
                <a:gd name="T9" fmla="*/ 2 h 60"/>
                <a:gd name="T10" fmla="*/ 10 w 58"/>
                <a:gd name="T11" fmla="*/ 8 h 60"/>
                <a:gd name="T12" fmla="*/ 6 w 58"/>
                <a:gd name="T13" fmla="*/ 12 h 60"/>
                <a:gd name="T14" fmla="*/ 2 w 58"/>
                <a:gd name="T15" fmla="*/ 18 h 60"/>
                <a:gd name="T16" fmla="*/ 2 w 58"/>
                <a:gd name="T17" fmla="*/ 18 h 60"/>
                <a:gd name="T18" fmla="*/ 0 w 58"/>
                <a:gd name="T19" fmla="*/ 22 h 60"/>
                <a:gd name="T20" fmla="*/ 0 w 58"/>
                <a:gd name="T21" fmla="*/ 28 h 60"/>
                <a:gd name="T22" fmla="*/ 0 w 58"/>
                <a:gd name="T23" fmla="*/ 40 h 60"/>
                <a:gd name="T24" fmla="*/ 6 w 58"/>
                <a:gd name="T25" fmla="*/ 50 h 60"/>
                <a:gd name="T26" fmla="*/ 10 w 58"/>
                <a:gd name="T27" fmla="*/ 54 h 60"/>
                <a:gd name="T28" fmla="*/ 16 w 58"/>
                <a:gd name="T29" fmla="*/ 56 h 60"/>
                <a:gd name="T30" fmla="*/ 16 w 58"/>
                <a:gd name="T31" fmla="*/ 56 h 60"/>
                <a:gd name="T32" fmla="*/ 22 w 58"/>
                <a:gd name="T33" fmla="*/ 58 h 60"/>
                <a:gd name="T34" fmla="*/ 28 w 58"/>
                <a:gd name="T35" fmla="*/ 60 h 60"/>
                <a:gd name="T36" fmla="*/ 38 w 58"/>
                <a:gd name="T37" fmla="*/ 58 h 60"/>
                <a:gd name="T38" fmla="*/ 48 w 58"/>
                <a:gd name="T39" fmla="*/ 52 h 60"/>
                <a:gd name="T40" fmla="*/ 52 w 58"/>
                <a:gd name="T41" fmla="*/ 48 h 60"/>
                <a:gd name="T42" fmla="*/ 56 w 58"/>
                <a:gd name="T43" fmla="*/ 42 h 60"/>
                <a:gd name="T44" fmla="*/ 56 w 58"/>
                <a:gd name="T45" fmla="*/ 42 h 60"/>
                <a:gd name="T46" fmla="*/ 58 w 58"/>
                <a:gd name="T47" fmla="*/ 38 h 60"/>
                <a:gd name="T48" fmla="*/ 58 w 58"/>
                <a:gd name="T49" fmla="*/ 32 h 60"/>
                <a:gd name="T50" fmla="*/ 56 w 58"/>
                <a:gd name="T51" fmla="*/ 20 h 60"/>
                <a:gd name="T52" fmla="*/ 50 w 58"/>
                <a:gd name="T53" fmla="*/ 10 h 60"/>
                <a:gd name="T54" fmla="*/ 46 w 58"/>
                <a:gd name="T55" fmla="*/ 6 h 60"/>
                <a:gd name="T56" fmla="*/ 42 w 58"/>
                <a:gd name="T57" fmla="*/ 4 h 60"/>
                <a:gd name="T58" fmla="*/ 42 w 58"/>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42" y="4"/>
                  </a:moveTo>
                  <a:lnTo>
                    <a:pt x="42" y="4"/>
                  </a:lnTo>
                  <a:lnTo>
                    <a:pt x="36" y="2"/>
                  </a:lnTo>
                  <a:lnTo>
                    <a:pt x="30" y="0"/>
                  </a:lnTo>
                  <a:lnTo>
                    <a:pt x="18" y="2"/>
                  </a:lnTo>
                  <a:lnTo>
                    <a:pt x="10" y="8"/>
                  </a:lnTo>
                  <a:lnTo>
                    <a:pt x="6" y="12"/>
                  </a:lnTo>
                  <a:lnTo>
                    <a:pt x="2" y="18"/>
                  </a:lnTo>
                  <a:lnTo>
                    <a:pt x="2" y="18"/>
                  </a:lnTo>
                  <a:lnTo>
                    <a:pt x="0" y="22"/>
                  </a:lnTo>
                  <a:lnTo>
                    <a:pt x="0" y="28"/>
                  </a:lnTo>
                  <a:lnTo>
                    <a:pt x="0" y="40"/>
                  </a:lnTo>
                  <a:lnTo>
                    <a:pt x="6" y="50"/>
                  </a:lnTo>
                  <a:lnTo>
                    <a:pt x="10" y="54"/>
                  </a:lnTo>
                  <a:lnTo>
                    <a:pt x="16" y="56"/>
                  </a:lnTo>
                  <a:lnTo>
                    <a:pt x="16" y="56"/>
                  </a:lnTo>
                  <a:lnTo>
                    <a:pt x="22" y="58"/>
                  </a:lnTo>
                  <a:lnTo>
                    <a:pt x="28" y="60"/>
                  </a:lnTo>
                  <a:lnTo>
                    <a:pt x="38" y="58"/>
                  </a:lnTo>
                  <a:lnTo>
                    <a:pt x="48" y="52"/>
                  </a:lnTo>
                  <a:lnTo>
                    <a:pt x="52" y="48"/>
                  </a:lnTo>
                  <a:lnTo>
                    <a:pt x="56" y="42"/>
                  </a:lnTo>
                  <a:lnTo>
                    <a:pt x="56" y="42"/>
                  </a:lnTo>
                  <a:lnTo>
                    <a:pt x="58" y="38"/>
                  </a:lnTo>
                  <a:lnTo>
                    <a:pt x="58" y="32"/>
                  </a:lnTo>
                  <a:lnTo>
                    <a:pt x="56" y="20"/>
                  </a:lnTo>
                  <a:lnTo>
                    <a:pt x="50" y="10"/>
                  </a:lnTo>
                  <a:lnTo>
                    <a:pt x="46"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78" name="Freeform 166"/>
            <p:cNvSpPr>
              <a:spLocks/>
            </p:cNvSpPr>
            <p:nvPr userDrawn="1"/>
          </p:nvSpPr>
          <p:spPr bwMode="auto">
            <a:xfrm>
              <a:off x="5113338" y="3014663"/>
              <a:ext cx="92075" cy="95250"/>
            </a:xfrm>
            <a:custGeom>
              <a:avLst/>
              <a:gdLst>
                <a:gd name="T0" fmla="*/ 42 w 58"/>
                <a:gd name="T1" fmla="*/ 4 h 60"/>
                <a:gd name="T2" fmla="*/ 42 w 58"/>
                <a:gd name="T3" fmla="*/ 4 h 60"/>
                <a:gd name="T4" fmla="*/ 36 w 58"/>
                <a:gd name="T5" fmla="*/ 2 h 60"/>
                <a:gd name="T6" fmla="*/ 30 w 58"/>
                <a:gd name="T7" fmla="*/ 0 h 60"/>
                <a:gd name="T8" fmla="*/ 20 w 58"/>
                <a:gd name="T9" fmla="*/ 2 h 60"/>
                <a:gd name="T10" fmla="*/ 10 w 58"/>
                <a:gd name="T11" fmla="*/ 8 h 60"/>
                <a:gd name="T12" fmla="*/ 6 w 58"/>
                <a:gd name="T13" fmla="*/ 12 h 60"/>
                <a:gd name="T14" fmla="*/ 2 w 58"/>
                <a:gd name="T15" fmla="*/ 18 h 60"/>
                <a:gd name="T16" fmla="*/ 2 w 58"/>
                <a:gd name="T17" fmla="*/ 18 h 60"/>
                <a:gd name="T18" fmla="*/ 0 w 58"/>
                <a:gd name="T19" fmla="*/ 22 h 60"/>
                <a:gd name="T20" fmla="*/ 0 w 58"/>
                <a:gd name="T21" fmla="*/ 28 h 60"/>
                <a:gd name="T22" fmla="*/ 2 w 58"/>
                <a:gd name="T23" fmla="*/ 40 h 60"/>
                <a:gd name="T24" fmla="*/ 8 w 58"/>
                <a:gd name="T25" fmla="*/ 50 h 60"/>
                <a:gd name="T26" fmla="*/ 12 w 58"/>
                <a:gd name="T27" fmla="*/ 54 h 60"/>
                <a:gd name="T28" fmla="*/ 16 w 58"/>
                <a:gd name="T29" fmla="*/ 56 h 60"/>
                <a:gd name="T30" fmla="*/ 16 w 58"/>
                <a:gd name="T31" fmla="*/ 56 h 60"/>
                <a:gd name="T32" fmla="*/ 22 w 58"/>
                <a:gd name="T33" fmla="*/ 58 h 60"/>
                <a:gd name="T34" fmla="*/ 28 w 58"/>
                <a:gd name="T35" fmla="*/ 60 h 60"/>
                <a:gd name="T36" fmla="*/ 38 w 58"/>
                <a:gd name="T37" fmla="*/ 58 h 60"/>
                <a:gd name="T38" fmla="*/ 48 w 58"/>
                <a:gd name="T39" fmla="*/ 52 h 60"/>
                <a:gd name="T40" fmla="*/ 52 w 58"/>
                <a:gd name="T41" fmla="*/ 48 h 60"/>
                <a:gd name="T42" fmla="*/ 56 w 58"/>
                <a:gd name="T43" fmla="*/ 42 h 60"/>
                <a:gd name="T44" fmla="*/ 56 w 58"/>
                <a:gd name="T45" fmla="*/ 42 h 60"/>
                <a:gd name="T46" fmla="*/ 58 w 58"/>
                <a:gd name="T47" fmla="*/ 38 h 60"/>
                <a:gd name="T48" fmla="*/ 58 w 58"/>
                <a:gd name="T49" fmla="*/ 32 h 60"/>
                <a:gd name="T50" fmla="*/ 56 w 58"/>
                <a:gd name="T51" fmla="*/ 20 h 60"/>
                <a:gd name="T52" fmla="*/ 52 w 58"/>
                <a:gd name="T53" fmla="*/ 10 h 60"/>
                <a:gd name="T54" fmla="*/ 48 w 58"/>
                <a:gd name="T55" fmla="*/ 6 h 60"/>
                <a:gd name="T56" fmla="*/ 42 w 58"/>
                <a:gd name="T57" fmla="*/ 4 h 60"/>
                <a:gd name="T58" fmla="*/ 42 w 58"/>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42" y="4"/>
                  </a:moveTo>
                  <a:lnTo>
                    <a:pt x="42" y="4"/>
                  </a:lnTo>
                  <a:lnTo>
                    <a:pt x="36" y="2"/>
                  </a:lnTo>
                  <a:lnTo>
                    <a:pt x="30" y="0"/>
                  </a:lnTo>
                  <a:lnTo>
                    <a:pt x="20" y="2"/>
                  </a:lnTo>
                  <a:lnTo>
                    <a:pt x="10" y="8"/>
                  </a:lnTo>
                  <a:lnTo>
                    <a:pt x="6" y="12"/>
                  </a:lnTo>
                  <a:lnTo>
                    <a:pt x="2" y="18"/>
                  </a:lnTo>
                  <a:lnTo>
                    <a:pt x="2" y="18"/>
                  </a:lnTo>
                  <a:lnTo>
                    <a:pt x="0" y="22"/>
                  </a:lnTo>
                  <a:lnTo>
                    <a:pt x="0" y="28"/>
                  </a:lnTo>
                  <a:lnTo>
                    <a:pt x="2" y="40"/>
                  </a:lnTo>
                  <a:lnTo>
                    <a:pt x="8" y="50"/>
                  </a:lnTo>
                  <a:lnTo>
                    <a:pt x="12" y="54"/>
                  </a:lnTo>
                  <a:lnTo>
                    <a:pt x="16" y="56"/>
                  </a:lnTo>
                  <a:lnTo>
                    <a:pt x="16" y="56"/>
                  </a:lnTo>
                  <a:lnTo>
                    <a:pt x="22" y="58"/>
                  </a:lnTo>
                  <a:lnTo>
                    <a:pt x="28" y="60"/>
                  </a:lnTo>
                  <a:lnTo>
                    <a:pt x="38" y="58"/>
                  </a:lnTo>
                  <a:lnTo>
                    <a:pt x="48" y="52"/>
                  </a:lnTo>
                  <a:lnTo>
                    <a:pt x="52" y="48"/>
                  </a:lnTo>
                  <a:lnTo>
                    <a:pt x="56" y="42"/>
                  </a:lnTo>
                  <a:lnTo>
                    <a:pt x="56" y="42"/>
                  </a:lnTo>
                  <a:lnTo>
                    <a:pt x="58" y="38"/>
                  </a:lnTo>
                  <a:lnTo>
                    <a:pt x="58" y="32"/>
                  </a:lnTo>
                  <a:lnTo>
                    <a:pt x="56" y="20"/>
                  </a:lnTo>
                  <a:lnTo>
                    <a:pt x="52" y="10"/>
                  </a:lnTo>
                  <a:lnTo>
                    <a:pt x="48"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79" name="Freeform 167"/>
            <p:cNvSpPr>
              <a:spLocks/>
            </p:cNvSpPr>
            <p:nvPr userDrawn="1"/>
          </p:nvSpPr>
          <p:spPr bwMode="auto">
            <a:xfrm>
              <a:off x="6402388" y="2919413"/>
              <a:ext cx="95250" cy="92075"/>
            </a:xfrm>
            <a:custGeom>
              <a:avLst/>
              <a:gdLst>
                <a:gd name="T0" fmla="*/ 44 w 60"/>
                <a:gd name="T1" fmla="*/ 2 h 58"/>
                <a:gd name="T2" fmla="*/ 44 w 60"/>
                <a:gd name="T3" fmla="*/ 2 h 58"/>
                <a:gd name="T4" fmla="*/ 38 w 60"/>
                <a:gd name="T5" fmla="*/ 0 h 58"/>
                <a:gd name="T6" fmla="*/ 32 w 60"/>
                <a:gd name="T7" fmla="*/ 0 h 58"/>
                <a:gd name="T8" fmla="*/ 20 w 60"/>
                <a:gd name="T9" fmla="*/ 2 h 58"/>
                <a:gd name="T10" fmla="*/ 10 w 60"/>
                <a:gd name="T11" fmla="*/ 8 h 58"/>
                <a:gd name="T12" fmla="*/ 6 w 60"/>
                <a:gd name="T13" fmla="*/ 12 h 58"/>
                <a:gd name="T14" fmla="*/ 4 w 60"/>
                <a:gd name="T15" fmla="*/ 16 h 58"/>
                <a:gd name="T16" fmla="*/ 4 w 60"/>
                <a:gd name="T17" fmla="*/ 16 h 58"/>
                <a:gd name="T18" fmla="*/ 2 w 60"/>
                <a:gd name="T19" fmla="*/ 22 h 58"/>
                <a:gd name="T20" fmla="*/ 0 w 60"/>
                <a:gd name="T21" fmla="*/ 28 h 58"/>
                <a:gd name="T22" fmla="*/ 2 w 60"/>
                <a:gd name="T23" fmla="*/ 40 h 58"/>
                <a:gd name="T24" fmla="*/ 8 w 60"/>
                <a:gd name="T25" fmla="*/ 48 h 58"/>
                <a:gd name="T26" fmla="*/ 12 w 60"/>
                <a:gd name="T27" fmla="*/ 52 h 58"/>
                <a:gd name="T28" fmla="*/ 18 w 60"/>
                <a:gd name="T29" fmla="*/ 56 h 58"/>
                <a:gd name="T30" fmla="*/ 18 w 60"/>
                <a:gd name="T31" fmla="*/ 56 h 58"/>
                <a:gd name="T32" fmla="*/ 24 w 60"/>
                <a:gd name="T33" fmla="*/ 58 h 58"/>
                <a:gd name="T34" fmla="*/ 28 w 60"/>
                <a:gd name="T35" fmla="*/ 58 h 58"/>
                <a:gd name="T36" fmla="*/ 40 w 60"/>
                <a:gd name="T37" fmla="*/ 58 h 58"/>
                <a:gd name="T38" fmla="*/ 50 w 60"/>
                <a:gd name="T39" fmla="*/ 52 h 58"/>
                <a:gd name="T40" fmla="*/ 54 w 60"/>
                <a:gd name="T41" fmla="*/ 48 h 58"/>
                <a:gd name="T42" fmla="*/ 56 w 60"/>
                <a:gd name="T43" fmla="*/ 42 h 58"/>
                <a:gd name="T44" fmla="*/ 56 w 60"/>
                <a:gd name="T45" fmla="*/ 42 h 58"/>
                <a:gd name="T46" fmla="*/ 58 w 60"/>
                <a:gd name="T47" fmla="*/ 36 h 58"/>
                <a:gd name="T48" fmla="*/ 60 w 60"/>
                <a:gd name="T49" fmla="*/ 30 h 58"/>
                <a:gd name="T50" fmla="*/ 58 w 60"/>
                <a:gd name="T51" fmla="*/ 20 h 58"/>
                <a:gd name="T52" fmla="*/ 52 w 60"/>
                <a:gd name="T53" fmla="*/ 10 h 58"/>
                <a:gd name="T54" fmla="*/ 48 w 60"/>
                <a:gd name="T55" fmla="*/ 6 h 58"/>
                <a:gd name="T56" fmla="*/ 44 w 60"/>
                <a:gd name="T57" fmla="*/ 2 h 58"/>
                <a:gd name="T58" fmla="*/ 44 w 60"/>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0" h="58">
                  <a:moveTo>
                    <a:pt x="44" y="2"/>
                  </a:moveTo>
                  <a:lnTo>
                    <a:pt x="44" y="2"/>
                  </a:lnTo>
                  <a:lnTo>
                    <a:pt x="38" y="0"/>
                  </a:lnTo>
                  <a:lnTo>
                    <a:pt x="32" y="0"/>
                  </a:lnTo>
                  <a:lnTo>
                    <a:pt x="20" y="2"/>
                  </a:lnTo>
                  <a:lnTo>
                    <a:pt x="10" y="8"/>
                  </a:lnTo>
                  <a:lnTo>
                    <a:pt x="6" y="12"/>
                  </a:lnTo>
                  <a:lnTo>
                    <a:pt x="4" y="16"/>
                  </a:lnTo>
                  <a:lnTo>
                    <a:pt x="4" y="16"/>
                  </a:lnTo>
                  <a:lnTo>
                    <a:pt x="2" y="22"/>
                  </a:lnTo>
                  <a:lnTo>
                    <a:pt x="0" y="28"/>
                  </a:lnTo>
                  <a:lnTo>
                    <a:pt x="2" y="40"/>
                  </a:lnTo>
                  <a:lnTo>
                    <a:pt x="8" y="48"/>
                  </a:lnTo>
                  <a:lnTo>
                    <a:pt x="12" y="52"/>
                  </a:lnTo>
                  <a:lnTo>
                    <a:pt x="18" y="56"/>
                  </a:lnTo>
                  <a:lnTo>
                    <a:pt x="18" y="56"/>
                  </a:lnTo>
                  <a:lnTo>
                    <a:pt x="24" y="58"/>
                  </a:lnTo>
                  <a:lnTo>
                    <a:pt x="28" y="58"/>
                  </a:lnTo>
                  <a:lnTo>
                    <a:pt x="40" y="58"/>
                  </a:lnTo>
                  <a:lnTo>
                    <a:pt x="50" y="52"/>
                  </a:lnTo>
                  <a:lnTo>
                    <a:pt x="54" y="48"/>
                  </a:lnTo>
                  <a:lnTo>
                    <a:pt x="56" y="42"/>
                  </a:lnTo>
                  <a:lnTo>
                    <a:pt x="56" y="42"/>
                  </a:lnTo>
                  <a:lnTo>
                    <a:pt x="58" y="36"/>
                  </a:lnTo>
                  <a:lnTo>
                    <a:pt x="60" y="30"/>
                  </a:lnTo>
                  <a:lnTo>
                    <a:pt x="58" y="20"/>
                  </a:lnTo>
                  <a:lnTo>
                    <a:pt x="52" y="10"/>
                  </a:lnTo>
                  <a:lnTo>
                    <a:pt x="48" y="6"/>
                  </a:lnTo>
                  <a:lnTo>
                    <a:pt x="44" y="2"/>
                  </a:lnTo>
                  <a:lnTo>
                    <a:pt x="44"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80" name="Freeform 168"/>
            <p:cNvSpPr>
              <a:spLocks/>
            </p:cNvSpPr>
            <p:nvPr userDrawn="1"/>
          </p:nvSpPr>
          <p:spPr bwMode="auto">
            <a:xfrm>
              <a:off x="6040438" y="2386013"/>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0 h 58"/>
                <a:gd name="T10" fmla="*/ 10 w 58"/>
                <a:gd name="T11" fmla="*/ 6 h 58"/>
                <a:gd name="T12" fmla="*/ 6 w 58"/>
                <a:gd name="T13" fmla="*/ 10 h 58"/>
                <a:gd name="T14" fmla="*/ 2 w 58"/>
                <a:gd name="T15" fmla="*/ 16 h 58"/>
                <a:gd name="T16" fmla="*/ 2 w 58"/>
                <a:gd name="T17" fmla="*/ 16 h 58"/>
                <a:gd name="T18" fmla="*/ 0 w 58"/>
                <a:gd name="T19" fmla="*/ 22 h 58"/>
                <a:gd name="T20" fmla="*/ 0 w 58"/>
                <a:gd name="T21" fmla="*/ 26 h 58"/>
                <a:gd name="T22" fmla="*/ 2 w 58"/>
                <a:gd name="T23" fmla="*/ 38 h 58"/>
                <a:gd name="T24" fmla="*/ 6 w 58"/>
                <a:gd name="T25" fmla="*/ 48 h 58"/>
                <a:gd name="T26" fmla="*/ 12 w 58"/>
                <a:gd name="T27" fmla="*/ 52 h 58"/>
                <a:gd name="T28" fmla="*/ 16 w 58"/>
                <a:gd name="T29" fmla="*/ 54 h 58"/>
                <a:gd name="T30" fmla="*/ 16 w 58"/>
                <a:gd name="T31" fmla="*/ 54 h 58"/>
                <a:gd name="T32" fmla="*/ 22 w 58"/>
                <a:gd name="T33" fmla="*/ 56 h 58"/>
                <a:gd name="T34" fmla="*/ 28 w 58"/>
                <a:gd name="T35" fmla="*/ 58 h 58"/>
                <a:gd name="T36" fmla="*/ 38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6 w 58"/>
                <a:gd name="T51" fmla="*/ 18 h 58"/>
                <a:gd name="T52" fmla="*/ 50 w 58"/>
                <a:gd name="T53" fmla="*/ 8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0"/>
                  </a:lnTo>
                  <a:lnTo>
                    <a:pt x="10" y="6"/>
                  </a:lnTo>
                  <a:lnTo>
                    <a:pt x="6" y="10"/>
                  </a:lnTo>
                  <a:lnTo>
                    <a:pt x="2" y="16"/>
                  </a:lnTo>
                  <a:lnTo>
                    <a:pt x="2" y="16"/>
                  </a:lnTo>
                  <a:lnTo>
                    <a:pt x="0" y="22"/>
                  </a:lnTo>
                  <a:lnTo>
                    <a:pt x="0" y="26"/>
                  </a:lnTo>
                  <a:lnTo>
                    <a:pt x="2" y="38"/>
                  </a:lnTo>
                  <a:lnTo>
                    <a:pt x="6" y="48"/>
                  </a:lnTo>
                  <a:lnTo>
                    <a:pt x="12" y="52"/>
                  </a:lnTo>
                  <a:lnTo>
                    <a:pt x="16" y="54"/>
                  </a:lnTo>
                  <a:lnTo>
                    <a:pt x="16" y="54"/>
                  </a:lnTo>
                  <a:lnTo>
                    <a:pt x="22" y="56"/>
                  </a:lnTo>
                  <a:lnTo>
                    <a:pt x="28" y="58"/>
                  </a:lnTo>
                  <a:lnTo>
                    <a:pt x="38" y="56"/>
                  </a:lnTo>
                  <a:lnTo>
                    <a:pt x="48" y="50"/>
                  </a:lnTo>
                  <a:lnTo>
                    <a:pt x="52" y="46"/>
                  </a:lnTo>
                  <a:lnTo>
                    <a:pt x="56" y="42"/>
                  </a:lnTo>
                  <a:lnTo>
                    <a:pt x="56" y="42"/>
                  </a:lnTo>
                  <a:lnTo>
                    <a:pt x="58" y="36"/>
                  </a:lnTo>
                  <a:lnTo>
                    <a:pt x="58" y="30"/>
                  </a:lnTo>
                  <a:lnTo>
                    <a:pt x="56" y="18"/>
                  </a:lnTo>
                  <a:lnTo>
                    <a:pt x="50" y="8"/>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81" name="Freeform 169"/>
            <p:cNvSpPr>
              <a:spLocks/>
            </p:cNvSpPr>
            <p:nvPr userDrawn="1"/>
          </p:nvSpPr>
          <p:spPr bwMode="auto">
            <a:xfrm>
              <a:off x="5392738" y="2433638"/>
              <a:ext cx="95250" cy="92075"/>
            </a:xfrm>
            <a:custGeom>
              <a:avLst/>
              <a:gdLst>
                <a:gd name="T0" fmla="*/ 44 w 60"/>
                <a:gd name="T1" fmla="*/ 2 h 58"/>
                <a:gd name="T2" fmla="*/ 44 w 60"/>
                <a:gd name="T3" fmla="*/ 2 h 58"/>
                <a:gd name="T4" fmla="*/ 38 w 60"/>
                <a:gd name="T5" fmla="*/ 0 h 58"/>
                <a:gd name="T6" fmla="*/ 32 w 60"/>
                <a:gd name="T7" fmla="*/ 0 h 58"/>
                <a:gd name="T8" fmla="*/ 20 w 60"/>
                <a:gd name="T9" fmla="*/ 0 h 58"/>
                <a:gd name="T10" fmla="*/ 10 w 60"/>
                <a:gd name="T11" fmla="*/ 6 h 58"/>
                <a:gd name="T12" fmla="*/ 6 w 60"/>
                <a:gd name="T13" fmla="*/ 10 h 58"/>
                <a:gd name="T14" fmla="*/ 4 w 60"/>
                <a:gd name="T15" fmla="*/ 16 h 58"/>
                <a:gd name="T16" fmla="*/ 4 w 60"/>
                <a:gd name="T17" fmla="*/ 16 h 58"/>
                <a:gd name="T18" fmla="*/ 2 w 60"/>
                <a:gd name="T19" fmla="*/ 22 h 58"/>
                <a:gd name="T20" fmla="*/ 0 w 60"/>
                <a:gd name="T21" fmla="*/ 28 h 58"/>
                <a:gd name="T22" fmla="*/ 2 w 60"/>
                <a:gd name="T23" fmla="*/ 38 h 58"/>
                <a:gd name="T24" fmla="*/ 8 w 60"/>
                <a:gd name="T25" fmla="*/ 48 h 58"/>
                <a:gd name="T26" fmla="*/ 12 w 60"/>
                <a:gd name="T27" fmla="*/ 52 h 58"/>
                <a:gd name="T28" fmla="*/ 18 w 60"/>
                <a:gd name="T29" fmla="*/ 56 h 58"/>
                <a:gd name="T30" fmla="*/ 18 w 60"/>
                <a:gd name="T31" fmla="*/ 56 h 58"/>
                <a:gd name="T32" fmla="*/ 24 w 60"/>
                <a:gd name="T33" fmla="*/ 58 h 58"/>
                <a:gd name="T34" fmla="*/ 28 w 60"/>
                <a:gd name="T35" fmla="*/ 58 h 58"/>
                <a:gd name="T36" fmla="*/ 40 w 60"/>
                <a:gd name="T37" fmla="*/ 56 h 58"/>
                <a:gd name="T38" fmla="*/ 50 w 60"/>
                <a:gd name="T39" fmla="*/ 50 h 58"/>
                <a:gd name="T40" fmla="*/ 54 w 60"/>
                <a:gd name="T41" fmla="*/ 46 h 58"/>
                <a:gd name="T42" fmla="*/ 56 w 60"/>
                <a:gd name="T43" fmla="*/ 42 h 58"/>
                <a:gd name="T44" fmla="*/ 56 w 60"/>
                <a:gd name="T45" fmla="*/ 42 h 58"/>
                <a:gd name="T46" fmla="*/ 58 w 60"/>
                <a:gd name="T47" fmla="*/ 36 h 58"/>
                <a:gd name="T48" fmla="*/ 60 w 60"/>
                <a:gd name="T49" fmla="*/ 30 h 58"/>
                <a:gd name="T50" fmla="*/ 58 w 60"/>
                <a:gd name="T51" fmla="*/ 18 h 58"/>
                <a:gd name="T52" fmla="*/ 52 w 60"/>
                <a:gd name="T53" fmla="*/ 10 h 58"/>
                <a:gd name="T54" fmla="*/ 48 w 60"/>
                <a:gd name="T55" fmla="*/ 6 h 58"/>
                <a:gd name="T56" fmla="*/ 44 w 60"/>
                <a:gd name="T57" fmla="*/ 2 h 58"/>
                <a:gd name="T58" fmla="*/ 44 w 60"/>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0" h="58">
                  <a:moveTo>
                    <a:pt x="44" y="2"/>
                  </a:moveTo>
                  <a:lnTo>
                    <a:pt x="44" y="2"/>
                  </a:lnTo>
                  <a:lnTo>
                    <a:pt x="38" y="0"/>
                  </a:lnTo>
                  <a:lnTo>
                    <a:pt x="32" y="0"/>
                  </a:lnTo>
                  <a:lnTo>
                    <a:pt x="20" y="0"/>
                  </a:lnTo>
                  <a:lnTo>
                    <a:pt x="10" y="6"/>
                  </a:lnTo>
                  <a:lnTo>
                    <a:pt x="6" y="10"/>
                  </a:lnTo>
                  <a:lnTo>
                    <a:pt x="4" y="16"/>
                  </a:lnTo>
                  <a:lnTo>
                    <a:pt x="4" y="16"/>
                  </a:lnTo>
                  <a:lnTo>
                    <a:pt x="2" y="22"/>
                  </a:lnTo>
                  <a:lnTo>
                    <a:pt x="0" y="28"/>
                  </a:lnTo>
                  <a:lnTo>
                    <a:pt x="2" y="38"/>
                  </a:lnTo>
                  <a:lnTo>
                    <a:pt x="8" y="48"/>
                  </a:lnTo>
                  <a:lnTo>
                    <a:pt x="12" y="52"/>
                  </a:lnTo>
                  <a:lnTo>
                    <a:pt x="18" y="56"/>
                  </a:lnTo>
                  <a:lnTo>
                    <a:pt x="18" y="56"/>
                  </a:lnTo>
                  <a:lnTo>
                    <a:pt x="24" y="58"/>
                  </a:lnTo>
                  <a:lnTo>
                    <a:pt x="28" y="58"/>
                  </a:lnTo>
                  <a:lnTo>
                    <a:pt x="40" y="56"/>
                  </a:lnTo>
                  <a:lnTo>
                    <a:pt x="50" y="50"/>
                  </a:lnTo>
                  <a:lnTo>
                    <a:pt x="54" y="46"/>
                  </a:lnTo>
                  <a:lnTo>
                    <a:pt x="56" y="42"/>
                  </a:lnTo>
                  <a:lnTo>
                    <a:pt x="56" y="42"/>
                  </a:lnTo>
                  <a:lnTo>
                    <a:pt x="58" y="36"/>
                  </a:lnTo>
                  <a:lnTo>
                    <a:pt x="60" y="30"/>
                  </a:lnTo>
                  <a:lnTo>
                    <a:pt x="58" y="18"/>
                  </a:lnTo>
                  <a:lnTo>
                    <a:pt x="52" y="10"/>
                  </a:lnTo>
                  <a:lnTo>
                    <a:pt x="48" y="6"/>
                  </a:lnTo>
                  <a:lnTo>
                    <a:pt x="44" y="2"/>
                  </a:lnTo>
                  <a:lnTo>
                    <a:pt x="44"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82" name="Freeform 170"/>
            <p:cNvSpPr>
              <a:spLocks/>
            </p:cNvSpPr>
            <p:nvPr userDrawn="1"/>
          </p:nvSpPr>
          <p:spPr bwMode="auto">
            <a:xfrm>
              <a:off x="5113338" y="3014663"/>
              <a:ext cx="92075" cy="95250"/>
            </a:xfrm>
            <a:custGeom>
              <a:avLst/>
              <a:gdLst>
                <a:gd name="T0" fmla="*/ 42 w 58"/>
                <a:gd name="T1" fmla="*/ 4 h 60"/>
                <a:gd name="T2" fmla="*/ 42 w 58"/>
                <a:gd name="T3" fmla="*/ 4 h 60"/>
                <a:gd name="T4" fmla="*/ 36 w 58"/>
                <a:gd name="T5" fmla="*/ 2 h 60"/>
                <a:gd name="T6" fmla="*/ 30 w 58"/>
                <a:gd name="T7" fmla="*/ 0 h 60"/>
                <a:gd name="T8" fmla="*/ 20 w 58"/>
                <a:gd name="T9" fmla="*/ 2 h 60"/>
                <a:gd name="T10" fmla="*/ 10 w 58"/>
                <a:gd name="T11" fmla="*/ 8 h 60"/>
                <a:gd name="T12" fmla="*/ 6 w 58"/>
                <a:gd name="T13" fmla="*/ 12 h 60"/>
                <a:gd name="T14" fmla="*/ 2 w 58"/>
                <a:gd name="T15" fmla="*/ 18 h 60"/>
                <a:gd name="T16" fmla="*/ 2 w 58"/>
                <a:gd name="T17" fmla="*/ 18 h 60"/>
                <a:gd name="T18" fmla="*/ 0 w 58"/>
                <a:gd name="T19" fmla="*/ 22 h 60"/>
                <a:gd name="T20" fmla="*/ 0 w 58"/>
                <a:gd name="T21" fmla="*/ 28 h 60"/>
                <a:gd name="T22" fmla="*/ 2 w 58"/>
                <a:gd name="T23" fmla="*/ 40 h 60"/>
                <a:gd name="T24" fmla="*/ 8 w 58"/>
                <a:gd name="T25" fmla="*/ 50 h 60"/>
                <a:gd name="T26" fmla="*/ 12 w 58"/>
                <a:gd name="T27" fmla="*/ 54 h 60"/>
                <a:gd name="T28" fmla="*/ 16 w 58"/>
                <a:gd name="T29" fmla="*/ 56 h 60"/>
                <a:gd name="T30" fmla="*/ 16 w 58"/>
                <a:gd name="T31" fmla="*/ 56 h 60"/>
                <a:gd name="T32" fmla="*/ 22 w 58"/>
                <a:gd name="T33" fmla="*/ 58 h 60"/>
                <a:gd name="T34" fmla="*/ 28 w 58"/>
                <a:gd name="T35" fmla="*/ 60 h 60"/>
                <a:gd name="T36" fmla="*/ 38 w 58"/>
                <a:gd name="T37" fmla="*/ 58 h 60"/>
                <a:gd name="T38" fmla="*/ 48 w 58"/>
                <a:gd name="T39" fmla="*/ 52 h 60"/>
                <a:gd name="T40" fmla="*/ 52 w 58"/>
                <a:gd name="T41" fmla="*/ 48 h 60"/>
                <a:gd name="T42" fmla="*/ 56 w 58"/>
                <a:gd name="T43" fmla="*/ 42 h 60"/>
                <a:gd name="T44" fmla="*/ 56 w 58"/>
                <a:gd name="T45" fmla="*/ 42 h 60"/>
                <a:gd name="T46" fmla="*/ 58 w 58"/>
                <a:gd name="T47" fmla="*/ 38 h 60"/>
                <a:gd name="T48" fmla="*/ 58 w 58"/>
                <a:gd name="T49" fmla="*/ 32 h 60"/>
                <a:gd name="T50" fmla="*/ 56 w 58"/>
                <a:gd name="T51" fmla="*/ 20 h 60"/>
                <a:gd name="T52" fmla="*/ 52 w 58"/>
                <a:gd name="T53" fmla="*/ 10 h 60"/>
                <a:gd name="T54" fmla="*/ 48 w 58"/>
                <a:gd name="T55" fmla="*/ 6 h 60"/>
                <a:gd name="T56" fmla="*/ 42 w 58"/>
                <a:gd name="T57" fmla="*/ 4 h 60"/>
                <a:gd name="T58" fmla="*/ 42 w 58"/>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42" y="4"/>
                  </a:moveTo>
                  <a:lnTo>
                    <a:pt x="42" y="4"/>
                  </a:lnTo>
                  <a:lnTo>
                    <a:pt x="36" y="2"/>
                  </a:lnTo>
                  <a:lnTo>
                    <a:pt x="30" y="0"/>
                  </a:lnTo>
                  <a:lnTo>
                    <a:pt x="20" y="2"/>
                  </a:lnTo>
                  <a:lnTo>
                    <a:pt x="10" y="8"/>
                  </a:lnTo>
                  <a:lnTo>
                    <a:pt x="6" y="12"/>
                  </a:lnTo>
                  <a:lnTo>
                    <a:pt x="2" y="18"/>
                  </a:lnTo>
                  <a:lnTo>
                    <a:pt x="2" y="18"/>
                  </a:lnTo>
                  <a:lnTo>
                    <a:pt x="0" y="22"/>
                  </a:lnTo>
                  <a:lnTo>
                    <a:pt x="0" y="28"/>
                  </a:lnTo>
                  <a:lnTo>
                    <a:pt x="2" y="40"/>
                  </a:lnTo>
                  <a:lnTo>
                    <a:pt x="8" y="50"/>
                  </a:lnTo>
                  <a:lnTo>
                    <a:pt x="12" y="54"/>
                  </a:lnTo>
                  <a:lnTo>
                    <a:pt x="16" y="56"/>
                  </a:lnTo>
                  <a:lnTo>
                    <a:pt x="16" y="56"/>
                  </a:lnTo>
                  <a:lnTo>
                    <a:pt x="22" y="58"/>
                  </a:lnTo>
                  <a:lnTo>
                    <a:pt x="28" y="60"/>
                  </a:lnTo>
                  <a:lnTo>
                    <a:pt x="38" y="58"/>
                  </a:lnTo>
                  <a:lnTo>
                    <a:pt x="48" y="52"/>
                  </a:lnTo>
                  <a:lnTo>
                    <a:pt x="52" y="48"/>
                  </a:lnTo>
                  <a:lnTo>
                    <a:pt x="56" y="42"/>
                  </a:lnTo>
                  <a:lnTo>
                    <a:pt x="56" y="42"/>
                  </a:lnTo>
                  <a:lnTo>
                    <a:pt x="58" y="38"/>
                  </a:lnTo>
                  <a:lnTo>
                    <a:pt x="58" y="32"/>
                  </a:lnTo>
                  <a:lnTo>
                    <a:pt x="56" y="20"/>
                  </a:lnTo>
                  <a:lnTo>
                    <a:pt x="52" y="10"/>
                  </a:lnTo>
                  <a:lnTo>
                    <a:pt x="48"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83" name="Freeform 171"/>
            <p:cNvSpPr>
              <a:spLocks/>
            </p:cNvSpPr>
            <p:nvPr userDrawn="1"/>
          </p:nvSpPr>
          <p:spPr bwMode="auto">
            <a:xfrm>
              <a:off x="5478463" y="3551238"/>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2 h 58"/>
                <a:gd name="T10" fmla="*/ 10 w 58"/>
                <a:gd name="T11" fmla="*/ 6 h 58"/>
                <a:gd name="T12" fmla="*/ 6 w 58"/>
                <a:gd name="T13" fmla="*/ 10 h 58"/>
                <a:gd name="T14" fmla="*/ 2 w 58"/>
                <a:gd name="T15" fmla="*/ 16 h 58"/>
                <a:gd name="T16" fmla="*/ 2 w 58"/>
                <a:gd name="T17" fmla="*/ 16 h 58"/>
                <a:gd name="T18" fmla="*/ 0 w 58"/>
                <a:gd name="T19" fmla="*/ 22 h 58"/>
                <a:gd name="T20" fmla="*/ 0 w 58"/>
                <a:gd name="T21" fmla="*/ 28 h 58"/>
                <a:gd name="T22" fmla="*/ 0 w 58"/>
                <a:gd name="T23" fmla="*/ 38 h 58"/>
                <a:gd name="T24" fmla="*/ 6 w 58"/>
                <a:gd name="T25" fmla="*/ 48 h 58"/>
                <a:gd name="T26" fmla="*/ 10 w 58"/>
                <a:gd name="T27" fmla="*/ 52 h 58"/>
                <a:gd name="T28" fmla="*/ 16 w 58"/>
                <a:gd name="T29" fmla="*/ 56 h 58"/>
                <a:gd name="T30" fmla="*/ 16 w 58"/>
                <a:gd name="T31" fmla="*/ 56 h 58"/>
                <a:gd name="T32" fmla="*/ 22 w 58"/>
                <a:gd name="T33" fmla="*/ 58 h 58"/>
                <a:gd name="T34" fmla="*/ 28 w 58"/>
                <a:gd name="T35" fmla="*/ 58 h 58"/>
                <a:gd name="T36" fmla="*/ 38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6 w 58"/>
                <a:gd name="T51" fmla="*/ 20 h 58"/>
                <a:gd name="T52" fmla="*/ 50 w 58"/>
                <a:gd name="T53" fmla="*/ 10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2"/>
                  </a:lnTo>
                  <a:lnTo>
                    <a:pt x="10" y="6"/>
                  </a:lnTo>
                  <a:lnTo>
                    <a:pt x="6" y="10"/>
                  </a:lnTo>
                  <a:lnTo>
                    <a:pt x="2" y="16"/>
                  </a:lnTo>
                  <a:lnTo>
                    <a:pt x="2" y="16"/>
                  </a:lnTo>
                  <a:lnTo>
                    <a:pt x="0" y="22"/>
                  </a:lnTo>
                  <a:lnTo>
                    <a:pt x="0" y="28"/>
                  </a:lnTo>
                  <a:lnTo>
                    <a:pt x="0" y="38"/>
                  </a:lnTo>
                  <a:lnTo>
                    <a:pt x="6" y="48"/>
                  </a:lnTo>
                  <a:lnTo>
                    <a:pt x="10" y="52"/>
                  </a:lnTo>
                  <a:lnTo>
                    <a:pt x="16" y="56"/>
                  </a:lnTo>
                  <a:lnTo>
                    <a:pt x="16" y="56"/>
                  </a:lnTo>
                  <a:lnTo>
                    <a:pt x="22" y="58"/>
                  </a:lnTo>
                  <a:lnTo>
                    <a:pt x="28" y="58"/>
                  </a:lnTo>
                  <a:lnTo>
                    <a:pt x="38" y="56"/>
                  </a:lnTo>
                  <a:lnTo>
                    <a:pt x="48" y="50"/>
                  </a:lnTo>
                  <a:lnTo>
                    <a:pt x="52" y="46"/>
                  </a:lnTo>
                  <a:lnTo>
                    <a:pt x="56" y="42"/>
                  </a:lnTo>
                  <a:lnTo>
                    <a:pt x="56" y="42"/>
                  </a:lnTo>
                  <a:lnTo>
                    <a:pt x="58" y="36"/>
                  </a:lnTo>
                  <a:lnTo>
                    <a:pt x="58" y="30"/>
                  </a:lnTo>
                  <a:lnTo>
                    <a:pt x="56" y="20"/>
                  </a:lnTo>
                  <a:lnTo>
                    <a:pt x="50" y="10"/>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84" name="Freeform 172"/>
            <p:cNvSpPr>
              <a:spLocks/>
            </p:cNvSpPr>
            <p:nvPr userDrawn="1"/>
          </p:nvSpPr>
          <p:spPr bwMode="auto">
            <a:xfrm>
              <a:off x="6122988" y="3503613"/>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0 h 58"/>
                <a:gd name="T10" fmla="*/ 10 w 58"/>
                <a:gd name="T11" fmla="*/ 6 h 58"/>
                <a:gd name="T12" fmla="*/ 6 w 58"/>
                <a:gd name="T13" fmla="*/ 10 h 58"/>
                <a:gd name="T14" fmla="*/ 2 w 58"/>
                <a:gd name="T15" fmla="*/ 16 h 58"/>
                <a:gd name="T16" fmla="*/ 2 w 58"/>
                <a:gd name="T17" fmla="*/ 16 h 58"/>
                <a:gd name="T18" fmla="*/ 0 w 58"/>
                <a:gd name="T19" fmla="*/ 22 h 58"/>
                <a:gd name="T20" fmla="*/ 0 w 58"/>
                <a:gd name="T21" fmla="*/ 28 h 58"/>
                <a:gd name="T22" fmla="*/ 2 w 58"/>
                <a:gd name="T23" fmla="*/ 38 h 58"/>
                <a:gd name="T24" fmla="*/ 8 w 58"/>
                <a:gd name="T25" fmla="*/ 48 h 58"/>
                <a:gd name="T26" fmla="*/ 12 w 58"/>
                <a:gd name="T27" fmla="*/ 52 h 58"/>
                <a:gd name="T28" fmla="*/ 16 w 58"/>
                <a:gd name="T29" fmla="*/ 56 h 58"/>
                <a:gd name="T30" fmla="*/ 16 w 58"/>
                <a:gd name="T31" fmla="*/ 56 h 58"/>
                <a:gd name="T32" fmla="*/ 22 w 58"/>
                <a:gd name="T33" fmla="*/ 58 h 58"/>
                <a:gd name="T34" fmla="*/ 28 w 58"/>
                <a:gd name="T35" fmla="*/ 58 h 58"/>
                <a:gd name="T36" fmla="*/ 38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8 w 58"/>
                <a:gd name="T51" fmla="*/ 18 h 58"/>
                <a:gd name="T52" fmla="*/ 52 w 58"/>
                <a:gd name="T53" fmla="*/ 10 h 58"/>
                <a:gd name="T54" fmla="*/ 48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0"/>
                  </a:lnTo>
                  <a:lnTo>
                    <a:pt x="10" y="6"/>
                  </a:lnTo>
                  <a:lnTo>
                    <a:pt x="6" y="10"/>
                  </a:lnTo>
                  <a:lnTo>
                    <a:pt x="2" y="16"/>
                  </a:lnTo>
                  <a:lnTo>
                    <a:pt x="2" y="16"/>
                  </a:lnTo>
                  <a:lnTo>
                    <a:pt x="0" y="22"/>
                  </a:lnTo>
                  <a:lnTo>
                    <a:pt x="0" y="28"/>
                  </a:lnTo>
                  <a:lnTo>
                    <a:pt x="2" y="38"/>
                  </a:lnTo>
                  <a:lnTo>
                    <a:pt x="8" y="48"/>
                  </a:lnTo>
                  <a:lnTo>
                    <a:pt x="12" y="52"/>
                  </a:lnTo>
                  <a:lnTo>
                    <a:pt x="16" y="56"/>
                  </a:lnTo>
                  <a:lnTo>
                    <a:pt x="16" y="56"/>
                  </a:lnTo>
                  <a:lnTo>
                    <a:pt x="22" y="58"/>
                  </a:lnTo>
                  <a:lnTo>
                    <a:pt x="28" y="58"/>
                  </a:lnTo>
                  <a:lnTo>
                    <a:pt x="38" y="56"/>
                  </a:lnTo>
                  <a:lnTo>
                    <a:pt x="48" y="50"/>
                  </a:lnTo>
                  <a:lnTo>
                    <a:pt x="52" y="46"/>
                  </a:lnTo>
                  <a:lnTo>
                    <a:pt x="56" y="42"/>
                  </a:lnTo>
                  <a:lnTo>
                    <a:pt x="56" y="42"/>
                  </a:lnTo>
                  <a:lnTo>
                    <a:pt x="58" y="36"/>
                  </a:lnTo>
                  <a:lnTo>
                    <a:pt x="58" y="30"/>
                  </a:lnTo>
                  <a:lnTo>
                    <a:pt x="58" y="18"/>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85" name="Freeform 173"/>
            <p:cNvSpPr>
              <a:spLocks/>
            </p:cNvSpPr>
            <p:nvPr userDrawn="1"/>
          </p:nvSpPr>
          <p:spPr bwMode="auto">
            <a:xfrm>
              <a:off x="7129463" y="2884488"/>
              <a:ext cx="12700" cy="66675"/>
            </a:xfrm>
            <a:custGeom>
              <a:avLst/>
              <a:gdLst>
                <a:gd name="T0" fmla="*/ 0 w 8"/>
                <a:gd name="T1" fmla="*/ 0 h 42"/>
                <a:gd name="T2" fmla="*/ 0 w 8"/>
                <a:gd name="T3" fmla="*/ 42 h 42"/>
                <a:gd name="T4" fmla="*/ 0 w 8"/>
                <a:gd name="T5" fmla="*/ 42 h 42"/>
                <a:gd name="T6" fmla="*/ 6 w 8"/>
                <a:gd name="T7" fmla="*/ 34 h 42"/>
                <a:gd name="T8" fmla="*/ 6 w 8"/>
                <a:gd name="T9" fmla="*/ 34 h 42"/>
                <a:gd name="T10" fmla="*/ 8 w 8"/>
                <a:gd name="T11" fmla="*/ 26 h 42"/>
                <a:gd name="T12" fmla="*/ 8 w 8"/>
                <a:gd name="T13" fmla="*/ 16 h 42"/>
                <a:gd name="T14" fmla="*/ 6 w 8"/>
                <a:gd name="T15" fmla="*/ 8 h 42"/>
                <a:gd name="T16" fmla="*/ 0 w 8"/>
                <a:gd name="T17" fmla="*/ 0 h 42"/>
                <a:gd name="T18" fmla="*/ 0 w 8"/>
                <a:gd name="T19"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 h="42">
                  <a:moveTo>
                    <a:pt x="0" y="0"/>
                  </a:moveTo>
                  <a:lnTo>
                    <a:pt x="0" y="42"/>
                  </a:lnTo>
                  <a:lnTo>
                    <a:pt x="0" y="42"/>
                  </a:lnTo>
                  <a:lnTo>
                    <a:pt x="6" y="34"/>
                  </a:lnTo>
                  <a:lnTo>
                    <a:pt x="6" y="34"/>
                  </a:lnTo>
                  <a:lnTo>
                    <a:pt x="8" y="26"/>
                  </a:lnTo>
                  <a:lnTo>
                    <a:pt x="8" y="16"/>
                  </a:lnTo>
                  <a:lnTo>
                    <a:pt x="6" y="8"/>
                  </a:lnTo>
                  <a:lnTo>
                    <a:pt x="0" y="0"/>
                  </a:lnTo>
                  <a:lnTo>
                    <a:pt x="0" y="0"/>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86" name="Freeform 174"/>
            <p:cNvSpPr>
              <a:spLocks/>
            </p:cNvSpPr>
            <p:nvPr userDrawn="1"/>
          </p:nvSpPr>
          <p:spPr bwMode="auto">
            <a:xfrm>
              <a:off x="7050088" y="2871788"/>
              <a:ext cx="79375" cy="92075"/>
            </a:xfrm>
            <a:custGeom>
              <a:avLst/>
              <a:gdLst>
                <a:gd name="T0" fmla="*/ 42 w 50"/>
                <a:gd name="T1" fmla="*/ 2 h 58"/>
                <a:gd name="T2" fmla="*/ 42 w 50"/>
                <a:gd name="T3" fmla="*/ 2 h 58"/>
                <a:gd name="T4" fmla="*/ 36 w 50"/>
                <a:gd name="T5" fmla="*/ 0 h 58"/>
                <a:gd name="T6" fmla="*/ 30 w 50"/>
                <a:gd name="T7" fmla="*/ 0 h 58"/>
                <a:gd name="T8" fmla="*/ 20 w 50"/>
                <a:gd name="T9" fmla="*/ 2 h 58"/>
                <a:gd name="T10" fmla="*/ 10 w 50"/>
                <a:gd name="T11" fmla="*/ 8 h 58"/>
                <a:gd name="T12" fmla="*/ 6 w 50"/>
                <a:gd name="T13" fmla="*/ 12 h 58"/>
                <a:gd name="T14" fmla="*/ 2 w 50"/>
                <a:gd name="T15" fmla="*/ 16 h 58"/>
                <a:gd name="T16" fmla="*/ 2 w 50"/>
                <a:gd name="T17" fmla="*/ 16 h 58"/>
                <a:gd name="T18" fmla="*/ 0 w 50"/>
                <a:gd name="T19" fmla="*/ 22 h 58"/>
                <a:gd name="T20" fmla="*/ 0 w 50"/>
                <a:gd name="T21" fmla="*/ 28 h 58"/>
                <a:gd name="T22" fmla="*/ 2 w 50"/>
                <a:gd name="T23" fmla="*/ 38 h 58"/>
                <a:gd name="T24" fmla="*/ 6 w 50"/>
                <a:gd name="T25" fmla="*/ 48 h 58"/>
                <a:gd name="T26" fmla="*/ 12 w 50"/>
                <a:gd name="T27" fmla="*/ 52 h 58"/>
                <a:gd name="T28" fmla="*/ 16 w 50"/>
                <a:gd name="T29" fmla="*/ 56 h 58"/>
                <a:gd name="T30" fmla="*/ 16 w 50"/>
                <a:gd name="T31" fmla="*/ 56 h 58"/>
                <a:gd name="T32" fmla="*/ 26 w 50"/>
                <a:gd name="T33" fmla="*/ 58 h 58"/>
                <a:gd name="T34" fmla="*/ 34 w 50"/>
                <a:gd name="T35" fmla="*/ 58 h 58"/>
                <a:gd name="T36" fmla="*/ 42 w 50"/>
                <a:gd name="T37" fmla="*/ 54 h 58"/>
                <a:gd name="T38" fmla="*/ 50 w 50"/>
                <a:gd name="T39" fmla="*/ 50 h 58"/>
                <a:gd name="T40" fmla="*/ 50 w 50"/>
                <a:gd name="T41" fmla="*/ 8 h 58"/>
                <a:gd name="T42" fmla="*/ 50 w 50"/>
                <a:gd name="T43" fmla="*/ 8 h 58"/>
                <a:gd name="T44" fmla="*/ 42 w 50"/>
                <a:gd name="T45" fmla="*/ 2 h 58"/>
                <a:gd name="T46" fmla="*/ 42 w 50"/>
                <a:gd name="T47"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0" h="58">
                  <a:moveTo>
                    <a:pt x="42" y="2"/>
                  </a:moveTo>
                  <a:lnTo>
                    <a:pt x="42" y="2"/>
                  </a:lnTo>
                  <a:lnTo>
                    <a:pt x="36" y="0"/>
                  </a:lnTo>
                  <a:lnTo>
                    <a:pt x="30" y="0"/>
                  </a:lnTo>
                  <a:lnTo>
                    <a:pt x="20" y="2"/>
                  </a:lnTo>
                  <a:lnTo>
                    <a:pt x="10" y="8"/>
                  </a:lnTo>
                  <a:lnTo>
                    <a:pt x="6" y="12"/>
                  </a:lnTo>
                  <a:lnTo>
                    <a:pt x="2" y="16"/>
                  </a:lnTo>
                  <a:lnTo>
                    <a:pt x="2" y="16"/>
                  </a:lnTo>
                  <a:lnTo>
                    <a:pt x="0" y="22"/>
                  </a:lnTo>
                  <a:lnTo>
                    <a:pt x="0" y="28"/>
                  </a:lnTo>
                  <a:lnTo>
                    <a:pt x="2" y="38"/>
                  </a:lnTo>
                  <a:lnTo>
                    <a:pt x="6" y="48"/>
                  </a:lnTo>
                  <a:lnTo>
                    <a:pt x="12" y="52"/>
                  </a:lnTo>
                  <a:lnTo>
                    <a:pt x="16" y="56"/>
                  </a:lnTo>
                  <a:lnTo>
                    <a:pt x="16" y="56"/>
                  </a:lnTo>
                  <a:lnTo>
                    <a:pt x="26" y="58"/>
                  </a:lnTo>
                  <a:lnTo>
                    <a:pt x="34" y="58"/>
                  </a:lnTo>
                  <a:lnTo>
                    <a:pt x="42" y="54"/>
                  </a:lnTo>
                  <a:lnTo>
                    <a:pt x="50" y="50"/>
                  </a:lnTo>
                  <a:lnTo>
                    <a:pt x="50" y="8"/>
                  </a:lnTo>
                  <a:lnTo>
                    <a:pt x="50" y="8"/>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87" name="Freeform 175"/>
            <p:cNvSpPr>
              <a:spLocks/>
            </p:cNvSpPr>
            <p:nvPr userDrawn="1"/>
          </p:nvSpPr>
          <p:spPr bwMode="auto">
            <a:xfrm>
              <a:off x="6402388" y="2919413"/>
              <a:ext cx="95250" cy="92075"/>
            </a:xfrm>
            <a:custGeom>
              <a:avLst/>
              <a:gdLst>
                <a:gd name="T0" fmla="*/ 44 w 60"/>
                <a:gd name="T1" fmla="*/ 2 h 58"/>
                <a:gd name="T2" fmla="*/ 44 w 60"/>
                <a:gd name="T3" fmla="*/ 2 h 58"/>
                <a:gd name="T4" fmla="*/ 38 w 60"/>
                <a:gd name="T5" fmla="*/ 0 h 58"/>
                <a:gd name="T6" fmla="*/ 32 w 60"/>
                <a:gd name="T7" fmla="*/ 0 h 58"/>
                <a:gd name="T8" fmla="*/ 20 w 60"/>
                <a:gd name="T9" fmla="*/ 2 h 58"/>
                <a:gd name="T10" fmla="*/ 10 w 60"/>
                <a:gd name="T11" fmla="*/ 8 h 58"/>
                <a:gd name="T12" fmla="*/ 6 w 60"/>
                <a:gd name="T13" fmla="*/ 12 h 58"/>
                <a:gd name="T14" fmla="*/ 4 w 60"/>
                <a:gd name="T15" fmla="*/ 16 h 58"/>
                <a:gd name="T16" fmla="*/ 4 w 60"/>
                <a:gd name="T17" fmla="*/ 16 h 58"/>
                <a:gd name="T18" fmla="*/ 2 w 60"/>
                <a:gd name="T19" fmla="*/ 22 h 58"/>
                <a:gd name="T20" fmla="*/ 0 w 60"/>
                <a:gd name="T21" fmla="*/ 28 h 58"/>
                <a:gd name="T22" fmla="*/ 2 w 60"/>
                <a:gd name="T23" fmla="*/ 40 h 58"/>
                <a:gd name="T24" fmla="*/ 8 w 60"/>
                <a:gd name="T25" fmla="*/ 48 h 58"/>
                <a:gd name="T26" fmla="*/ 12 w 60"/>
                <a:gd name="T27" fmla="*/ 52 h 58"/>
                <a:gd name="T28" fmla="*/ 18 w 60"/>
                <a:gd name="T29" fmla="*/ 56 h 58"/>
                <a:gd name="T30" fmla="*/ 18 w 60"/>
                <a:gd name="T31" fmla="*/ 56 h 58"/>
                <a:gd name="T32" fmla="*/ 24 w 60"/>
                <a:gd name="T33" fmla="*/ 58 h 58"/>
                <a:gd name="T34" fmla="*/ 28 w 60"/>
                <a:gd name="T35" fmla="*/ 58 h 58"/>
                <a:gd name="T36" fmla="*/ 40 w 60"/>
                <a:gd name="T37" fmla="*/ 58 h 58"/>
                <a:gd name="T38" fmla="*/ 50 w 60"/>
                <a:gd name="T39" fmla="*/ 52 h 58"/>
                <a:gd name="T40" fmla="*/ 54 w 60"/>
                <a:gd name="T41" fmla="*/ 48 h 58"/>
                <a:gd name="T42" fmla="*/ 56 w 60"/>
                <a:gd name="T43" fmla="*/ 42 h 58"/>
                <a:gd name="T44" fmla="*/ 56 w 60"/>
                <a:gd name="T45" fmla="*/ 42 h 58"/>
                <a:gd name="T46" fmla="*/ 58 w 60"/>
                <a:gd name="T47" fmla="*/ 36 h 58"/>
                <a:gd name="T48" fmla="*/ 60 w 60"/>
                <a:gd name="T49" fmla="*/ 30 h 58"/>
                <a:gd name="T50" fmla="*/ 58 w 60"/>
                <a:gd name="T51" fmla="*/ 20 h 58"/>
                <a:gd name="T52" fmla="*/ 52 w 60"/>
                <a:gd name="T53" fmla="*/ 10 h 58"/>
                <a:gd name="T54" fmla="*/ 48 w 60"/>
                <a:gd name="T55" fmla="*/ 6 h 58"/>
                <a:gd name="T56" fmla="*/ 44 w 60"/>
                <a:gd name="T57" fmla="*/ 2 h 58"/>
                <a:gd name="T58" fmla="*/ 44 w 60"/>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0" h="58">
                  <a:moveTo>
                    <a:pt x="44" y="2"/>
                  </a:moveTo>
                  <a:lnTo>
                    <a:pt x="44" y="2"/>
                  </a:lnTo>
                  <a:lnTo>
                    <a:pt x="38" y="0"/>
                  </a:lnTo>
                  <a:lnTo>
                    <a:pt x="32" y="0"/>
                  </a:lnTo>
                  <a:lnTo>
                    <a:pt x="20" y="2"/>
                  </a:lnTo>
                  <a:lnTo>
                    <a:pt x="10" y="8"/>
                  </a:lnTo>
                  <a:lnTo>
                    <a:pt x="6" y="12"/>
                  </a:lnTo>
                  <a:lnTo>
                    <a:pt x="4" y="16"/>
                  </a:lnTo>
                  <a:lnTo>
                    <a:pt x="4" y="16"/>
                  </a:lnTo>
                  <a:lnTo>
                    <a:pt x="2" y="22"/>
                  </a:lnTo>
                  <a:lnTo>
                    <a:pt x="0" y="28"/>
                  </a:lnTo>
                  <a:lnTo>
                    <a:pt x="2" y="40"/>
                  </a:lnTo>
                  <a:lnTo>
                    <a:pt x="8" y="48"/>
                  </a:lnTo>
                  <a:lnTo>
                    <a:pt x="12" y="52"/>
                  </a:lnTo>
                  <a:lnTo>
                    <a:pt x="18" y="56"/>
                  </a:lnTo>
                  <a:lnTo>
                    <a:pt x="18" y="56"/>
                  </a:lnTo>
                  <a:lnTo>
                    <a:pt x="24" y="58"/>
                  </a:lnTo>
                  <a:lnTo>
                    <a:pt x="28" y="58"/>
                  </a:lnTo>
                  <a:lnTo>
                    <a:pt x="40" y="58"/>
                  </a:lnTo>
                  <a:lnTo>
                    <a:pt x="50" y="52"/>
                  </a:lnTo>
                  <a:lnTo>
                    <a:pt x="54" y="48"/>
                  </a:lnTo>
                  <a:lnTo>
                    <a:pt x="56" y="42"/>
                  </a:lnTo>
                  <a:lnTo>
                    <a:pt x="56" y="42"/>
                  </a:lnTo>
                  <a:lnTo>
                    <a:pt x="58" y="36"/>
                  </a:lnTo>
                  <a:lnTo>
                    <a:pt x="60" y="30"/>
                  </a:lnTo>
                  <a:lnTo>
                    <a:pt x="58" y="20"/>
                  </a:lnTo>
                  <a:lnTo>
                    <a:pt x="52" y="10"/>
                  </a:lnTo>
                  <a:lnTo>
                    <a:pt x="48" y="6"/>
                  </a:lnTo>
                  <a:lnTo>
                    <a:pt x="44" y="2"/>
                  </a:lnTo>
                  <a:lnTo>
                    <a:pt x="44"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88" name="Freeform 176"/>
            <p:cNvSpPr>
              <a:spLocks/>
            </p:cNvSpPr>
            <p:nvPr userDrawn="1"/>
          </p:nvSpPr>
          <p:spPr bwMode="auto">
            <a:xfrm>
              <a:off x="6122988" y="3503613"/>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0 h 58"/>
                <a:gd name="T10" fmla="*/ 10 w 58"/>
                <a:gd name="T11" fmla="*/ 6 h 58"/>
                <a:gd name="T12" fmla="*/ 6 w 58"/>
                <a:gd name="T13" fmla="*/ 10 h 58"/>
                <a:gd name="T14" fmla="*/ 2 w 58"/>
                <a:gd name="T15" fmla="*/ 16 h 58"/>
                <a:gd name="T16" fmla="*/ 2 w 58"/>
                <a:gd name="T17" fmla="*/ 16 h 58"/>
                <a:gd name="T18" fmla="*/ 0 w 58"/>
                <a:gd name="T19" fmla="*/ 22 h 58"/>
                <a:gd name="T20" fmla="*/ 0 w 58"/>
                <a:gd name="T21" fmla="*/ 28 h 58"/>
                <a:gd name="T22" fmla="*/ 2 w 58"/>
                <a:gd name="T23" fmla="*/ 38 h 58"/>
                <a:gd name="T24" fmla="*/ 8 w 58"/>
                <a:gd name="T25" fmla="*/ 48 h 58"/>
                <a:gd name="T26" fmla="*/ 12 w 58"/>
                <a:gd name="T27" fmla="*/ 52 h 58"/>
                <a:gd name="T28" fmla="*/ 16 w 58"/>
                <a:gd name="T29" fmla="*/ 56 h 58"/>
                <a:gd name="T30" fmla="*/ 16 w 58"/>
                <a:gd name="T31" fmla="*/ 56 h 58"/>
                <a:gd name="T32" fmla="*/ 22 w 58"/>
                <a:gd name="T33" fmla="*/ 58 h 58"/>
                <a:gd name="T34" fmla="*/ 28 w 58"/>
                <a:gd name="T35" fmla="*/ 58 h 58"/>
                <a:gd name="T36" fmla="*/ 38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8 w 58"/>
                <a:gd name="T51" fmla="*/ 18 h 58"/>
                <a:gd name="T52" fmla="*/ 52 w 58"/>
                <a:gd name="T53" fmla="*/ 10 h 58"/>
                <a:gd name="T54" fmla="*/ 48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0"/>
                  </a:lnTo>
                  <a:lnTo>
                    <a:pt x="10" y="6"/>
                  </a:lnTo>
                  <a:lnTo>
                    <a:pt x="6" y="10"/>
                  </a:lnTo>
                  <a:lnTo>
                    <a:pt x="2" y="16"/>
                  </a:lnTo>
                  <a:lnTo>
                    <a:pt x="2" y="16"/>
                  </a:lnTo>
                  <a:lnTo>
                    <a:pt x="0" y="22"/>
                  </a:lnTo>
                  <a:lnTo>
                    <a:pt x="0" y="28"/>
                  </a:lnTo>
                  <a:lnTo>
                    <a:pt x="2" y="38"/>
                  </a:lnTo>
                  <a:lnTo>
                    <a:pt x="8" y="48"/>
                  </a:lnTo>
                  <a:lnTo>
                    <a:pt x="12" y="52"/>
                  </a:lnTo>
                  <a:lnTo>
                    <a:pt x="16" y="56"/>
                  </a:lnTo>
                  <a:lnTo>
                    <a:pt x="16" y="56"/>
                  </a:lnTo>
                  <a:lnTo>
                    <a:pt x="22" y="58"/>
                  </a:lnTo>
                  <a:lnTo>
                    <a:pt x="28" y="58"/>
                  </a:lnTo>
                  <a:lnTo>
                    <a:pt x="38" y="56"/>
                  </a:lnTo>
                  <a:lnTo>
                    <a:pt x="48" y="50"/>
                  </a:lnTo>
                  <a:lnTo>
                    <a:pt x="52" y="46"/>
                  </a:lnTo>
                  <a:lnTo>
                    <a:pt x="56" y="42"/>
                  </a:lnTo>
                  <a:lnTo>
                    <a:pt x="56" y="42"/>
                  </a:lnTo>
                  <a:lnTo>
                    <a:pt x="58" y="36"/>
                  </a:lnTo>
                  <a:lnTo>
                    <a:pt x="58" y="30"/>
                  </a:lnTo>
                  <a:lnTo>
                    <a:pt x="58" y="18"/>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89" name="Freeform 177"/>
            <p:cNvSpPr>
              <a:spLocks/>
            </p:cNvSpPr>
            <p:nvPr userDrawn="1"/>
          </p:nvSpPr>
          <p:spPr bwMode="auto">
            <a:xfrm>
              <a:off x="6488113" y="4037013"/>
              <a:ext cx="92075" cy="92075"/>
            </a:xfrm>
            <a:custGeom>
              <a:avLst/>
              <a:gdLst>
                <a:gd name="T0" fmla="*/ 42 w 58"/>
                <a:gd name="T1" fmla="*/ 4 h 58"/>
                <a:gd name="T2" fmla="*/ 42 w 58"/>
                <a:gd name="T3" fmla="*/ 4 h 58"/>
                <a:gd name="T4" fmla="*/ 36 w 58"/>
                <a:gd name="T5" fmla="*/ 2 h 58"/>
                <a:gd name="T6" fmla="*/ 30 w 58"/>
                <a:gd name="T7" fmla="*/ 0 h 58"/>
                <a:gd name="T8" fmla="*/ 20 w 58"/>
                <a:gd name="T9" fmla="*/ 2 h 58"/>
                <a:gd name="T10" fmla="*/ 10 w 58"/>
                <a:gd name="T11" fmla="*/ 8 h 58"/>
                <a:gd name="T12" fmla="*/ 6 w 58"/>
                <a:gd name="T13" fmla="*/ 12 h 58"/>
                <a:gd name="T14" fmla="*/ 2 w 58"/>
                <a:gd name="T15" fmla="*/ 16 h 58"/>
                <a:gd name="T16" fmla="*/ 2 w 58"/>
                <a:gd name="T17" fmla="*/ 16 h 58"/>
                <a:gd name="T18" fmla="*/ 0 w 58"/>
                <a:gd name="T19" fmla="*/ 22 h 58"/>
                <a:gd name="T20" fmla="*/ 0 w 58"/>
                <a:gd name="T21" fmla="*/ 28 h 58"/>
                <a:gd name="T22" fmla="*/ 2 w 58"/>
                <a:gd name="T23" fmla="*/ 40 h 58"/>
                <a:gd name="T24" fmla="*/ 6 w 58"/>
                <a:gd name="T25" fmla="*/ 48 h 58"/>
                <a:gd name="T26" fmla="*/ 10 w 58"/>
                <a:gd name="T27" fmla="*/ 52 h 58"/>
                <a:gd name="T28" fmla="*/ 16 w 58"/>
                <a:gd name="T29" fmla="*/ 56 h 58"/>
                <a:gd name="T30" fmla="*/ 16 w 58"/>
                <a:gd name="T31" fmla="*/ 56 h 58"/>
                <a:gd name="T32" fmla="*/ 22 w 58"/>
                <a:gd name="T33" fmla="*/ 58 h 58"/>
                <a:gd name="T34" fmla="*/ 28 w 58"/>
                <a:gd name="T35" fmla="*/ 58 h 58"/>
                <a:gd name="T36" fmla="*/ 38 w 58"/>
                <a:gd name="T37" fmla="*/ 58 h 58"/>
                <a:gd name="T38" fmla="*/ 48 w 58"/>
                <a:gd name="T39" fmla="*/ 52 h 58"/>
                <a:gd name="T40" fmla="*/ 52 w 58"/>
                <a:gd name="T41" fmla="*/ 48 h 58"/>
                <a:gd name="T42" fmla="*/ 56 w 58"/>
                <a:gd name="T43" fmla="*/ 42 h 58"/>
                <a:gd name="T44" fmla="*/ 56 w 58"/>
                <a:gd name="T45" fmla="*/ 42 h 58"/>
                <a:gd name="T46" fmla="*/ 58 w 58"/>
                <a:gd name="T47" fmla="*/ 36 h 58"/>
                <a:gd name="T48" fmla="*/ 58 w 58"/>
                <a:gd name="T49" fmla="*/ 30 h 58"/>
                <a:gd name="T50" fmla="*/ 56 w 58"/>
                <a:gd name="T51" fmla="*/ 20 h 58"/>
                <a:gd name="T52" fmla="*/ 50 w 58"/>
                <a:gd name="T53" fmla="*/ 10 h 58"/>
                <a:gd name="T54" fmla="*/ 46 w 58"/>
                <a:gd name="T55" fmla="*/ 6 h 58"/>
                <a:gd name="T56" fmla="*/ 42 w 58"/>
                <a:gd name="T57" fmla="*/ 4 h 58"/>
                <a:gd name="T58" fmla="*/ 42 w 58"/>
                <a:gd name="T59"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4"/>
                  </a:moveTo>
                  <a:lnTo>
                    <a:pt x="42" y="4"/>
                  </a:lnTo>
                  <a:lnTo>
                    <a:pt x="36" y="2"/>
                  </a:lnTo>
                  <a:lnTo>
                    <a:pt x="30" y="0"/>
                  </a:lnTo>
                  <a:lnTo>
                    <a:pt x="20" y="2"/>
                  </a:lnTo>
                  <a:lnTo>
                    <a:pt x="10" y="8"/>
                  </a:lnTo>
                  <a:lnTo>
                    <a:pt x="6" y="12"/>
                  </a:lnTo>
                  <a:lnTo>
                    <a:pt x="2" y="16"/>
                  </a:lnTo>
                  <a:lnTo>
                    <a:pt x="2" y="16"/>
                  </a:lnTo>
                  <a:lnTo>
                    <a:pt x="0" y="22"/>
                  </a:lnTo>
                  <a:lnTo>
                    <a:pt x="0" y="28"/>
                  </a:lnTo>
                  <a:lnTo>
                    <a:pt x="2" y="40"/>
                  </a:lnTo>
                  <a:lnTo>
                    <a:pt x="6" y="48"/>
                  </a:lnTo>
                  <a:lnTo>
                    <a:pt x="10" y="52"/>
                  </a:lnTo>
                  <a:lnTo>
                    <a:pt x="16" y="56"/>
                  </a:lnTo>
                  <a:lnTo>
                    <a:pt x="16" y="56"/>
                  </a:lnTo>
                  <a:lnTo>
                    <a:pt x="22" y="58"/>
                  </a:lnTo>
                  <a:lnTo>
                    <a:pt x="28" y="58"/>
                  </a:lnTo>
                  <a:lnTo>
                    <a:pt x="38" y="58"/>
                  </a:lnTo>
                  <a:lnTo>
                    <a:pt x="48" y="52"/>
                  </a:lnTo>
                  <a:lnTo>
                    <a:pt x="52" y="48"/>
                  </a:lnTo>
                  <a:lnTo>
                    <a:pt x="56" y="42"/>
                  </a:lnTo>
                  <a:lnTo>
                    <a:pt x="56" y="42"/>
                  </a:lnTo>
                  <a:lnTo>
                    <a:pt x="58" y="36"/>
                  </a:lnTo>
                  <a:lnTo>
                    <a:pt x="58" y="30"/>
                  </a:lnTo>
                  <a:lnTo>
                    <a:pt x="56" y="20"/>
                  </a:lnTo>
                  <a:lnTo>
                    <a:pt x="50" y="10"/>
                  </a:lnTo>
                  <a:lnTo>
                    <a:pt x="46"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90" name="Freeform 178"/>
            <p:cNvSpPr>
              <a:spLocks/>
            </p:cNvSpPr>
            <p:nvPr userDrawn="1"/>
          </p:nvSpPr>
          <p:spPr bwMode="auto">
            <a:xfrm>
              <a:off x="4383088" y="1944688"/>
              <a:ext cx="95250" cy="95250"/>
            </a:xfrm>
            <a:custGeom>
              <a:avLst/>
              <a:gdLst>
                <a:gd name="T0" fmla="*/ 44 w 60"/>
                <a:gd name="T1" fmla="*/ 4 h 60"/>
                <a:gd name="T2" fmla="*/ 44 w 60"/>
                <a:gd name="T3" fmla="*/ 4 h 60"/>
                <a:gd name="T4" fmla="*/ 38 w 60"/>
                <a:gd name="T5" fmla="*/ 2 h 60"/>
                <a:gd name="T6" fmla="*/ 32 w 60"/>
                <a:gd name="T7" fmla="*/ 0 h 60"/>
                <a:gd name="T8" fmla="*/ 20 w 60"/>
                <a:gd name="T9" fmla="*/ 2 h 60"/>
                <a:gd name="T10" fmla="*/ 10 w 60"/>
                <a:gd name="T11" fmla="*/ 8 h 60"/>
                <a:gd name="T12" fmla="*/ 6 w 60"/>
                <a:gd name="T13" fmla="*/ 12 h 60"/>
                <a:gd name="T14" fmla="*/ 4 w 60"/>
                <a:gd name="T15" fmla="*/ 18 h 60"/>
                <a:gd name="T16" fmla="*/ 4 w 60"/>
                <a:gd name="T17" fmla="*/ 18 h 60"/>
                <a:gd name="T18" fmla="*/ 2 w 60"/>
                <a:gd name="T19" fmla="*/ 22 h 60"/>
                <a:gd name="T20" fmla="*/ 0 w 60"/>
                <a:gd name="T21" fmla="*/ 28 h 60"/>
                <a:gd name="T22" fmla="*/ 2 w 60"/>
                <a:gd name="T23" fmla="*/ 40 h 60"/>
                <a:gd name="T24" fmla="*/ 8 w 60"/>
                <a:gd name="T25" fmla="*/ 50 h 60"/>
                <a:gd name="T26" fmla="*/ 12 w 60"/>
                <a:gd name="T27" fmla="*/ 54 h 60"/>
                <a:gd name="T28" fmla="*/ 18 w 60"/>
                <a:gd name="T29" fmla="*/ 56 h 60"/>
                <a:gd name="T30" fmla="*/ 18 w 60"/>
                <a:gd name="T31" fmla="*/ 56 h 60"/>
                <a:gd name="T32" fmla="*/ 24 w 60"/>
                <a:gd name="T33" fmla="*/ 58 h 60"/>
                <a:gd name="T34" fmla="*/ 28 w 60"/>
                <a:gd name="T35" fmla="*/ 60 h 60"/>
                <a:gd name="T36" fmla="*/ 40 w 60"/>
                <a:gd name="T37" fmla="*/ 58 h 60"/>
                <a:gd name="T38" fmla="*/ 50 w 60"/>
                <a:gd name="T39" fmla="*/ 52 h 60"/>
                <a:gd name="T40" fmla="*/ 54 w 60"/>
                <a:gd name="T41" fmla="*/ 48 h 60"/>
                <a:gd name="T42" fmla="*/ 56 w 60"/>
                <a:gd name="T43" fmla="*/ 42 h 60"/>
                <a:gd name="T44" fmla="*/ 56 w 60"/>
                <a:gd name="T45" fmla="*/ 42 h 60"/>
                <a:gd name="T46" fmla="*/ 58 w 60"/>
                <a:gd name="T47" fmla="*/ 38 h 60"/>
                <a:gd name="T48" fmla="*/ 60 w 60"/>
                <a:gd name="T49" fmla="*/ 32 h 60"/>
                <a:gd name="T50" fmla="*/ 58 w 60"/>
                <a:gd name="T51" fmla="*/ 20 h 60"/>
                <a:gd name="T52" fmla="*/ 52 w 60"/>
                <a:gd name="T53" fmla="*/ 10 h 60"/>
                <a:gd name="T54" fmla="*/ 48 w 60"/>
                <a:gd name="T55" fmla="*/ 6 h 60"/>
                <a:gd name="T56" fmla="*/ 44 w 60"/>
                <a:gd name="T57" fmla="*/ 4 h 60"/>
                <a:gd name="T58" fmla="*/ 44 w 60"/>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0" h="60">
                  <a:moveTo>
                    <a:pt x="44" y="4"/>
                  </a:moveTo>
                  <a:lnTo>
                    <a:pt x="44" y="4"/>
                  </a:lnTo>
                  <a:lnTo>
                    <a:pt x="38" y="2"/>
                  </a:lnTo>
                  <a:lnTo>
                    <a:pt x="32" y="0"/>
                  </a:lnTo>
                  <a:lnTo>
                    <a:pt x="20" y="2"/>
                  </a:lnTo>
                  <a:lnTo>
                    <a:pt x="10" y="8"/>
                  </a:lnTo>
                  <a:lnTo>
                    <a:pt x="6" y="12"/>
                  </a:lnTo>
                  <a:lnTo>
                    <a:pt x="4" y="18"/>
                  </a:lnTo>
                  <a:lnTo>
                    <a:pt x="4" y="18"/>
                  </a:lnTo>
                  <a:lnTo>
                    <a:pt x="2" y="22"/>
                  </a:lnTo>
                  <a:lnTo>
                    <a:pt x="0" y="28"/>
                  </a:lnTo>
                  <a:lnTo>
                    <a:pt x="2" y="40"/>
                  </a:lnTo>
                  <a:lnTo>
                    <a:pt x="8" y="50"/>
                  </a:lnTo>
                  <a:lnTo>
                    <a:pt x="12" y="54"/>
                  </a:lnTo>
                  <a:lnTo>
                    <a:pt x="18" y="56"/>
                  </a:lnTo>
                  <a:lnTo>
                    <a:pt x="18" y="56"/>
                  </a:lnTo>
                  <a:lnTo>
                    <a:pt x="24" y="58"/>
                  </a:lnTo>
                  <a:lnTo>
                    <a:pt x="28" y="60"/>
                  </a:lnTo>
                  <a:lnTo>
                    <a:pt x="40" y="58"/>
                  </a:lnTo>
                  <a:lnTo>
                    <a:pt x="50" y="52"/>
                  </a:lnTo>
                  <a:lnTo>
                    <a:pt x="54" y="48"/>
                  </a:lnTo>
                  <a:lnTo>
                    <a:pt x="56" y="42"/>
                  </a:lnTo>
                  <a:lnTo>
                    <a:pt x="56" y="42"/>
                  </a:lnTo>
                  <a:lnTo>
                    <a:pt x="58" y="38"/>
                  </a:lnTo>
                  <a:lnTo>
                    <a:pt x="60" y="32"/>
                  </a:lnTo>
                  <a:lnTo>
                    <a:pt x="58" y="20"/>
                  </a:lnTo>
                  <a:lnTo>
                    <a:pt x="52" y="10"/>
                  </a:lnTo>
                  <a:lnTo>
                    <a:pt x="48" y="6"/>
                  </a:lnTo>
                  <a:lnTo>
                    <a:pt x="44" y="4"/>
                  </a:lnTo>
                  <a:lnTo>
                    <a:pt x="44"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91" name="Freeform 179"/>
            <p:cNvSpPr>
              <a:spLocks/>
            </p:cNvSpPr>
            <p:nvPr userDrawn="1"/>
          </p:nvSpPr>
          <p:spPr bwMode="auto">
            <a:xfrm>
              <a:off x="5030788" y="1897063"/>
              <a:ext cx="92075" cy="95250"/>
            </a:xfrm>
            <a:custGeom>
              <a:avLst/>
              <a:gdLst>
                <a:gd name="T0" fmla="*/ 42 w 58"/>
                <a:gd name="T1" fmla="*/ 4 h 60"/>
                <a:gd name="T2" fmla="*/ 42 w 58"/>
                <a:gd name="T3" fmla="*/ 4 h 60"/>
                <a:gd name="T4" fmla="*/ 36 w 58"/>
                <a:gd name="T5" fmla="*/ 2 h 60"/>
                <a:gd name="T6" fmla="*/ 30 w 58"/>
                <a:gd name="T7" fmla="*/ 0 h 60"/>
                <a:gd name="T8" fmla="*/ 20 w 58"/>
                <a:gd name="T9" fmla="*/ 2 h 60"/>
                <a:gd name="T10" fmla="*/ 10 w 58"/>
                <a:gd name="T11" fmla="*/ 8 h 60"/>
                <a:gd name="T12" fmla="*/ 6 w 58"/>
                <a:gd name="T13" fmla="*/ 12 h 60"/>
                <a:gd name="T14" fmla="*/ 2 w 58"/>
                <a:gd name="T15" fmla="*/ 16 h 60"/>
                <a:gd name="T16" fmla="*/ 2 w 58"/>
                <a:gd name="T17" fmla="*/ 16 h 60"/>
                <a:gd name="T18" fmla="*/ 0 w 58"/>
                <a:gd name="T19" fmla="*/ 22 h 60"/>
                <a:gd name="T20" fmla="*/ 0 w 58"/>
                <a:gd name="T21" fmla="*/ 28 h 60"/>
                <a:gd name="T22" fmla="*/ 2 w 58"/>
                <a:gd name="T23" fmla="*/ 40 h 60"/>
                <a:gd name="T24" fmla="*/ 6 w 58"/>
                <a:gd name="T25" fmla="*/ 50 h 60"/>
                <a:gd name="T26" fmla="*/ 10 w 58"/>
                <a:gd name="T27" fmla="*/ 54 h 60"/>
                <a:gd name="T28" fmla="*/ 16 w 58"/>
                <a:gd name="T29" fmla="*/ 56 h 60"/>
                <a:gd name="T30" fmla="*/ 16 w 58"/>
                <a:gd name="T31" fmla="*/ 56 h 60"/>
                <a:gd name="T32" fmla="*/ 22 w 58"/>
                <a:gd name="T33" fmla="*/ 58 h 60"/>
                <a:gd name="T34" fmla="*/ 28 w 58"/>
                <a:gd name="T35" fmla="*/ 60 h 60"/>
                <a:gd name="T36" fmla="*/ 38 w 58"/>
                <a:gd name="T37" fmla="*/ 58 h 60"/>
                <a:gd name="T38" fmla="*/ 48 w 58"/>
                <a:gd name="T39" fmla="*/ 52 h 60"/>
                <a:gd name="T40" fmla="*/ 52 w 58"/>
                <a:gd name="T41" fmla="*/ 48 h 60"/>
                <a:gd name="T42" fmla="*/ 56 w 58"/>
                <a:gd name="T43" fmla="*/ 42 h 60"/>
                <a:gd name="T44" fmla="*/ 56 w 58"/>
                <a:gd name="T45" fmla="*/ 42 h 60"/>
                <a:gd name="T46" fmla="*/ 58 w 58"/>
                <a:gd name="T47" fmla="*/ 36 h 60"/>
                <a:gd name="T48" fmla="*/ 58 w 58"/>
                <a:gd name="T49" fmla="*/ 32 h 60"/>
                <a:gd name="T50" fmla="*/ 56 w 58"/>
                <a:gd name="T51" fmla="*/ 20 h 60"/>
                <a:gd name="T52" fmla="*/ 50 w 58"/>
                <a:gd name="T53" fmla="*/ 10 h 60"/>
                <a:gd name="T54" fmla="*/ 46 w 58"/>
                <a:gd name="T55" fmla="*/ 6 h 60"/>
                <a:gd name="T56" fmla="*/ 42 w 58"/>
                <a:gd name="T57" fmla="*/ 4 h 60"/>
                <a:gd name="T58" fmla="*/ 42 w 58"/>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42" y="4"/>
                  </a:moveTo>
                  <a:lnTo>
                    <a:pt x="42" y="4"/>
                  </a:lnTo>
                  <a:lnTo>
                    <a:pt x="36" y="2"/>
                  </a:lnTo>
                  <a:lnTo>
                    <a:pt x="30" y="0"/>
                  </a:lnTo>
                  <a:lnTo>
                    <a:pt x="20" y="2"/>
                  </a:lnTo>
                  <a:lnTo>
                    <a:pt x="10" y="8"/>
                  </a:lnTo>
                  <a:lnTo>
                    <a:pt x="6" y="12"/>
                  </a:lnTo>
                  <a:lnTo>
                    <a:pt x="2" y="16"/>
                  </a:lnTo>
                  <a:lnTo>
                    <a:pt x="2" y="16"/>
                  </a:lnTo>
                  <a:lnTo>
                    <a:pt x="0" y="22"/>
                  </a:lnTo>
                  <a:lnTo>
                    <a:pt x="0" y="28"/>
                  </a:lnTo>
                  <a:lnTo>
                    <a:pt x="2" y="40"/>
                  </a:lnTo>
                  <a:lnTo>
                    <a:pt x="6" y="50"/>
                  </a:lnTo>
                  <a:lnTo>
                    <a:pt x="10" y="54"/>
                  </a:lnTo>
                  <a:lnTo>
                    <a:pt x="16" y="56"/>
                  </a:lnTo>
                  <a:lnTo>
                    <a:pt x="16" y="56"/>
                  </a:lnTo>
                  <a:lnTo>
                    <a:pt x="22" y="58"/>
                  </a:lnTo>
                  <a:lnTo>
                    <a:pt x="28" y="60"/>
                  </a:lnTo>
                  <a:lnTo>
                    <a:pt x="38" y="58"/>
                  </a:lnTo>
                  <a:lnTo>
                    <a:pt x="48" y="52"/>
                  </a:lnTo>
                  <a:lnTo>
                    <a:pt x="52" y="48"/>
                  </a:lnTo>
                  <a:lnTo>
                    <a:pt x="56" y="42"/>
                  </a:lnTo>
                  <a:lnTo>
                    <a:pt x="56" y="42"/>
                  </a:lnTo>
                  <a:lnTo>
                    <a:pt x="58" y="36"/>
                  </a:lnTo>
                  <a:lnTo>
                    <a:pt x="58" y="32"/>
                  </a:lnTo>
                  <a:lnTo>
                    <a:pt x="56" y="20"/>
                  </a:lnTo>
                  <a:lnTo>
                    <a:pt x="50" y="10"/>
                  </a:lnTo>
                  <a:lnTo>
                    <a:pt x="46"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92" name="Freeform 180"/>
            <p:cNvSpPr>
              <a:spLocks/>
            </p:cNvSpPr>
            <p:nvPr userDrawn="1"/>
          </p:nvSpPr>
          <p:spPr bwMode="auto">
            <a:xfrm>
              <a:off x="6319838" y="1801813"/>
              <a:ext cx="95250" cy="92075"/>
            </a:xfrm>
            <a:custGeom>
              <a:avLst/>
              <a:gdLst>
                <a:gd name="T0" fmla="*/ 42 w 60"/>
                <a:gd name="T1" fmla="*/ 2 h 58"/>
                <a:gd name="T2" fmla="*/ 42 w 60"/>
                <a:gd name="T3" fmla="*/ 2 h 58"/>
                <a:gd name="T4" fmla="*/ 38 w 60"/>
                <a:gd name="T5" fmla="*/ 0 h 58"/>
                <a:gd name="T6" fmla="*/ 32 w 60"/>
                <a:gd name="T7" fmla="*/ 0 h 58"/>
                <a:gd name="T8" fmla="*/ 20 w 60"/>
                <a:gd name="T9" fmla="*/ 2 h 58"/>
                <a:gd name="T10" fmla="*/ 10 w 60"/>
                <a:gd name="T11" fmla="*/ 8 h 58"/>
                <a:gd name="T12" fmla="*/ 6 w 60"/>
                <a:gd name="T13" fmla="*/ 12 h 58"/>
                <a:gd name="T14" fmla="*/ 4 w 60"/>
                <a:gd name="T15" fmla="*/ 16 h 58"/>
                <a:gd name="T16" fmla="*/ 4 w 60"/>
                <a:gd name="T17" fmla="*/ 16 h 58"/>
                <a:gd name="T18" fmla="*/ 2 w 60"/>
                <a:gd name="T19" fmla="*/ 22 h 58"/>
                <a:gd name="T20" fmla="*/ 0 w 60"/>
                <a:gd name="T21" fmla="*/ 28 h 58"/>
                <a:gd name="T22" fmla="*/ 2 w 60"/>
                <a:gd name="T23" fmla="*/ 38 h 58"/>
                <a:gd name="T24" fmla="*/ 8 w 60"/>
                <a:gd name="T25" fmla="*/ 48 h 58"/>
                <a:gd name="T26" fmla="*/ 12 w 60"/>
                <a:gd name="T27" fmla="*/ 52 h 58"/>
                <a:gd name="T28" fmla="*/ 18 w 60"/>
                <a:gd name="T29" fmla="*/ 56 h 58"/>
                <a:gd name="T30" fmla="*/ 18 w 60"/>
                <a:gd name="T31" fmla="*/ 56 h 58"/>
                <a:gd name="T32" fmla="*/ 22 w 60"/>
                <a:gd name="T33" fmla="*/ 58 h 58"/>
                <a:gd name="T34" fmla="*/ 28 w 60"/>
                <a:gd name="T35" fmla="*/ 58 h 58"/>
                <a:gd name="T36" fmla="*/ 40 w 60"/>
                <a:gd name="T37" fmla="*/ 56 h 58"/>
                <a:gd name="T38" fmla="*/ 50 w 60"/>
                <a:gd name="T39" fmla="*/ 52 h 58"/>
                <a:gd name="T40" fmla="*/ 54 w 60"/>
                <a:gd name="T41" fmla="*/ 48 h 58"/>
                <a:gd name="T42" fmla="*/ 56 w 60"/>
                <a:gd name="T43" fmla="*/ 42 h 58"/>
                <a:gd name="T44" fmla="*/ 56 w 60"/>
                <a:gd name="T45" fmla="*/ 42 h 58"/>
                <a:gd name="T46" fmla="*/ 58 w 60"/>
                <a:gd name="T47" fmla="*/ 36 h 58"/>
                <a:gd name="T48" fmla="*/ 60 w 60"/>
                <a:gd name="T49" fmla="*/ 30 h 58"/>
                <a:gd name="T50" fmla="*/ 58 w 60"/>
                <a:gd name="T51" fmla="*/ 20 h 58"/>
                <a:gd name="T52" fmla="*/ 52 w 60"/>
                <a:gd name="T53" fmla="*/ 10 h 58"/>
                <a:gd name="T54" fmla="*/ 48 w 60"/>
                <a:gd name="T55" fmla="*/ 6 h 58"/>
                <a:gd name="T56" fmla="*/ 42 w 60"/>
                <a:gd name="T57" fmla="*/ 2 h 58"/>
                <a:gd name="T58" fmla="*/ 42 w 60"/>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0" h="58">
                  <a:moveTo>
                    <a:pt x="42" y="2"/>
                  </a:moveTo>
                  <a:lnTo>
                    <a:pt x="42" y="2"/>
                  </a:lnTo>
                  <a:lnTo>
                    <a:pt x="38" y="0"/>
                  </a:lnTo>
                  <a:lnTo>
                    <a:pt x="32" y="0"/>
                  </a:lnTo>
                  <a:lnTo>
                    <a:pt x="20" y="2"/>
                  </a:lnTo>
                  <a:lnTo>
                    <a:pt x="10" y="8"/>
                  </a:lnTo>
                  <a:lnTo>
                    <a:pt x="6" y="12"/>
                  </a:lnTo>
                  <a:lnTo>
                    <a:pt x="4" y="16"/>
                  </a:lnTo>
                  <a:lnTo>
                    <a:pt x="4" y="16"/>
                  </a:lnTo>
                  <a:lnTo>
                    <a:pt x="2" y="22"/>
                  </a:lnTo>
                  <a:lnTo>
                    <a:pt x="0" y="28"/>
                  </a:lnTo>
                  <a:lnTo>
                    <a:pt x="2" y="38"/>
                  </a:lnTo>
                  <a:lnTo>
                    <a:pt x="8" y="48"/>
                  </a:lnTo>
                  <a:lnTo>
                    <a:pt x="12" y="52"/>
                  </a:lnTo>
                  <a:lnTo>
                    <a:pt x="18" y="56"/>
                  </a:lnTo>
                  <a:lnTo>
                    <a:pt x="18" y="56"/>
                  </a:lnTo>
                  <a:lnTo>
                    <a:pt x="22" y="58"/>
                  </a:lnTo>
                  <a:lnTo>
                    <a:pt x="28" y="58"/>
                  </a:lnTo>
                  <a:lnTo>
                    <a:pt x="40" y="56"/>
                  </a:lnTo>
                  <a:lnTo>
                    <a:pt x="50" y="52"/>
                  </a:lnTo>
                  <a:lnTo>
                    <a:pt x="54" y="48"/>
                  </a:lnTo>
                  <a:lnTo>
                    <a:pt x="56" y="42"/>
                  </a:lnTo>
                  <a:lnTo>
                    <a:pt x="56" y="42"/>
                  </a:lnTo>
                  <a:lnTo>
                    <a:pt x="58" y="36"/>
                  </a:lnTo>
                  <a:lnTo>
                    <a:pt x="60" y="30"/>
                  </a:lnTo>
                  <a:lnTo>
                    <a:pt x="58" y="20"/>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93" name="Freeform 181"/>
            <p:cNvSpPr>
              <a:spLocks/>
            </p:cNvSpPr>
            <p:nvPr userDrawn="1"/>
          </p:nvSpPr>
          <p:spPr bwMode="auto">
            <a:xfrm>
              <a:off x="5030788" y="1897063"/>
              <a:ext cx="92075" cy="95250"/>
            </a:xfrm>
            <a:custGeom>
              <a:avLst/>
              <a:gdLst>
                <a:gd name="T0" fmla="*/ 42 w 58"/>
                <a:gd name="T1" fmla="*/ 4 h 60"/>
                <a:gd name="T2" fmla="*/ 42 w 58"/>
                <a:gd name="T3" fmla="*/ 4 h 60"/>
                <a:gd name="T4" fmla="*/ 36 w 58"/>
                <a:gd name="T5" fmla="*/ 2 h 60"/>
                <a:gd name="T6" fmla="*/ 30 w 58"/>
                <a:gd name="T7" fmla="*/ 0 h 60"/>
                <a:gd name="T8" fmla="*/ 20 w 58"/>
                <a:gd name="T9" fmla="*/ 2 h 60"/>
                <a:gd name="T10" fmla="*/ 10 w 58"/>
                <a:gd name="T11" fmla="*/ 8 h 60"/>
                <a:gd name="T12" fmla="*/ 6 w 58"/>
                <a:gd name="T13" fmla="*/ 12 h 60"/>
                <a:gd name="T14" fmla="*/ 2 w 58"/>
                <a:gd name="T15" fmla="*/ 16 h 60"/>
                <a:gd name="T16" fmla="*/ 2 w 58"/>
                <a:gd name="T17" fmla="*/ 16 h 60"/>
                <a:gd name="T18" fmla="*/ 0 w 58"/>
                <a:gd name="T19" fmla="*/ 22 h 60"/>
                <a:gd name="T20" fmla="*/ 0 w 58"/>
                <a:gd name="T21" fmla="*/ 28 h 60"/>
                <a:gd name="T22" fmla="*/ 2 w 58"/>
                <a:gd name="T23" fmla="*/ 40 h 60"/>
                <a:gd name="T24" fmla="*/ 6 w 58"/>
                <a:gd name="T25" fmla="*/ 50 h 60"/>
                <a:gd name="T26" fmla="*/ 10 w 58"/>
                <a:gd name="T27" fmla="*/ 54 h 60"/>
                <a:gd name="T28" fmla="*/ 16 w 58"/>
                <a:gd name="T29" fmla="*/ 56 h 60"/>
                <a:gd name="T30" fmla="*/ 16 w 58"/>
                <a:gd name="T31" fmla="*/ 56 h 60"/>
                <a:gd name="T32" fmla="*/ 22 w 58"/>
                <a:gd name="T33" fmla="*/ 58 h 60"/>
                <a:gd name="T34" fmla="*/ 28 w 58"/>
                <a:gd name="T35" fmla="*/ 60 h 60"/>
                <a:gd name="T36" fmla="*/ 38 w 58"/>
                <a:gd name="T37" fmla="*/ 58 h 60"/>
                <a:gd name="T38" fmla="*/ 48 w 58"/>
                <a:gd name="T39" fmla="*/ 52 h 60"/>
                <a:gd name="T40" fmla="*/ 52 w 58"/>
                <a:gd name="T41" fmla="*/ 48 h 60"/>
                <a:gd name="T42" fmla="*/ 56 w 58"/>
                <a:gd name="T43" fmla="*/ 42 h 60"/>
                <a:gd name="T44" fmla="*/ 56 w 58"/>
                <a:gd name="T45" fmla="*/ 42 h 60"/>
                <a:gd name="T46" fmla="*/ 58 w 58"/>
                <a:gd name="T47" fmla="*/ 36 h 60"/>
                <a:gd name="T48" fmla="*/ 58 w 58"/>
                <a:gd name="T49" fmla="*/ 32 h 60"/>
                <a:gd name="T50" fmla="*/ 56 w 58"/>
                <a:gd name="T51" fmla="*/ 20 h 60"/>
                <a:gd name="T52" fmla="*/ 50 w 58"/>
                <a:gd name="T53" fmla="*/ 10 h 60"/>
                <a:gd name="T54" fmla="*/ 46 w 58"/>
                <a:gd name="T55" fmla="*/ 6 h 60"/>
                <a:gd name="T56" fmla="*/ 42 w 58"/>
                <a:gd name="T57" fmla="*/ 4 h 60"/>
                <a:gd name="T58" fmla="*/ 42 w 58"/>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42" y="4"/>
                  </a:moveTo>
                  <a:lnTo>
                    <a:pt x="42" y="4"/>
                  </a:lnTo>
                  <a:lnTo>
                    <a:pt x="36" y="2"/>
                  </a:lnTo>
                  <a:lnTo>
                    <a:pt x="30" y="0"/>
                  </a:lnTo>
                  <a:lnTo>
                    <a:pt x="20" y="2"/>
                  </a:lnTo>
                  <a:lnTo>
                    <a:pt x="10" y="8"/>
                  </a:lnTo>
                  <a:lnTo>
                    <a:pt x="6" y="12"/>
                  </a:lnTo>
                  <a:lnTo>
                    <a:pt x="2" y="16"/>
                  </a:lnTo>
                  <a:lnTo>
                    <a:pt x="2" y="16"/>
                  </a:lnTo>
                  <a:lnTo>
                    <a:pt x="0" y="22"/>
                  </a:lnTo>
                  <a:lnTo>
                    <a:pt x="0" y="28"/>
                  </a:lnTo>
                  <a:lnTo>
                    <a:pt x="2" y="40"/>
                  </a:lnTo>
                  <a:lnTo>
                    <a:pt x="6" y="50"/>
                  </a:lnTo>
                  <a:lnTo>
                    <a:pt x="10" y="54"/>
                  </a:lnTo>
                  <a:lnTo>
                    <a:pt x="16" y="56"/>
                  </a:lnTo>
                  <a:lnTo>
                    <a:pt x="16" y="56"/>
                  </a:lnTo>
                  <a:lnTo>
                    <a:pt x="22" y="58"/>
                  </a:lnTo>
                  <a:lnTo>
                    <a:pt x="28" y="60"/>
                  </a:lnTo>
                  <a:lnTo>
                    <a:pt x="38" y="58"/>
                  </a:lnTo>
                  <a:lnTo>
                    <a:pt x="48" y="52"/>
                  </a:lnTo>
                  <a:lnTo>
                    <a:pt x="52" y="48"/>
                  </a:lnTo>
                  <a:lnTo>
                    <a:pt x="56" y="42"/>
                  </a:lnTo>
                  <a:lnTo>
                    <a:pt x="56" y="42"/>
                  </a:lnTo>
                  <a:lnTo>
                    <a:pt x="58" y="36"/>
                  </a:lnTo>
                  <a:lnTo>
                    <a:pt x="58" y="32"/>
                  </a:lnTo>
                  <a:lnTo>
                    <a:pt x="56" y="20"/>
                  </a:lnTo>
                  <a:lnTo>
                    <a:pt x="50" y="10"/>
                  </a:lnTo>
                  <a:lnTo>
                    <a:pt x="46"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94" name="Freeform 182"/>
            <p:cNvSpPr>
              <a:spLocks/>
            </p:cNvSpPr>
            <p:nvPr userDrawn="1"/>
          </p:nvSpPr>
          <p:spPr bwMode="auto">
            <a:xfrm>
              <a:off x="5392738" y="2433638"/>
              <a:ext cx="95250" cy="92075"/>
            </a:xfrm>
            <a:custGeom>
              <a:avLst/>
              <a:gdLst>
                <a:gd name="T0" fmla="*/ 44 w 60"/>
                <a:gd name="T1" fmla="*/ 2 h 58"/>
                <a:gd name="T2" fmla="*/ 44 w 60"/>
                <a:gd name="T3" fmla="*/ 2 h 58"/>
                <a:gd name="T4" fmla="*/ 38 w 60"/>
                <a:gd name="T5" fmla="*/ 0 h 58"/>
                <a:gd name="T6" fmla="*/ 32 w 60"/>
                <a:gd name="T7" fmla="*/ 0 h 58"/>
                <a:gd name="T8" fmla="*/ 20 w 60"/>
                <a:gd name="T9" fmla="*/ 0 h 58"/>
                <a:gd name="T10" fmla="*/ 10 w 60"/>
                <a:gd name="T11" fmla="*/ 6 h 58"/>
                <a:gd name="T12" fmla="*/ 6 w 60"/>
                <a:gd name="T13" fmla="*/ 10 h 58"/>
                <a:gd name="T14" fmla="*/ 4 w 60"/>
                <a:gd name="T15" fmla="*/ 16 h 58"/>
                <a:gd name="T16" fmla="*/ 4 w 60"/>
                <a:gd name="T17" fmla="*/ 16 h 58"/>
                <a:gd name="T18" fmla="*/ 2 w 60"/>
                <a:gd name="T19" fmla="*/ 22 h 58"/>
                <a:gd name="T20" fmla="*/ 0 w 60"/>
                <a:gd name="T21" fmla="*/ 28 h 58"/>
                <a:gd name="T22" fmla="*/ 2 w 60"/>
                <a:gd name="T23" fmla="*/ 38 h 58"/>
                <a:gd name="T24" fmla="*/ 8 w 60"/>
                <a:gd name="T25" fmla="*/ 48 h 58"/>
                <a:gd name="T26" fmla="*/ 12 w 60"/>
                <a:gd name="T27" fmla="*/ 52 h 58"/>
                <a:gd name="T28" fmla="*/ 18 w 60"/>
                <a:gd name="T29" fmla="*/ 56 h 58"/>
                <a:gd name="T30" fmla="*/ 18 w 60"/>
                <a:gd name="T31" fmla="*/ 56 h 58"/>
                <a:gd name="T32" fmla="*/ 24 w 60"/>
                <a:gd name="T33" fmla="*/ 58 h 58"/>
                <a:gd name="T34" fmla="*/ 28 w 60"/>
                <a:gd name="T35" fmla="*/ 58 h 58"/>
                <a:gd name="T36" fmla="*/ 40 w 60"/>
                <a:gd name="T37" fmla="*/ 56 h 58"/>
                <a:gd name="T38" fmla="*/ 50 w 60"/>
                <a:gd name="T39" fmla="*/ 50 h 58"/>
                <a:gd name="T40" fmla="*/ 54 w 60"/>
                <a:gd name="T41" fmla="*/ 46 h 58"/>
                <a:gd name="T42" fmla="*/ 56 w 60"/>
                <a:gd name="T43" fmla="*/ 42 h 58"/>
                <a:gd name="T44" fmla="*/ 56 w 60"/>
                <a:gd name="T45" fmla="*/ 42 h 58"/>
                <a:gd name="T46" fmla="*/ 58 w 60"/>
                <a:gd name="T47" fmla="*/ 36 h 58"/>
                <a:gd name="T48" fmla="*/ 60 w 60"/>
                <a:gd name="T49" fmla="*/ 30 h 58"/>
                <a:gd name="T50" fmla="*/ 58 w 60"/>
                <a:gd name="T51" fmla="*/ 18 h 58"/>
                <a:gd name="T52" fmla="*/ 52 w 60"/>
                <a:gd name="T53" fmla="*/ 10 h 58"/>
                <a:gd name="T54" fmla="*/ 48 w 60"/>
                <a:gd name="T55" fmla="*/ 6 h 58"/>
                <a:gd name="T56" fmla="*/ 44 w 60"/>
                <a:gd name="T57" fmla="*/ 2 h 58"/>
                <a:gd name="T58" fmla="*/ 44 w 60"/>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0" h="58">
                  <a:moveTo>
                    <a:pt x="44" y="2"/>
                  </a:moveTo>
                  <a:lnTo>
                    <a:pt x="44" y="2"/>
                  </a:lnTo>
                  <a:lnTo>
                    <a:pt x="38" y="0"/>
                  </a:lnTo>
                  <a:lnTo>
                    <a:pt x="32" y="0"/>
                  </a:lnTo>
                  <a:lnTo>
                    <a:pt x="20" y="0"/>
                  </a:lnTo>
                  <a:lnTo>
                    <a:pt x="10" y="6"/>
                  </a:lnTo>
                  <a:lnTo>
                    <a:pt x="6" y="10"/>
                  </a:lnTo>
                  <a:lnTo>
                    <a:pt x="4" y="16"/>
                  </a:lnTo>
                  <a:lnTo>
                    <a:pt x="4" y="16"/>
                  </a:lnTo>
                  <a:lnTo>
                    <a:pt x="2" y="22"/>
                  </a:lnTo>
                  <a:lnTo>
                    <a:pt x="0" y="28"/>
                  </a:lnTo>
                  <a:lnTo>
                    <a:pt x="2" y="38"/>
                  </a:lnTo>
                  <a:lnTo>
                    <a:pt x="8" y="48"/>
                  </a:lnTo>
                  <a:lnTo>
                    <a:pt x="12" y="52"/>
                  </a:lnTo>
                  <a:lnTo>
                    <a:pt x="18" y="56"/>
                  </a:lnTo>
                  <a:lnTo>
                    <a:pt x="18" y="56"/>
                  </a:lnTo>
                  <a:lnTo>
                    <a:pt x="24" y="58"/>
                  </a:lnTo>
                  <a:lnTo>
                    <a:pt x="28" y="58"/>
                  </a:lnTo>
                  <a:lnTo>
                    <a:pt x="40" y="56"/>
                  </a:lnTo>
                  <a:lnTo>
                    <a:pt x="50" y="50"/>
                  </a:lnTo>
                  <a:lnTo>
                    <a:pt x="54" y="46"/>
                  </a:lnTo>
                  <a:lnTo>
                    <a:pt x="56" y="42"/>
                  </a:lnTo>
                  <a:lnTo>
                    <a:pt x="56" y="42"/>
                  </a:lnTo>
                  <a:lnTo>
                    <a:pt x="58" y="36"/>
                  </a:lnTo>
                  <a:lnTo>
                    <a:pt x="60" y="30"/>
                  </a:lnTo>
                  <a:lnTo>
                    <a:pt x="58" y="18"/>
                  </a:lnTo>
                  <a:lnTo>
                    <a:pt x="52" y="10"/>
                  </a:lnTo>
                  <a:lnTo>
                    <a:pt x="48" y="6"/>
                  </a:lnTo>
                  <a:lnTo>
                    <a:pt x="44" y="2"/>
                  </a:lnTo>
                  <a:lnTo>
                    <a:pt x="44"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95" name="Freeform 183"/>
            <p:cNvSpPr>
              <a:spLocks/>
            </p:cNvSpPr>
            <p:nvPr userDrawn="1"/>
          </p:nvSpPr>
          <p:spPr bwMode="auto">
            <a:xfrm>
              <a:off x="6040438" y="2386013"/>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0 h 58"/>
                <a:gd name="T10" fmla="*/ 10 w 58"/>
                <a:gd name="T11" fmla="*/ 6 h 58"/>
                <a:gd name="T12" fmla="*/ 6 w 58"/>
                <a:gd name="T13" fmla="*/ 10 h 58"/>
                <a:gd name="T14" fmla="*/ 2 w 58"/>
                <a:gd name="T15" fmla="*/ 16 h 58"/>
                <a:gd name="T16" fmla="*/ 2 w 58"/>
                <a:gd name="T17" fmla="*/ 16 h 58"/>
                <a:gd name="T18" fmla="*/ 0 w 58"/>
                <a:gd name="T19" fmla="*/ 22 h 58"/>
                <a:gd name="T20" fmla="*/ 0 w 58"/>
                <a:gd name="T21" fmla="*/ 26 h 58"/>
                <a:gd name="T22" fmla="*/ 2 w 58"/>
                <a:gd name="T23" fmla="*/ 38 h 58"/>
                <a:gd name="T24" fmla="*/ 6 w 58"/>
                <a:gd name="T25" fmla="*/ 48 h 58"/>
                <a:gd name="T26" fmla="*/ 12 w 58"/>
                <a:gd name="T27" fmla="*/ 52 h 58"/>
                <a:gd name="T28" fmla="*/ 16 w 58"/>
                <a:gd name="T29" fmla="*/ 54 h 58"/>
                <a:gd name="T30" fmla="*/ 16 w 58"/>
                <a:gd name="T31" fmla="*/ 54 h 58"/>
                <a:gd name="T32" fmla="*/ 22 w 58"/>
                <a:gd name="T33" fmla="*/ 56 h 58"/>
                <a:gd name="T34" fmla="*/ 28 w 58"/>
                <a:gd name="T35" fmla="*/ 58 h 58"/>
                <a:gd name="T36" fmla="*/ 38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6 w 58"/>
                <a:gd name="T51" fmla="*/ 18 h 58"/>
                <a:gd name="T52" fmla="*/ 50 w 58"/>
                <a:gd name="T53" fmla="*/ 8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0"/>
                  </a:lnTo>
                  <a:lnTo>
                    <a:pt x="10" y="6"/>
                  </a:lnTo>
                  <a:lnTo>
                    <a:pt x="6" y="10"/>
                  </a:lnTo>
                  <a:lnTo>
                    <a:pt x="2" y="16"/>
                  </a:lnTo>
                  <a:lnTo>
                    <a:pt x="2" y="16"/>
                  </a:lnTo>
                  <a:lnTo>
                    <a:pt x="0" y="22"/>
                  </a:lnTo>
                  <a:lnTo>
                    <a:pt x="0" y="26"/>
                  </a:lnTo>
                  <a:lnTo>
                    <a:pt x="2" y="38"/>
                  </a:lnTo>
                  <a:lnTo>
                    <a:pt x="6" y="48"/>
                  </a:lnTo>
                  <a:lnTo>
                    <a:pt x="12" y="52"/>
                  </a:lnTo>
                  <a:lnTo>
                    <a:pt x="16" y="54"/>
                  </a:lnTo>
                  <a:lnTo>
                    <a:pt x="16" y="54"/>
                  </a:lnTo>
                  <a:lnTo>
                    <a:pt x="22" y="56"/>
                  </a:lnTo>
                  <a:lnTo>
                    <a:pt x="28" y="58"/>
                  </a:lnTo>
                  <a:lnTo>
                    <a:pt x="38" y="56"/>
                  </a:lnTo>
                  <a:lnTo>
                    <a:pt x="48" y="50"/>
                  </a:lnTo>
                  <a:lnTo>
                    <a:pt x="52" y="46"/>
                  </a:lnTo>
                  <a:lnTo>
                    <a:pt x="56" y="42"/>
                  </a:lnTo>
                  <a:lnTo>
                    <a:pt x="56" y="42"/>
                  </a:lnTo>
                  <a:lnTo>
                    <a:pt x="58" y="36"/>
                  </a:lnTo>
                  <a:lnTo>
                    <a:pt x="58" y="30"/>
                  </a:lnTo>
                  <a:lnTo>
                    <a:pt x="56" y="18"/>
                  </a:lnTo>
                  <a:lnTo>
                    <a:pt x="50" y="8"/>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96" name="Freeform 184"/>
            <p:cNvSpPr>
              <a:spLocks/>
            </p:cNvSpPr>
            <p:nvPr userDrawn="1"/>
          </p:nvSpPr>
          <p:spPr bwMode="auto">
            <a:xfrm>
              <a:off x="6967538" y="1754188"/>
              <a:ext cx="92075" cy="92075"/>
            </a:xfrm>
            <a:custGeom>
              <a:avLst/>
              <a:gdLst>
                <a:gd name="T0" fmla="*/ 42 w 58"/>
                <a:gd name="T1" fmla="*/ 2 h 58"/>
                <a:gd name="T2" fmla="*/ 42 w 58"/>
                <a:gd name="T3" fmla="*/ 2 h 58"/>
                <a:gd name="T4" fmla="*/ 36 w 58"/>
                <a:gd name="T5" fmla="*/ 0 h 58"/>
                <a:gd name="T6" fmla="*/ 30 w 58"/>
                <a:gd name="T7" fmla="*/ 0 h 58"/>
                <a:gd name="T8" fmla="*/ 18 w 58"/>
                <a:gd name="T9" fmla="*/ 2 h 58"/>
                <a:gd name="T10" fmla="*/ 10 w 58"/>
                <a:gd name="T11" fmla="*/ 6 h 58"/>
                <a:gd name="T12" fmla="*/ 6 w 58"/>
                <a:gd name="T13" fmla="*/ 12 h 58"/>
                <a:gd name="T14" fmla="*/ 2 w 58"/>
                <a:gd name="T15" fmla="*/ 16 h 58"/>
                <a:gd name="T16" fmla="*/ 2 w 58"/>
                <a:gd name="T17" fmla="*/ 16 h 58"/>
                <a:gd name="T18" fmla="*/ 0 w 58"/>
                <a:gd name="T19" fmla="*/ 22 h 58"/>
                <a:gd name="T20" fmla="*/ 0 w 58"/>
                <a:gd name="T21" fmla="*/ 28 h 58"/>
                <a:gd name="T22" fmla="*/ 0 w 58"/>
                <a:gd name="T23" fmla="*/ 38 h 58"/>
                <a:gd name="T24" fmla="*/ 6 w 58"/>
                <a:gd name="T25" fmla="*/ 48 h 58"/>
                <a:gd name="T26" fmla="*/ 10 w 58"/>
                <a:gd name="T27" fmla="*/ 52 h 58"/>
                <a:gd name="T28" fmla="*/ 16 w 58"/>
                <a:gd name="T29" fmla="*/ 56 h 58"/>
                <a:gd name="T30" fmla="*/ 16 w 58"/>
                <a:gd name="T31" fmla="*/ 56 h 58"/>
                <a:gd name="T32" fmla="*/ 22 w 58"/>
                <a:gd name="T33" fmla="*/ 58 h 58"/>
                <a:gd name="T34" fmla="*/ 28 w 58"/>
                <a:gd name="T35" fmla="*/ 58 h 58"/>
                <a:gd name="T36" fmla="*/ 38 w 58"/>
                <a:gd name="T37" fmla="*/ 56 h 58"/>
                <a:gd name="T38" fmla="*/ 48 w 58"/>
                <a:gd name="T39" fmla="*/ 50 h 58"/>
                <a:gd name="T40" fmla="*/ 52 w 58"/>
                <a:gd name="T41" fmla="*/ 46 h 58"/>
                <a:gd name="T42" fmla="*/ 54 w 58"/>
                <a:gd name="T43" fmla="*/ 42 h 58"/>
                <a:gd name="T44" fmla="*/ 54 w 58"/>
                <a:gd name="T45" fmla="*/ 42 h 58"/>
                <a:gd name="T46" fmla="*/ 56 w 58"/>
                <a:gd name="T47" fmla="*/ 36 h 58"/>
                <a:gd name="T48" fmla="*/ 58 w 58"/>
                <a:gd name="T49" fmla="*/ 30 h 58"/>
                <a:gd name="T50" fmla="*/ 56 w 58"/>
                <a:gd name="T51" fmla="*/ 20 h 58"/>
                <a:gd name="T52" fmla="*/ 50 w 58"/>
                <a:gd name="T53" fmla="*/ 10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18" y="2"/>
                  </a:lnTo>
                  <a:lnTo>
                    <a:pt x="10" y="6"/>
                  </a:lnTo>
                  <a:lnTo>
                    <a:pt x="6" y="12"/>
                  </a:lnTo>
                  <a:lnTo>
                    <a:pt x="2" y="16"/>
                  </a:lnTo>
                  <a:lnTo>
                    <a:pt x="2" y="16"/>
                  </a:lnTo>
                  <a:lnTo>
                    <a:pt x="0" y="22"/>
                  </a:lnTo>
                  <a:lnTo>
                    <a:pt x="0" y="28"/>
                  </a:lnTo>
                  <a:lnTo>
                    <a:pt x="0" y="38"/>
                  </a:lnTo>
                  <a:lnTo>
                    <a:pt x="6" y="48"/>
                  </a:lnTo>
                  <a:lnTo>
                    <a:pt x="10" y="52"/>
                  </a:lnTo>
                  <a:lnTo>
                    <a:pt x="16" y="56"/>
                  </a:lnTo>
                  <a:lnTo>
                    <a:pt x="16" y="56"/>
                  </a:lnTo>
                  <a:lnTo>
                    <a:pt x="22" y="58"/>
                  </a:lnTo>
                  <a:lnTo>
                    <a:pt x="28" y="58"/>
                  </a:lnTo>
                  <a:lnTo>
                    <a:pt x="38" y="56"/>
                  </a:lnTo>
                  <a:lnTo>
                    <a:pt x="48" y="50"/>
                  </a:lnTo>
                  <a:lnTo>
                    <a:pt x="52" y="46"/>
                  </a:lnTo>
                  <a:lnTo>
                    <a:pt x="54" y="42"/>
                  </a:lnTo>
                  <a:lnTo>
                    <a:pt x="54" y="42"/>
                  </a:lnTo>
                  <a:lnTo>
                    <a:pt x="56" y="36"/>
                  </a:lnTo>
                  <a:lnTo>
                    <a:pt x="58" y="30"/>
                  </a:lnTo>
                  <a:lnTo>
                    <a:pt x="56" y="20"/>
                  </a:lnTo>
                  <a:lnTo>
                    <a:pt x="50" y="10"/>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97" name="Freeform 185"/>
            <p:cNvSpPr>
              <a:spLocks/>
            </p:cNvSpPr>
            <p:nvPr userDrawn="1"/>
          </p:nvSpPr>
          <p:spPr bwMode="auto">
            <a:xfrm>
              <a:off x="6319838" y="1801813"/>
              <a:ext cx="95250" cy="92075"/>
            </a:xfrm>
            <a:custGeom>
              <a:avLst/>
              <a:gdLst>
                <a:gd name="T0" fmla="*/ 42 w 60"/>
                <a:gd name="T1" fmla="*/ 2 h 58"/>
                <a:gd name="T2" fmla="*/ 42 w 60"/>
                <a:gd name="T3" fmla="*/ 2 h 58"/>
                <a:gd name="T4" fmla="*/ 38 w 60"/>
                <a:gd name="T5" fmla="*/ 0 h 58"/>
                <a:gd name="T6" fmla="*/ 32 w 60"/>
                <a:gd name="T7" fmla="*/ 0 h 58"/>
                <a:gd name="T8" fmla="*/ 20 w 60"/>
                <a:gd name="T9" fmla="*/ 2 h 58"/>
                <a:gd name="T10" fmla="*/ 10 w 60"/>
                <a:gd name="T11" fmla="*/ 8 h 58"/>
                <a:gd name="T12" fmla="*/ 6 w 60"/>
                <a:gd name="T13" fmla="*/ 12 h 58"/>
                <a:gd name="T14" fmla="*/ 4 w 60"/>
                <a:gd name="T15" fmla="*/ 16 h 58"/>
                <a:gd name="T16" fmla="*/ 4 w 60"/>
                <a:gd name="T17" fmla="*/ 16 h 58"/>
                <a:gd name="T18" fmla="*/ 2 w 60"/>
                <a:gd name="T19" fmla="*/ 22 h 58"/>
                <a:gd name="T20" fmla="*/ 0 w 60"/>
                <a:gd name="T21" fmla="*/ 28 h 58"/>
                <a:gd name="T22" fmla="*/ 2 w 60"/>
                <a:gd name="T23" fmla="*/ 38 h 58"/>
                <a:gd name="T24" fmla="*/ 8 w 60"/>
                <a:gd name="T25" fmla="*/ 48 h 58"/>
                <a:gd name="T26" fmla="*/ 12 w 60"/>
                <a:gd name="T27" fmla="*/ 52 h 58"/>
                <a:gd name="T28" fmla="*/ 18 w 60"/>
                <a:gd name="T29" fmla="*/ 56 h 58"/>
                <a:gd name="T30" fmla="*/ 18 w 60"/>
                <a:gd name="T31" fmla="*/ 56 h 58"/>
                <a:gd name="T32" fmla="*/ 22 w 60"/>
                <a:gd name="T33" fmla="*/ 58 h 58"/>
                <a:gd name="T34" fmla="*/ 28 w 60"/>
                <a:gd name="T35" fmla="*/ 58 h 58"/>
                <a:gd name="T36" fmla="*/ 40 w 60"/>
                <a:gd name="T37" fmla="*/ 56 h 58"/>
                <a:gd name="T38" fmla="*/ 50 w 60"/>
                <a:gd name="T39" fmla="*/ 52 h 58"/>
                <a:gd name="T40" fmla="*/ 54 w 60"/>
                <a:gd name="T41" fmla="*/ 48 h 58"/>
                <a:gd name="T42" fmla="*/ 56 w 60"/>
                <a:gd name="T43" fmla="*/ 42 h 58"/>
                <a:gd name="T44" fmla="*/ 56 w 60"/>
                <a:gd name="T45" fmla="*/ 42 h 58"/>
                <a:gd name="T46" fmla="*/ 58 w 60"/>
                <a:gd name="T47" fmla="*/ 36 h 58"/>
                <a:gd name="T48" fmla="*/ 60 w 60"/>
                <a:gd name="T49" fmla="*/ 30 h 58"/>
                <a:gd name="T50" fmla="*/ 58 w 60"/>
                <a:gd name="T51" fmla="*/ 20 h 58"/>
                <a:gd name="T52" fmla="*/ 52 w 60"/>
                <a:gd name="T53" fmla="*/ 10 h 58"/>
                <a:gd name="T54" fmla="*/ 48 w 60"/>
                <a:gd name="T55" fmla="*/ 6 h 58"/>
                <a:gd name="T56" fmla="*/ 42 w 60"/>
                <a:gd name="T57" fmla="*/ 2 h 58"/>
                <a:gd name="T58" fmla="*/ 42 w 60"/>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0" h="58">
                  <a:moveTo>
                    <a:pt x="42" y="2"/>
                  </a:moveTo>
                  <a:lnTo>
                    <a:pt x="42" y="2"/>
                  </a:lnTo>
                  <a:lnTo>
                    <a:pt x="38" y="0"/>
                  </a:lnTo>
                  <a:lnTo>
                    <a:pt x="32" y="0"/>
                  </a:lnTo>
                  <a:lnTo>
                    <a:pt x="20" y="2"/>
                  </a:lnTo>
                  <a:lnTo>
                    <a:pt x="10" y="8"/>
                  </a:lnTo>
                  <a:lnTo>
                    <a:pt x="6" y="12"/>
                  </a:lnTo>
                  <a:lnTo>
                    <a:pt x="4" y="16"/>
                  </a:lnTo>
                  <a:lnTo>
                    <a:pt x="4" y="16"/>
                  </a:lnTo>
                  <a:lnTo>
                    <a:pt x="2" y="22"/>
                  </a:lnTo>
                  <a:lnTo>
                    <a:pt x="0" y="28"/>
                  </a:lnTo>
                  <a:lnTo>
                    <a:pt x="2" y="38"/>
                  </a:lnTo>
                  <a:lnTo>
                    <a:pt x="8" y="48"/>
                  </a:lnTo>
                  <a:lnTo>
                    <a:pt x="12" y="52"/>
                  </a:lnTo>
                  <a:lnTo>
                    <a:pt x="18" y="56"/>
                  </a:lnTo>
                  <a:lnTo>
                    <a:pt x="18" y="56"/>
                  </a:lnTo>
                  <a:lnTo>
                    <a:pt x="22" y="58"/>
                  </a:lnTo>
                  <a:lnTo>
                    <a:pt x="28" y="58"/>
                  </a:lnTo>
                  <a:lnTo>
                    <a:pt x="40" y="56"/>
                  </a:lnTo>
                  <a:lnTo>
                    <a:pt x="50" y="52"/>
                  </a:lnTo>
                  <a:lnTo>
                    <a:pt x="54" y="48"/>
                  </a:lnTo>
                  <a:lnTo>
                    <a:pt x="56" y="42"/>
                  </a:lnTo>
                  <a:lnTo>
                    <a:pt x="56" y="42"/>
                  </a:lnTo>
                  <a:lnTo>
                    <a:pt x="58" y="36"/>
                  </a:lnTo>
                  <a:lnTo>
                    <a:pt x="60" y="30"/>
                  </a:lnTo>
                  <a:lnTo>
                    <a:pt x="58" y="20"/>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98" name="Freeform 186"/>
            <p:cNvSpPr>
              <a:spLocks/>
            </p:cNvSpPr>
            <p:nvPr userDrawn="1"/>
          </p:nvSpPr>
          <p:spPr bwMode="auto">
            <a:xfrm>
              <a:off x="6040438" y="2386013"/>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0 h 58"/>
                <a:gd name="T10" fmla="*/ 10 w 58"/>
                <a:gd name="T11" fmla="*/ 6 h 58"/>
                <a:gd name="T12" fmla="*/ 6 w 58"/>
                <a:gd name="T13" fmla="*/ 10 h 58"/>
                <a:gd name="T14" fmla="*/ 2 w 58"/>
                <a:gd name="T15" fmla="*/ 16 h 58"/>
                <a:gd name="T16" fmla="*/ 2 w 58"/>
                <a:gd name="T17" fmla="*/ 16 h 58"/>
                <a:gd name="T18" fmla="*/ 0 w 58"/>
                <a:gd name="T19" fmla="*/ 22 h 58"/>
                <a:gd name="T20" fmla="*/ 0 w 58"/>
                <a:gd name="T21" fmla="*/ 26 h 58"/>
                <a:gd name="T22" fmla="*/ 2 w 58"/>
                <a:gd name="T23" fmla="*/ 38 h 58"/>
                <a:gd name="T24" fmla="*/ 6 w 58"/>
                <a:gd name="T25" fmla="*/ 48 h 58"/>
                <a:gd name="T26" fmla="*/ 12 w 58"/>
                <a:gd name="T27" fmla="*/ 52 h 58"/>
                <a:gd name="T28" fmla="*/ 16 w 58"/>
                <a:gd name="T29" fmla="*/ 54 h 58"/>
                <a:gd name="T30" fmla="*/ 16 w 58"/>
                <a:gd name="T31" fmla="*/ 54 h 58"/>
                <a:gd name="T32" fmla="*/ 22 w 58"/>
                <a:gd name="T33" fmla="*/ 56 h 58"/>
                <a:gd name="T34" fmla="*/ 28 w 58"/>
                <a:gd name="T35" fmla="*/ 58 h 58"/>
                <a:gd name="T36" fmla="*/ 38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6 w 58"/>
                <a:gd name="T51" fmla="*/ 18 h 58"/>
                <a:gd name="T52" fmla="*/ 50 w 58"/>
                <a:gd name="T53" fmla="*/ 8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0"/>
                  </a:lnTo>
                  <a:lnTo>
                    <a:pt x="10" y="6"/>
                  </a:lnTo>
                  <a:lnTo>
                    <a:pt x="6" y="10"/>
                  </a:lnTo>
                  <a:lnTo>
                    <a:pt x="2" y="16"/>
                  </a:lnTo>
                  <a:lnTo>
                    <a:pt x="2" y="16"/>
                  </a:lnTo>
                  <a:lnTo>
                    <a:pt x="0" y="22"/>
                  </a:lnTo>
                  <a:lnTo>
                    <a:pt x="0" y="26"/>
                  </a:lnTo>
                  <a:lnTo>
                    <a:pt x="2" y="38"/>
                  </a:lnTo>
                  <a:lnTo>
                    <a:pt x="6" y="48"/>
                  </a:lnTo>
                  <a:lnTo>
                    <a:pt x="12" y="52"/>
                  </a:lnTo>
                  <a:lnTo>
                    <a:pt x="16" y="54"/>
                  </a:lnTo>
                  <a:lnTo>
                    <a:pt x="16" y="54"/>
                  </a:lnTo>
                  <a:lnTo>
                    <a:pt x="22" y="56"/>
                  </a:lnTo>
                  <a:lnTo>
                    <a:pt x="28" y="58"/>
                  </a:lnTo>
                  <a:lnTo>
                    <a:pt x="38" y="56"/>
                  </a:lnTo>
                  <a:lnTo>
                    <a:pt x="48" y="50"/>
                  </a:lnTo>
                  <a:lnTo>
                    <a:pt x="52" y="46"/>
                  </a:lnTo>
                  <a:lnTo>
                    <a:pt x="56" y="42"/>
                  </a:lnTo>
                  <a:lnTo>
                    <a:pt x="56" y="42"/>
                  </a:lnTo>
                  <a:lnTo>
                    <a:pt x="58" y="36"/>
                  </a:lnTo>
                  <a:lnTo>
                    <a:pt x="58" y="30"/>
                  </a:lnTo>
                  <a:lnTo>
                    <a:pt x="56" y="18"/>
                  </a:lnTo>
                  <a:lnTo>
                    <a:pt x="50" y="8"/>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99" name="Freeform 187"/>
            <p:cNvSpPr>
              <a:spLocks/>
            </p:cNvSpPr>
            <p:nvPr userDrawn="1"/>
          </p:nvSpPr>
          <p:spPr bwMode="auto">
            <a:xfrm>
              <a:off x="6402388" y="2919413"/>
              <a:ext cx="95250" cy="92075"/>
            </a:xfrm>
            <a:custGeom>
              <a:avLst/>
              <a:gdLst>
                <a:gd name="T0" fmla="*/ 44 w 60"/>
                <a:gd name="T1" fmla="*/ 2 h 58"/>
                <a:gd name="T2" fmla="*/ 44 w 60"/>
                <a:gd name="T3" fmla="*/ 2 h 58"/>
                <a:gd name="T4" fmla="*/ 38 w 60"/>
                <a:gd name="T5" fmla="*/ 0 h 58"/>
                <a:gd name="T6" fmla="*/ 32 w 60"/>
                <a:gd name="T7" fmla="*/ 0 h 58"/>
                <a:gd name="T8" fmla="*/ 20 w 60"/>
                <a:gd name="T9" fmla="*/ 2 h 58"/>
                <a:gd name="T10" fmla="*/ 10 w 60"/>
                <a:gd name="T11" fmla="*/ 8 h 58"/>
                <a:gd name="T12" fmla="*/ 6 w 60"/>
                <a:gd name="T13" fmla="*/ 12 h 58"/>
                <a:gd name="T14" fmla="*/ 4 w 60"/>
                <a:gd name="T15" fmla="*/ 16 h 58"/>
                <a:gd name="T16" fmla="*/ 4 w 60"/>
                <a:gd name="T17" fmla="*/ 16 h 58"/>
                <a:gd name="T18" fmla="*/ 2 w 60"/>
                <a:gd name="T19" fmla="*/ 22 h 58"/>
                <a:gd name="T20" fmla="*/ 0 w 60"/>
                <a:gd name="T21" fmla="*/ 28 h 58"/>
                <a:gd name="T22" fmla="*/ 2 w 60"/>
                <a:gd name="T23" fmla="*/ 40 h 58"/>
                <a:gd name="T24" fmla="*/ 8 w 60"/>
                <a:gd name="T25" fmla="*/ 48 h 58"/>
                <a:gd name="T26" fmla="*/ 12 w 60"/>
                <a:gd name="T27" fmla="*/ 52 h 58"/>
                <a:gd name="T28" fmla="*/ 18 w 60"/>
                <a:gd name="T29" fmla="*/ 56 h 58"/>
                <a:gd name="T30" fmla="*/ 18 w 60"/>
                <a:gd name="T31" fmla="*/ 56 h 58"/>
                <a:gd name="T32" fmla="*/ 24 w 60"/>
                <a:gd name="T33" fmla="*/ 58 h 58"/>
                <a:gd name="T34" fmla="*/ 28 w 60"/>
                <a:gd name="T35" fmla="*/ 58 h 58"/>
                <a:gd name="T36" fmla="*/ 40 w 60"/>
                <a:gd name="T37" fmla="*/ 58 h 58"/>
                <a:gd name="T38" fmla="*/ 50 w 60"/>
                <a:gd name="T39" fmla="*/ 52 h 58"/>
                <a:gd name="T40" fmla="*/ 54 w 60"/>
                <a:gd name="T41" fmla="*/ 48 h 58"/>
                <a:gd name="T42" fmla="*/ 56 w 60"/>
                <a:gd name="T43" fmla="*/ 42 h 58"/>
                <a:gd name="T44" fmla="*/ 56 w 60"/>
                <a:gd name="T45" fmla="*/ 42 h 58"/>
                <a:gd name="T46" fmla="*/ 58 w 60"/>
                <a:gd name="T47" fmla="*/ 36 h 58"/>
                <a:gd name="T48" fmla="*/ 60 w 60"/>
                <a:gd name="T49" fmla="*/ 30 h 58"/>
                <a:gd name="T50" fmla="*/ 58 w 60"/>
                <a:gd name="T51" fmla="*/ 20 h 58"/>
                <a:gd name="T52" fmla="*/ 52 w 60"/>
                <a:gd name="T53" fmla="*/ 10 h 58"/>
                <a:gd name="T54" fmla="*/ 48 w 60"/>
                <a:gd name="T55" fmla="*/ 6 h 58"/>
                <a:gd name="T56" fmla="*/ 44 w 60"/>
                <a:gd name="T57" fmla="*/ 2 h 58"/>
                <a:gd name="T58" fmla="*/ 44 w 60"/>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0" h="58">
                  <a:moveTo>
                    <a:pt x="44" y="2"/>
                  </a:moveTo>
                  <a:lnTo>
                    <a:pt x="44" y="2"/>
                  </a:lnTo>
                  <a:lnTo>
                    <a:pt x="38" y="0"/>
                  </a:lnTo>
                  <a:lnTo>
                    <a:pt x="32" y="0"/>
                  </a:lnTo>
                  <a:lnTo>
                    <a:pt x="20" y="2"/>
                  </a:lnTo>
                  <a:lnTo>
                    <a:pt x="10" y="8"/>
                  </a:lnTo>
                  <a:lnTo>
                    <a:pt x="6" y="12"/>
                  </a:lnTo>
                  <a:lnTo>
                    <a:pt x="4" y="16"/>
                  </a:lnTo>
                  <a:lnTo>
                    <a:pt x="4" y="16"/>
                  </a:lnTo>
                  <a:lnTo>
                    <a:pt x="2" y="22"/>
                  </a:lnTo>
                  <a:lnTo>
                    <a:pt x="0" y="28"/>
                  </a:lnTo>
                  <a:lnTo>
                    <a:pt x="2" y="40"/>
                  </a:lnTo>
                  <a:lnTo>
                    <a:pt x="8" y="48"/>
                  </a:lnTo>
                  <a:lnTo>
                    <a:pt x="12" y="52"/>
                  </a:lnTo>
                  <a:lnTo>
                    <a:pt x="18" y="56"/>
                  </a:lnTo>
                  <a:lnTo>
                    <a:pt x="18" y="56"/>
                  </a:lnTo>
                  <a:lnTo>
                    <a:pt x="24" y="58"/>
                  </a:lnTo>
                  <a:lnTo>
                    <a:pt x="28" y="58"/>
                  </a:lnTo>
                  <a:lnTo>
                    <a:pt x="40" y="58"/>
                  </a:lnTo>
                  <a:lnTo>
                    <a:pt x="50" y="52"/>
                  </a:lnTo>
                  <a:lnTo>
                    <a:pt x="54" y="48"/>
                  </a:lnTo>
                  <a:lnTo>
                    <a:pt x="56" y="42"/>
                  </a:lnTo>
                  <a:lnTo>
                    <a:pt x="56" y="42"/>
                  </a:lnTo>
                  <a:lnTo>
                    <a:pt x="58" y="36"/>
                  </a:lnTo>
                  <a:lnTo>
                    <a:pt x="60" y="30"/>
                  </a:lnTo>
                  <a:lnTo>
                    <a:pt x="58" y="20"/>
                  </a:lnTo>
                  <a:lnTo>
                    <a:pt x="52" y="10"/>
                  </a:lnTo>
                  <a:lnTo>
                    <a:pt x="48" y="6"/>
                  </a:lnTo>
                  <a:lnTo>
                    <a:pt x="44" y="2"/>
                  </a:lnTo>
                  <a:lnTo>
                    <a:pt x="44"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200" name="Freeform 188"/>
            <p:cNvSpPr>
              <a:spLocks/>
            </p:cNvSpPr>
            <p:nvPr userDrawn="1"/>
          </p:nvSpPr>
          <p:spPr bwMode="auto">
            <a:xfrm>
              <a:off x="7129463" y="2884488"/>
              <a:ext cx="12700" cy="66675"/>
            </a:xfrm>
            <a:custGeom>
              <a:avLst/>
              <a:gdLst>
                <a:gd name="T0" fmla="*/ 0 w 8"/>
                <a:gd name="T1" fmla="*/ 0 h 42"/>
                <a:gd name="T2" fmla="*/ 0 w 8"/>
                <a:gd name="T3" fmla="*/ 42 h 42"/>
                <a:gd name="T4" fmla="*/ 0 w 8"/>
                <a:gd name="T5" fmla="*/ 42 h 42"/>
                <a:gd name="T6" fmla="*/ 6 w 8"/>
                <a:gd name="T7" fmla="*/ 34 h 42"/>
                <a:gd name="T8" fmla="*/ 6 w 8"/>
                <a:gd name="T9" fmla="*/ 34 h 42"/>
                <a:gd name="T10" fmla="*/ 8 w 8"/>
                <a:gd name="T11" fmla="*/ 26 h 42"/>
                <a:gd name="T12" fmla="*/ 8 w 8"/>
                <a:gd name="T13" fmla="*/ 16 h 42"/>
                <a:gd name="T14" fmla="*/ 6 w 8"/>
                <a:gd name="T15" fmla="*/ 8 h 42"/>
                <a:gd name="T16" fmla="*/ 0 w 8"/>
                <a:gd name="T17" fmla="*/ 0 h 42"/>
                <a:gd name="T18" fmla="*/ 0 w 8"/>
                <a:gd name="T19"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 h="42">
                  <a:moveTo>
                    <a:pt x="0" y="0"/>
                  </a:moveTo>
                  <a:lnTo>
                    <a:pt x="0" y="42"/>
                  </a:lnTo>
                  <a:lnTo>
                    <a:pt x="0" y="42"/>
                  </a:lnTo>
                  <a:lnTo>
                    <a:pt x="6" y="34"/>
                  </a:lnTo>
                  <a:lnTo>
                    <a:pt x="6" y="34"/>
                  </a:lnTo>
                  <a:lnTo>
                    <a:pt x="8" y="26"/>
                  </a:lnTo>
                  <a:lnTo>
                    <a:pt x="8" y="16"/>
                  </a:lnTo>
                  <a:lnTo>
                    <a:pt x="6" y="8"/>
                  </a:lnTo>
                  <a:lnTo>
                    <a:pt x="0" y="0"/>
                  </a:lnTo>
                  <a:lnTo>
                    <a:pt x="0" y="0"/>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201" name="Freeform 189"/>
            <p:cNvSpPr>
              <a:spLocks/>
            </p:cNvSpPr>
            <p:nvPr userDrawn="1"/>
          </p:nvSpPr>
          <p:spPr bwMode="auto">
            <a:xfrm>
              <a:off x="7050088" y="2871788"/>
              <a:ext cx="79375" cy="92075"/>
            </a:xfrm>
            <a:custGeom>
              <a:avLst/>
              <a:gdLst>
                <a:gd name="T0" fmla="*/ 42 w 50"/>
                <a:gd name="T1" fmla="*/ 2 h 58"/>
                <a:gd name="T2" fmla="*/ 42 w 50"/>
                <a:gd name="T3" fmla="*/ 2 h 58"/>
                <a:gd name="T4" fmla="*/ 36 w 50"/>
                <a:gd name="T5" fmla="*/ 0 h 58"/>
                <a:gd name="T6" fmla="*/ 30 w 50"/>
                <a:gd name="T7" fmla="*/ 0 h 58"/>
                <a:gd name="T8" fmla="*/ 20 w 50"/>
                <a:gd name="T9" fmla="*/ 2 h 58"/>
                <a:gd name="T10" fmla="*/ 10 w 50"/>
                <a:gd name="T11" fmla="*/ 8 h 58"/>
                <a:gd name="T12" fmla="*/ 6 w 50"/>
                <a:gd name="T13" fmla="*/ 12 h 58"/>
                <a:gd name="T14" fmla="*/ 2 w 50"/>
                <a:gd name="T15" fmla="*/ 16 h 58"/>
                <a:gd name="T16" fmla="*/ 2 w 50"/>
                <a:gd name="T17" fmla="*/ 16 h 58"/>
                <a:gd name="T18" fmla="*/ 0 w 50"/>
                <a:gd name="T19" fmla="*/ 22 h 58"/>
                <a:gd name="T20" fmla="*/ 0 w 50"/>
                <a:gd name="T21" fmla="*/ 28 h 58"/>
                <a:gd name="T22" fmla="*/ 2 w 50"/>
                <a:gd name="T23" fmla="*/ 38 h 58"/>
                <a:gd name="T24" fmla="*/ 6 w 50"/>
                <a:gd name="T25" fmla="*/ 48 h 58"/>
                <a:gd name="T26" fmla="*/ 12 w 50"/>
                <a:gd name="T27" fmla="*/ 52 h 58"/>
                <a:gd name="T28" fmla="*/ 16 w 50"/>
                <a:gd name="T29" fmla="*/ 56 h 58"/>
                <a:gd name="T30" fmla="*/ 16 w 50"/>
                <a:gd name="T31" fmla="*/ 56 h 58"/>
                <a:gd name="T32" fmla="*/ 26 w 50"/>
                <a:gd name="T33" fmla="*/ 58 h 58"/>
                <a:gd name="T34" fmla="*/ 34 w 50"/>
                <a:gd name="T35" fmla="*/ 58 h 58"/>
                <a:gd name="T36" fmla="*/ 42 w 50"/>
                <a:gd name="T37" fmla="*/ 54 h 58"/>
                <a:gd name="T38" fmla="*/ 50 w 50"/>
                <a:gd name="T39" fmla="*/ 50 h 58"/>
                <a:gd name="T40" fmla="*/ 50 w 50"/>
                <a:gd name="T41" fmla="*/ 8 h 58"/>
                <a:gd name="T42" fmla="*/ 50 w 50"/>
                <a:gd name="T43" fmla="*/ 8 h 58"/>
                <a:gd name="T44" fmla="*/ 42 w 50"/>
                <a:gd name="T45" fmla="*/ 2 h 58"/>
                <a:gd name="T46" fmla="*/ 42 w 50"/>
                <a:gd name="T47"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0" h="58">
                  <a:moveTo>
                    <a:pt x="42" y="2"/>
                  </a:moveTo>
                  <a:lnTo>
                    <a:pt x="42" y="2"/>
                  </a:lnTo>
                  <a:lnTo>
                    <a:pt x="36" y="0"/>
                  </a:lnTo>
                  <a:lnTo>
                    <a:pt x="30" y="0"/>
                  </a:lnTo>
                  <a:lnTo>
                    <a:pt x="20" y="2"/>
                  </a:lnTo>
                  <a:lnTo>
                    <a:pt x="10" y="8"/>
                  </a:lnTo>
                  <a:lnTo>
                    <a:pt x="6" y="12"/>
                  </a:lnTo>
                  <a:lnTo>
                    <a:pt x="2" y="16"/>
                  </a:lnTo>
                  <a:lnTo>
                    <a:pt x="2" y="16"/>
                  </a:lnTo>
                  <a:lnTo>
                    <a:pt x="0" y="22"/>
                  </a:lnTo>
                  <a:lnTo>
                    <a:pt x="0" y="28"/>
                  </a:lnTo>
                  <a:lnTo>
                    <a:pt x="2" y="38"/>
                  </a:lnTo>
                  <a:lnTo>
                    <a:pt x="6" y="48"/>
                  </a:lnTo>
                  <a:lnTo>
                    <a:pt x="12" y="52"/>
                  </a:lnTo>
                  <a:lnTo>
                    <a:pt x="16" y="56"/>
                  </a:lnTo>
                  <a:lnTo>
                    <a:pt x="16" y="56"/>
                  </a:lnTo>
                  <a:lnTo>
                    <a:pt x="26" y="58"/>
                  </a:lnTo>
                  <a:lnTo>
                    <a:pt x="34" y="58"/>
                  </a:lnTo>
                  <a:lnTo>
                    <a:pt x="42" y="54"/>
                  </a:lnTo>
                  <a:lnTo>
                    <a:pt x="50" y="50"/>
                  </a:lnTo>
                  <a:lnTo>
                    <a:pt x="50" y="8"/>
                  </a:lnTo>
                  <a:lnTo>
                    <a:pt x="50" y="8"/>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202" name="Freeform 190"/>
            <p:cNvSpPr>
              <a:spLocks/>
            </p:cNvSpPr>
            <p:nvPr userDrawn="1"/>
          </p:nvSpPr>
          <p:spPr bwMode="auto">
            <a:xfrm>
              <a:off x="7129463" y="2884488"/>
              <a:ext cx="12700" cy="66675"/>
            </a:xfrm>
            <a:custGeom>
              <a:avLst/>
              <a:gdLst>
                <a:gd name="T0" fmla="*/ 0 w 8"/>
                <a:gd name="T1" fmla="*/ 0 h 42"/>
                <a:gd name="T2" fmla="*/ 0 w 8"/>
                <a:gd name="T3" fmla="*/ 42 h 42"/>
                <a:gd name="T4" fmla="*/ 0 w 8"/>
                <a:gd name="T5" fmla="*/ 42 h 42"/>
                <a:gd name="T6" fmla="*/ 6 w 8"/>
                <a:gd name="T7" fmla="*/ 34 h 42"/>
                <a:gd name="T8" fmla="*/ 6 w 8"/>
                <a:gd name="T9" fmla="*/ 34 h 42"/>
                <a:gd name="T10" fmla="*/ 8 w 8"/>
                <a:gd name="T11" fmla="*/ 26 h 42"/>
                <a:gd name="T12" fmla="*/ 8 w 8"/>
                <a:gd name="T13" fmla="*/ 16 h 42"/>
                <a:gd name="T14" fmla="*/ 6 w 8"/>
                <a:gd name="T15" fmla="*/ 8 h 42"/>
                <a:gd name="T16" fmla="*/ 0 w 8"/>
                <a:gd name="T17" fmla="*/ 0 h 42"/>
                <a:gd name="T18" fmla="*/ 0 w 8"/>
                <a:gd name="T19"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 h="42">
                  <a:moveTo>
                    <a:pt x="0" y="0"/>
                  </a:moveTo>
                  <a:lnTo>
                    <a:pt x="0" y="42"/>
                  </a:lnTo>
                  <a:lnTo>
                    <a:pt x="0" y="42"/>
                  </a:lnTo>
                  <a:lnTo>
                    <a:pt x="6" y="34"/>
                  </a:lnTo>
                  <a:lnTo>
                    <a:pt x="6" y="34"/>
                  </a:lnTo>
                  <a:lnTo>
                    <a:pt x="8" y="26"/>
                  </a:lnTo>
                  <a:lnTo>
                    <a:pt x="8" y="16"/>
                  </a:lnTo>
                  <a:lnTo>
                    <a:pt x="6" y="8"/>
                  </a:lnTo>
                  <a:lnTo>
                    <a:pt x="0" y="0"/>
                  </a:lnTo>
                  <a:lnTo>
                    <a:pt x="0" y="0"/>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203" name="Freeform 191"/>
            <p:cNvSpPr>
              <a:spLocks/>
            </p:cNvSpPr>
            <p:nvPr userDrawn="1"/>
          </p:nvSpPr>
          <p:spPr bwMode="auto">
            <a:xfrm>
              <a:off x="7050088" y="2871788"/>
              <a:ext cx="79375" cy="92075"/>
            </a:xfrm>
            <a:custGeom>
              <a:avLst/>
              <a:gdLst>
                <a:gd name="T0" fmla="*/ 42 w 50"/>
                <a:gd name="T1" fmla="*/ 2 h 58"/>
                <a:gd name="T2" fmla="*/ 42 w 50"/>
                <a:gd name="T3" fmla="*/ 2 h 58"/>
                <a:gd name="T4" fmla="*/ 36 w 50"/>
                <a:gd name="T5" fmla="*/ 0 h 58"/>
                <a:gd name="T6" fmla="*/ 30 w 50"/>
                <a:gd name="T7" fmla="*/ 0 h 58"/>
                <a:gd name="T8" fmla="*/ 20 w 50"/>
                <a:gd name="T9" fmla="*/ 2 h 58"/>
                <a:gd name="T10" fmla="*/ 10 w 50"/>
                <a:gd name="T11" fmla="*/ 8 h 58"/>
                <a:gd name="T12" fmla="*/ 6 w 50"/>
                <a:gd name="T13" fmla="*/ 12 h 58"/>
                <a:gd name="T14" fmla="*/ 2 w 50"/>
                <a:gd name="T15" fmla="*/ 16 h 58"/>
                <a:gd name="T16" fmla="*/ 2 w 50"/>
                <a:gd name="T17" fmla="*/ 16 h 58"/>
                <a:gd name="T18" fmla="*/ 0 w 50"/>
                <a:gd name="T19" fmla="*/ 22 h 58"/>
                <a:gd name="T20" fmla="*/ 0 w 50"/>
                <a:gd name="T21" fmla="*/ 28 h 58"/>
                <a:gd name="T22" fmla="*/ 2 w 50"/>
                <a:gd name="T23" fmla="*/ 38 h 58"/>
                <a:gd name="T24" fmla="*/ 6 w 50"/>
                <a:gd name="T25" fmla="*/ 48 h 58"/>
                <a:gd name="T26" fmla="*/ 12 w 50"/>
                <a:gd name="T27" fmla="*/ 52 h 58"/>
                <a:gd name="T28" fmla="*/ 16 w 50"/>
                <a:gd name="T29" fmla="*/ 56 h 58"/>
                <a:gd name="T30" fmla="*/ 16 w 50"/>
                <a:gd name="T31" fmla="*/ 56 h 58"/>
                <a:gd name="T32" fmla="*/ 26 w 50"/>
                <a:gd name="T33" fmla="*/ 58 h 58"/>
                <a:gd name="T34" fmla="*/ 34 w 50"/>
                <a:gd name="T35" fmla="*/ 58 h 58"/>
                <a:gd name="T36" fmla="*/ 42 w 50"/>
                <a:gd name="T37" fmla="*/ 54 h 58"/>
                <a:gd name="T38" fmla="*/ 50 w 50"/>
                <a:gd name="T39" fmla="*/ 50 h 58"/>
                <a:gd name="T40" fmla="*/ 50 w 50"/>
                <a:gd name="T41" fmla="*/ 8 h 58"/>
                <a:gd name="T42" fmla="*/ 50 w 50"/>
                <a:gd name="T43" fmla="*/ 8 h 58"/>
                <a:gd name="T44" fmla="*/ 42 w 50"/>
                <a:gd name="T45" fmla="*/ 2 h 58"/>
                <a:gd name="T46" fmla="*/ 42 w 50"/>
                <a:gd name="T47"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0" h="58">
                  <a:moveTo>
                    <a:pt x="42" y="2"/>
                  </a:moveTo>
                  <a:lnTo>
                    <a:pt x="42" y="2"/>
                  </a:lnTo>
                  <a:lnTo>
                    <a:pt x="36" y="0"/>
                  </a:lnTo>
                  <a:lnTo>
                    <a:pt x="30" y="0"/>
                  </a:lnTo>
                  <a:lnTo>
                    <a:pt x="20" y="2"/>
                  </a:lnTo>
                  <a:lnTo>
                    <a:pt x="10" y="8"/>
                  </a:lnTo>
                  <a:lnTo>
                    <a:pt x="6" y="12"/>
                  </a:lnTo>
                  <a:lnTo>
                    <a:pt x="2" y="16"/>
                  </a:lnTo>
                  <a:lnTo>
                    <a:pt x="2" y="16"/>
                  </a:lnTo>
                  <a:lnTo>
                    <a:pt x="0" y="22"/>
                  </a:lnTo>
                  <a:lnTo>
                    <a:pt x="0" y="28"/>
                  </a:lnTo>
                  <a:lnTo>
                    <a:pt x="2" y="38"/>
                  </a:lnTo>
                  <a:lnTo>
                    <a:pt x="6" y="48"/>
                  </a:lnTo>
                  <a:lnTo>
                    <a:pt x="12" y="52"/>
                  </a:lnTo>
                  <a:lnTo>
                    <a:pt x="16" y="56"/>
                  </a:lnTo>
                  <a:lnTo>
                    <a:pt x="16" y="56"/>
                  </a:lnTo>
                  <a:lnTo>
                    <a:pt x="26" y="58"/>
                  </a:lnTo>
                  <a:lnTo>
                    <a:pt x="34" y="58"/>
                  </a:lnTo>
                  <a:lnTo>
                    <a:pt x="42" y="54"/>
                  </a:lnTo>
                  <a:lnTo>
                    <a:pt x="50" y="50"/>
                  </a:lnTo>
                  <a:lnTo>
                    <a:pt x="50" y="8"/>
                  </a:lnTo>
                  <a:lnTo>
                    <a:pt x="50" y="8"/>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204" name="Freeform 192"/>
            <p:cNvSpPr>
              <a:spLocks/>
            </p:cNvSpPr>
            <p:nvPr userDrawn="1"/>
          </p:nvSpPr>
          <p:spPr bwMode="auto">
            <a:xfrm>
              <a:off x="6319838" y="1801813"/>
              <a:ext cx="95250" cy="92075"/>
            </a:xfrm>
            <a:custGeom>
              <a:avLst/>
              <a:gdLst>
                <a:gd name="T0" fmla="*/ 42 w 60"/>
                <a:gd name="T1" fmla="*/ 2 h 58"/>
                <a:gd name="T2" fmla="*/ 42 w 60"/>
                <a:gd name="T3" fmla="*/ 2 h 58"/>
                <a:gd name="T4" fmla="*/ 38 w 60"/>
                <a:gd name="T5" fmla="*/ 0 h 58"/>
                <a:gd name="T6" fmla="*/ 32 w 60"/>
                <a:gd name="T7" fmla="*/ 0 h 58"/>
                <a:gd name="T8" fmla="*/ 20 w 60"/>
                <a:gd name="T9" fmla="*/ 2 h 58"/>
                <a:gd name="T10" fmla="*/ 10 w 60"/>
                <a:gd name="T11" fmla="*/ 8 h 58"/>
                <a:gd name="T12" fmla="*/ 6 w 60"/>
                <a:gd name="T13" fmla="*/ 12 h 58"/>
                <a:gd name="T14" fmla="*/ 4 w 60"/>
                <a:gd name="T15" fmla="*/ 16 h 58"/>
                <a:gd name="T16" fmla="*/ 4 w 60"/>
                <a:gd name="T17" fmla="*/ 16 h 58"/>
                <a:gd name="T18" fmla="*/ 2 w 60"/>
                <a:gd name="T19" fmla="*/ 22 h 58"/>
                <a:gd name="T20" fmla="*/ 0 w 60"/>
                <a:gd name="T21" fmla="*/ 28 h 58"/>
                <a:gd name="T22" fmla="*/ 2 w 60"/>
                <a:gd name="T23" fmla="*/ 38 h 58"/>
                <a:gd name="T24" fmla="*/ 8 w 60"/>
                <a:gd name="T25" fmla="*/ 48 h 58"/>
                <a:gd name="T26" fmla="*/ 12 w 60"/>
                <a:gd name="T27" fmla="*/ 52 h 58"/>
                <a:gd name="T28" fmla="*/ 18 w 60"/>
                <a:gd name="T29" fmla="*/ 56 h 58"/>
                <a:gd name="T30" fmla="*/ 18 w 60"/>
                <a:gd name="T31" fmla="*/ 56 h 58"/>
                <a:gd name="T32" fmla="*/ 22 w 60"/>
                <a:gd name="T33" fmla="*/ 58 h 58"/>
                <a:gd name="T34" fmla="*/ 28 w 60"/>
                <a:gd name="T35" fmla="*/ 58 h 58"/>
                <a:gd name="T36" fmla="*/ 40 w 60"/>
                <a:gd name="T37" fmla="*/ 56 h 58"/>
                <a:gd name="T38" fmla="*/ 50 w 60"/>
                <a:gd name="T39" fmla="*/ 52 h 58"/>
                <a:gd name="T40" fmla="*/ 54 w 60"/>
                <a:gd name="T41" fmla="*/ 48 h 58"/>
                <a:gd name="T42" fmla="*/ 56 w 60"/>
                <a:gd name="T43" fmla="*/ 42 h 58"/>
                <a:gd name="T44" fmla="*/ 56 w 60"/>
                <a:gd name="T45" fmla="*/ 42 h 58"/>
                <a:gd name="T46" fmla="*/ 58 w 60"/>
                <a:gd name="T47" fmla="*/ 36 h 58"/>
                <a:gd name="T48" fmla="*/ 60 w 60"/>
                <a:gd name="T49" fmla="*/ 30 h 58"/>
                <a:gd name="T50" fmla="*/ 58 w 60"/>
                <a:gd name="T51" fmla="*/ 20 h 58"/>
                <a:gd name="T52" fmla="*/ 52 w 60"/>
                <a:gd name="T53" fmla="*/ 10 h 58"/>
                <a:gd name="T54" fmla="*/ 48 w 60"/>
                <a:gd name="T55" fmla="*/ 6 h 58"/>
                <a:gd name="T56" fmla="*/ 42 w 60"/>
                <a:gd name="T57" fmla="*/ 2 h 58"/>
                <a:gd name="T58" fmla="*/ 42 w 60"/>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0" h="58">
                  <a:moveTo>
                    <a:pt x="42" y="2"/>
                  </a:moveTo>
                  <a:lnTo>
                    <a:pt x="42" y="2"/>
                  </a:lnTo>
                  <a:lnTo>
                    <a:pt x="38" y="0"/>
                  </a:lnTo>
                  <a:lnTo>
                    <a:pt x="32" y="0"/>
                  </a:lnTo>
                  <a:lnTo>
                    <a:pt x="20" y="2"/>
                  </a:lnTo>
                  <a:lnTo>
                    <a:pt x="10" y="8"/>
                  </a:lnTo>
                  <a:lnTo>
                    <a:pt x="6" y="12"/>
                  </a:lnTo>
                  <a:lnTo>
                    <a:pt x="4" y="16"/>
                  </a:lnTo>
                  <a:lnTo>
                    <a:pt x="4" y="16"/>
                  </a:lnTo>
                  <a:lnTo>
                    <a:pt x="2" y="22"/>
                  </a:lnTo>
                  <a:lnTo>
                    <a:pt x="0" y="28"/>
                  </a:lnTo>
                  <a:lnTo>
                    <a:pt x="2" y="38"/>
                  </a:lnTo>
                  <a:lnTo>
                    <a:pt x="8" y="48"/>
                  </a:lnTo>
                  <a:lnTo>
                    <a:pt x="12" y="52"/>
                  </a:lnTo>
                  <a:lnTo>
                    <a:pt x="18" y="56"/>
                  </a:lnTo>
                  <a:lnTo>
                    <a:pt x="18" y="56"/>
                  </a:lnTo>
                  <a:lnTo>
                    <a:pt x="22" y="58"/>
                  </a:lnTo>
                  <a:lnTo>
                    <a:pt x="28" y="58"/>
                  </a:lnTo>
                  <a:lnTo>
                    <a:pt x="40" y="56"/>
                  </a:lnTo>
                  <a:lnTo>
                    <a:pt x="50" y="52"/>
                  </a:lnTo>
                  <a:lnTo>
                    <a:pt x="54" y="48"/>
                  </a:lnTo>
                  <a:lnTo>
                    <a:pt x="56" y="42"/>
                  </a:lnTo>
                  <a:lnTo>
                    <a:pt x="56" y="42"/>
                  </a:lnTo>
                  <a:lnTo>
                    <a:pt x="58" y="36"/>
                  </a:lnTo>
                  <a:lnTo>
                    <a:pt x="60" y="30"/>
                  </a:lnTo>
                  <a:lnTo>
                    <a:pt x="58" y="20"/>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205" name="Freeform 193"/>
            <p:cNvSpPr>
              <a:spLocks/>
            </p:cNvSpPr>
            <p:nvPr userDrawn="1"/>
          </p:nvSpPr>
          <p:spPr bwMode="auto">
            <a:xfrm>
              <a:off x="6967538" y="1754188"/>
              <a:ext cx="92075" cy="92075"/>
            </a:xfrm>
            <a:custGeom>
              <a:avLst/>
              <a:gdLst>
                <a:gd name="T0" fmla="*/ 42 w 58"/>
                <a:gd name="T1" fmla="*/ 2 h 58"/>
                <a:gd name="T2" fmla="*/ 42 w 58"/>
                <a:gd name="T3" fmla="*/ 2 h 58"/>
                <a:gd name="T4" fmla="*/ 36 w 58"/>
                <a:gd name="T5" fmla="*/ 0 h 58"/>
                <a:gd name="T6" fmla="*/ 30 w 58"/>
                <a:gd name="T7" fmla="*/ 0 h 58"/>
                <a:gd name="T8" fmla="*/ 18 w 58"/>
                <a:gd name="T9" fmla="*/ 2 h 58"/>
                <a:gd name="T10" fmla="*/ 10 w 58"/>
                <a:gd name="T11" fmla="*/ 6 h 58"/>
                <a:gd name="T12" fmla="*/ 6 w 58"/>
                <a:gd name="T13" fmla="*/ 12 h 58"/>
                <a:gd name="T14" fmla="*/ 2 w 58"/>
                <a:gd name="T15" fmla="*/ 16 h 58"/>
                <a:gd name="T16" fmla="*/ 2 w 58"/>
                <a:gd name="T17" fmla="*/ 16 h 58"/>
                <a:gd name="T18" fmla="*/ 0 w 58"/>
                <a:gd name="T19" fmla="*/ 22 h 58"/>
                <a:gd name="T20" fmla="*/ 0 w 58"/>
                <a:gd name="T21" fmla="*/ 28 h 58"/>
                <a:gd name="T22" fmla="*/ 0 w 58"/>
                <a:gd name="T23" fmla="*/ 38 h 58"/>
                <a:gd name="T24" fmla="*/ 6 w 58"/>
                <a:gd name="T25" fmla="*/ 48 h 58"/>
                <a:gd name="T26" fmla="*/ 10 w 58"/>
                <a:gd name="T27" fmla="*/ 52 h 58"/>
                <a:gd name="T28" fmla="*/ 16 w 58"/>
                <a:gd name="T29" fmla="*/ 56 h 58"/>
                <a:gd name="T30" fmla="*/ 16 w 58"/>
                <a:gd name="T31" fmla="*/ 56 h 58"/>
                <a:gd name="T32" fmla="*/ 22 w 58"/>
                <a:gd name="T33" fmla="*/ 58 h 58"/>
                <a:gd name="T34" fmla="*/ 28 w 58"/>
                <a:gd name="T35" fmla="*/ 58 h 58"/>
                <a:gd name="T36" fmla="*/ 38 w 58"/>
                <a:gd name="T37" fmla="*/ 56 h 58"/>
                <a:gd name="T38" fmla="*/ 48 w 58"/>
                <a:gd name="T39" fmla="*/ 50 h 58"/>
                <a:gd name="T40" fmla="*/ 52 w 58"/>
                <a:gd name="T41" fmla="*/ 46 h 58"/>
                <a:gd name="T42" fmla="*/ 54 w 58"/>
                <a:gd name="T43" fmla="*/ 42 h 58"/>
                <a:gd name="T44" fmla="*/ 54 w 58"/>
                <a:gd name="T45" fmla="*/ 42 h 58"/>
                <a:gd name="T46" fmla="*/ 56 w 58"/>
                <a:gd name="T47" fmla="*/ 36 h 58"/>
                <a:gd name="T48" fmla="*/ 58 w 58"/>
                <a:gd name="T49" fmla="*/ 30 h 58"/>
                <a:gd name="T50" fmla="*/ 56 w 58"/>
                <a:gd name="T51" fmla="*/ 20 h 58"/>
                <a:gd name="T52" fmla="*/ 50 w 58"/>
                <a:gd name="T53" fmla="*/ 10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18" y="2"/>
                  </a:lnTo>
                  <a:lnTo>
                    <a:pt x="10" y="6"/>
                  </a:lnTo>
                  <a:lnTo>
                    <a:pt x="6" y="12"/>
                  </a:lnTo>
                  <a:lnTo>
                    <a:pt x="2" y="16"/>
                  </a:lnTo>
                  <a:lnTo>
                    <a:pt x="2" y="16"/>
                  </a:lnTo>
                  <a:lnTo>
                    <a:pt x="0" y="22"/>
                  </a:lnTo>
                  <a:lnTo>
                    <a:pt x="0" y="28"/>
                  </a:lnTo>
                  <a:lnTo>
                    <a:pt x="0" y="38"/>
                  </a:lnTo>
                  <a:lnTo>
                    <a:pt x="6" y="48"/>
                  </a:lnTo>
                  <a:lnTo>
                    <a:pt x="10" y="52"/>
                  </a:lnTo>
                  <a:lnTo>
                    <a:pt x="16" y="56"/>
                  </a:lnTo>
                  <a:lnTo>
                    <a:pt x="16" y="56"/>
                  </a:lnTo>
                  <a:lnTo>
                    <a:pt x="22" y="58"/>
                  </a:lnTo>
                  <a:lnTo>
                    <a:pt x="28" y="58"/>
                  </a:lnTo>
                  <a:lnTo>
                    <a:pt x="38" y="56"/>
                  </a:lnTo>
                  <a:lnTo>
                    <a:pt x="48" y="50"/>
                  </a:lnTo>
                  <a:lnTo>
                    <a:pt x="52" y="46"/>
                  </a:lnTo>
                  <a:lnTo>
                    <a:pt x="54" y="42"/>
                  </a:lnTo>
                  <a:lnTo>
                    <a:pt x="54" y="42"/>
                  </a:lnTo>
                  <a:lnTo>
                    <a:pt x="56" y="36"/>
                  </a:lnTo>
                  <a:lnTo>
                    <a:pt x="58" y="30"/>
                  </a:lnTo>
                  <a:lnTo>
                    <a:pt x="56" y="20"/>
                  </a:lnTo>
                  <a:lnTo>
                    <a:pt x="50" y="10"/>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206" name="Freeform 194"/>
            <p:cNvSpPr>
              <a:spLocks/>
            </p:cNvSpPr>
            <p:nvPr userDrawn="1"/>
          </p:nvSpPr>
          <p:spPr bwMode="auto">
            <a:xfrm>
              <a:off x="6967538" y="1754188"/>
              <a:ext cx="92075" cy="92075"/>
            </a:xfrm>
            <a:custGeom>
              <a:avLst/>
              <a:gdLst>
                <a:gd name="T0" fmla="*/ 42 w 58"/>
                <a:gd name="T1" fmla="*/ 2 h 58"/>
                <a:gd name="T2" fmla="*/ 42 w 58"/>
                <a:gd name="T3" fmla="*/ 2 h 58"/>
                <a:gd name="T4" fmla="*/ 36 w 58"/>
                <a:gd name="T5" fmla="*/ 0 h 58"/>
                <a:gd name="T6" fmla="*/ 30 w 58"/>
                <a:gd name="T7" fmla="*/ 0 h 58"/>
                <a:gd name="T8" fmla="*/ 18 w 58"/>
                <a:gd name="T9" fmla="*/ 2 h 58"/>
                <a:gd name="T10" fmla="*/ 10 w 58"/>
                <a:gd name="T11" fmla="*/ 6 h 58"/>
                <a:gd name="T12" fmla="*/ 6 w 58"/>
                <a:gd name="T13" fmla="*/ 12 h 58"/>
                <a:gd name="T14" fmla="*/ 2 w 58"/>
                <a:gd name="T15" fmla="*/ 16 h 58"/>
                <a:gd name="T16" fmla="*/ 2 w 58"/>
                <a:gd name="T17" fmla="*/ 16 h 58"/>
                <a:gd name="T18" fmla="*/ 0 w 58"/>
                <a:gd name="T19" fmla="*/ 22 h 58"/>
                <a:gd name="T20" fmla="*/ 0 w 58"/>
                <a:gd name="T21" fmla="*/ 28 h 58"/>
                <a:gd name="T22" fmla="*/ 0 w 58"/>
                <a:gd name="T23" fmla="*/ 38 h 58"/>
                <a:gd name="T24" fmla="*/ 6 w 58"/>
                <a:gd name="T25" fmla="*/ 48 h 58"/>
                <a:gd name="T26" fmla="*/ 10 w 58"/>
                <a:gd name="T27" fmla="*/ 52 h 58"/>
                <a:gd name="T28" fmla="*/ 16 w 58"/>
                <a:gd name="T29" fmla="*/ 56 h 58"/>
                <a:gd name="T30" fmla="*/ 16 w 58"/>
                <a:gd name="T31" fmla="*/ 56 h 58"/>
                <a:gd name="T32" fmla="*/ 22 w 58"/>
                <a:gd name="T33" fmla="*/ 58 h 58"/>
                <a:gd name="T34" fmla="*/ 28 w 58"/>
                <a:gd name="T35" fmla="*/ 58 h 58"/>
                <a:gd name="T36" fmla="*/ 38 w 58"/>
                <a:gd name="T37" fmla="*/ 56 h 58"/>
                <a:gd name="T38" fmla="*/ 48 w 58"/>
                <a:gd name="T39" fmla="*/ 50 h 58"/>
                <a:gd name="T40" fmla="*/ 52 w 58"/>
                <a:gd name="T41" fmla="*/ 46 h 58"/>
                <a:gd name="T42" fmla="*/ 54 w 58"/>
                <a:gd name="T43" fmla="*/ 42 h 58"/>
                <a:gd name="T44" fmla="*/ 54 w 58"/>
                <a:gd name="T45" fmla="*/ 42 h 58"/>
                <a:gd name="T46" fmla="*/ 56 w 58"/>
                <a:gd name="T47" fmla="*/ 36 h 58"/>
                <a:gd name="T48" fmla="*/ 58 w 58"/>
                <a:gd name="T49" fmla="*/ 30 h 58"/>
                <a:gd name="T50" fmla="*/ 56 w 58"/>
                <a:gd name="T51" fmla="*/ 20 h 58"/>
                <a:gd name="T52" fmla="*/ 50 w 58"/>
                <a:gd name="T53" fmla="*/ 10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18" y="2"/>
                  </a:lnTo>
                  <a:lnTo>
                    <a:pt x="10" y="6"/>
                  </a:lnTo>
                  <a:lnTo>
                    <a:pt x="6" y="12"/>
                  </a:lnTo>
                  <a:lnTo>
                    <a:pt x="2" y="16"/>
                  </a:lnTo>
                  <a:lnTo>
                    <a:pt x="2" y="16"/>
                  </a:lnTo>
                  <a:lnTo>
                    <a:pt x="0" y="22"/>
                  </a:lnTo>
                  <a:lnTo>
                    <a:pt x="0" y="28"/>
                  </a:lnTo>
                  <a:lnTo>
                    <a:pt x="0" y="38"/>
                  </a:lnTo>
                  <a:lnTo>
                    <a:pt x="6" y="48"/>
                  </a:lnTo>
                  <a:lnTo>
                    <a:pt x="10" y="52"/>
                  </a:lnTo>
                  <a:lnTo>
                    <a:pt x="16" y="56"/>
                  </a:lnTo>
                  <a:lnTo>
                    <a:pt x="16" y="56"/>
                  </a:lnTo>
                  <a:lnTo>
                    <a:pt x="22" y="58"/>
                  </a:lnTo>
                  <a:lnTo>
                    <a:pt x="28" y="58"/>
                  </a:lnTo>
                  <a:lnTo>
                    <a:pt x="38" y="56"/>
                  </a:lnTo>
                  <a:lnTo>
                    <a:pt x="48" y="50"/>
                  </a:lnTo>
                  <a:lnTo>
                    <a:pt x="52" y="46"/>
                  </a:lnTo>
                  <a:lnTo>
                    <a:pt x="54" y="42"/>
                  </a:lnTo>
                  <a:lnTo>
                    <a:pt x="54" y="42"/>
                  </a:lnTo>
                  <a:lnTo>
                    <a:pt x="56" y="36"/>
                  </a:lnTo>
                  <a:lnTo>
                    <a:pt x="58" y="30"/>
                  </a:lnTo>
                  <a:lnTo>
                    <a:pt x="56" y="20"/>
                  </a:lnTo>
                  <a:lnTo>
                    <a:pt x="50" y="10"/>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grpSp>
      <p:sp>
        <p:nvSpPr>
          <p:cNvPr id="109" name="Rectangle 199"/>
          <p:cNvSpPr>
            <a:spLocks noChangeArrowheads="1"/>
          </p:cNvSpPr>
          <p:nvPr userDrawn="1"/>
        </p:nvSpPr>
        <p:spPr bwMode="auto">
          <a:xfrm>
            <a:off x="0" y="0"/>
            <a:ext cx="9144000" cy="1609725"/>
          </a:xfrm>
          <a:prstGeom prst="rect">
            <a:avLst/>
          </a:prstGeom>
          <a:solidFill>
            <a:srgbClr val="335359"/>
          </a:solidFill>
          <a:ln>
            <a:noFill/>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11" name="Freeform 208"/>
          <p:cNvSpPr>
            <a:spLocks noEditPoints="1"/>
          </p:cNvSpPr>
          <p:nvPr userDrawn="1"/>
        </p:nvSpPr>
        <p:spPr bwMode="auto">
          <a:xfrm>
            <a:off x="2354227" y="1210768"/>
            <a:ext cx="147089" cy="169542"/>
          </a:xfrm>
          <a:custGeom>
            <a:avLst/>
            <a:gdLst>
              <a:gd name="T0" fmla="*/ 82 w 110"/>
              <a:gd name="T1" fmla="*/ 108 h 126"/>
              <a:gd name="T2" fmla="*/ 76 w 110"/>
              <a:gd name="T3" fmla="*/ 116 h 126"/>
              <a:gd name="T4" fmla="*/ 56 w 110"/>
              <a:gd name="T5" fmla="*/ 126 h 126"/>
              <a:gd name="T6" fmla="*/ 44 w 110"/>
              <a:gd name="T7" fmla="*/ 126 h 126"/>
              <a:gd name="T8" fmla="*/ 26 w 110"/>
              <a:gd name="T9" fmla="*/ 124 h 126"/>
              <a:gd name="T10" fmla="*/ 12 w 110"/>
              <a:gd name="T11" fmla="*/ 116 h 126"/>
              <a:gd name="T12" fmla="*/ 2 w 110"/>
              <a:gd name="T13" fmla="*/ 104 h 126"/>
              <a:gd name="T14" fmla="*/ 0 w 110"/>
              <a:gd name="T15" fmla="*/ 88 h 126"/>
              <a:gd name="T16" fmla="*/ 0 w 110"/>
              <a:gd name="T17" fmla="*/ 88 h 126"/>
              <a:gd name="T18" fmla="*/ 4 w 110"/>
              <a:gd name="T19" fmla="*/ 70 h 126"/>
              <a:gd name="T20" fmla="*/ 14 w 110"/>
              <a:gd name="T21" fmla="*/ 58 h 126"/>
              <a:gd name="T22" fmla="*/ 30 w 110"/>
              <a:gd name="T23" fmla="*/ 50 h 126"/>
              <a:gd name="T24" fmla="*/ 50 w 110"/>
              <a:gd name="T25" fmla="*/ 48 h 126"/>
              <a:gd name="T26" fmla="*/ 68 w 110"/>
              <a:gd name="T27" fmla="*/ 50 h 126"/>
              <a:gd name="T28" fmla="*/ 82 w 110"/>
              <a:gd name="T29" fmla="*/ 50 h 126"/>
              <a:gd name="T30" fmla="*/ 80 w 110"/>
              <a:gd name="T31" fmla="*/ 40 h 126"/>
              <a:gd name="T32" fmla="*/ 76 w 110"/>
              <a:gd name="T33" fmla="*/ 32 h 126"/>
              <a:gd name="T34" fmla="*/ 52 w 110"/>
              <a:gd name="T35" fmla="*/ 24 h 126"/>
              <a:gd name="T36" fmla="*/ 34 w 110"/>
              <a:gd name="T37" fmla="*/ 26 h 126"/>
              <a:gd name="T38" fmla="*/ 10 w 110"/>
              <a:gd name="T39" fmla="*/ 10 h 126"/>
              <a:gd name="T40" fmla="*/ 30 w 110"/>
              <a:gd name="T41" fmla="*/ 2 h 126"/>
              <a:gd name="T42" fmla="*/ 56 w 110"/>
              <a:gd name="T43" fmla="*/ 0 h 126"/>
              <a:gd name="T44" fmla="*/ 70 w 110"/>
              <a:gd name="T45" fmla="*/ 0 h 126"/>
              <a:gd name="T46" fmla="*/ 90 w 110"/>
              <a:gd name="T47" fmla="*/ 8 h 126"/>
              <a:gd name="T48" fmla="*/ 104 w 110"/>
              <a:gd name="T49" fmla="*/ 20 h 126"/>
              <a:gd name="T50" fmla="*/ 110 w 110"/>
              <a:gd name="T51" fmla="*/ 40 h 126"/>
              <a:gd name="T52" fmla="*/ 110 w 110"/>
              <a:gd name="T53" fmla="*/ 124 h 126"/>
              <a:gd name="T54" fmla="*/ 84 w 110"/>
              <a:gd name="T55" fmla="*/ 72 h 126"/>
              <a:gd name="T56" fmla="*/ 70 w 110"/>
              <a:gd name="T57" fmla="*/ 70 h 126"/>
              <a:gd name="T58" fmla="*/ 56 w 110"/>
              <a:gd name="T59" fmla="*/ 68 h 126"/>
              <a:gd name="T60" fmla="*/ 34 w 110"/>
              <a:gd name="T61" fmla="*/ 72 h 126"/>
              <a:gd name="T62" fmla="*/ 28 w 110"/>
              <a:gd name="T63" fmla="*/ 86 h 126"/>
              <a:gd name="T64" fmla="*/ 28 w 110"/>
              <a:gd name="T65" fmla="*/ 88 h 126"/>
              <a:gd name="T66" fmla="*/ 34 w 110"/>
              <a:gd name="T67" fmla="*/ 100 h 126"/>
              <a:gd name="T68" fmla="*/ 50 w 110"/>
              <a:gd name="T69" fmla="*/ 106 h 126"/>
              <a:gd name="T70" fmla="*/ 64 w 110"/>
              <a:gd name="T71" fmla="*/ 104 h 126"/>
              <a:gd name="T72" fmla="*/ 80 w 110"/>
              <a:gd name="T73" fmla="*/ 90 h 126"/>
              <a:gd name="T74" fmla="*/ 84 w 110"/>
              <a:gd name="T75" fmla="*/ 8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10" h="126">
                <a:moveTo>
                  <a:pt x="82" y="124"/>
                </a:moveTo>
                <a:lnTo>
                  <a:pt x="82" y="108"/>
                </a:lnTo>
                <a:lnTo>
                  <a:pt x="82" y="108"/>
                </a:lnTo>
                <a:lnTo>
                  <a:pt x="76" y="116"/>
                </a:lnTo>
                <a:lnTo>
                  <a:pt x="66" y="122"/>
                </a:lnTo>
                <a:lnTo>
                  <a:pt x="56" y="126"/>
                </a:lnTo>
                <a:lnTo>
                  <a:pt x="44" y="126"/>
                </a:lnTo>
                <a:lnTo>
                  <a:pt x="44" y="126"/>
                </a:lnTo>
                <a:lnTo>
                  <a:pt x="34" y="126"/>
                </a:lnTo>
                <a:lnTo>
                  <a:pt x="26" y="124"/>
                </a:lnTo>
                <a:lnTo>
                  <a:pt x="20" y="120"/>
                </a:lnTo>
                <a:lnTo>
                  <a:pt x="12" y="116"/>
                </a:lnTo>
                <a:lnTo>
                  <a:pt x="8" y="112"/>
                </a:lnTo>
                <a:lnTo>
                  <a:pt x="2" y="104"/>
                </a:lnTo>
                <a:lnTo>
                  <a:pt x="0" y="98"/>
                </a:lnTo>
                <a:lnTo>
                  <a:pt x="0" y="88"/>
                </a:lnTo>
                <a:lnTo>
                  <a:pt x="0" y="88"/>
                </a:lnTo>
                <a:lnTo>
                  <a:pt x="0" y="88"/>
                </a:lnTo>
                <a:lnTo>
                  <a:pt x="0" y="78"/>
                </a:lnTo>
                <a:lnTo>
                  <a:pt x="4" y="70"/>
                </a:lnTo>
                <a:lnTo>
                  <a:pt x="8" y="64"/>
                </a:lnTo>
                <a:lnTo>
                  <a:pt x="14" y="58"/>
                </a:lnTo>
                <a:lnTo>
                  <a:pt x="20" y="54"/>
                </a:lnTo>
                <a:lnTo>
                  <a:pt x="30" y="50"/>
                </a:lnTo>
                <a:lnTo>
                  <a:pt x="38" y="48"/>
                </a:lnTo>
                <a:lnTo>
                  <a:pt x="50" y="48"/>
                </a:lnTo>
                <a:lnTo>
                  <a:pt x="50" y="48"/>
                </a:lnTo>
                <a:lnTo>
                  <a:pt x="68" y="50"/>
                </a:lnTo>
                <a:lnTo>
                  <a:pt x="82" y="54"/>
                </a:lnTo>
                <a:lnTo>
                  <a:pt x="82" y="50"/>
                </a:lnTo>
                <a:lnTo>
                  <a:pt x="82" y="50"/>
                </a:lnTo>
                <a:lnTo>
                  <a:pt x="80" y="40"/>
                </a:lnTo>
                <a:lnTo>
                  <a:pt x="78" y="36"/>
                </a:lnTo>
                <a:lnTo>
                  <a:pt x="76" y="32"/>
                </a:lnTo>
                <a:lnTo>
                  <a:pt x="66" y="26"/>
                </a:lnTo>
                <a:lnTo>
                  <a:pt x="52" y="24"/>
                </a:lnTo>
                <a:lnTo>
                  <a:pt x="52" y="24"/>
                </a:lnTo>
                <a:lnTo>
                  <a:pt x="34" y="26"/>
                </a:lnTo>
                <a:lnTo>
                  <a:pt x="18" y="32"/>
                </a:lnTo>
                <a:lnTo>
                  <a:pt x="10" y="10"/>
                </a:lnTo>
                <a:lnTo>
                  <a:pt x="10" y="10"/>
                </a:lnTo>
                <a:lnTo>
                  <a:pt x="30" y="2"/>
                </a:lnTo>
                <a:lnTo>
                  <a:pt x="42" y="0"/>
                </a:lnTo>
                <a:lnTo>
                  <a:pt x="56" y="0"/>
                </a:lnTo>
                <a:lnTo>
                  <a:pt x="56" y="0"/>
                </a:lnTo>
                <a:lnTo>
                  <a:pt x="70" y="0"/>
                </a:lnTo>
                <a:lnTo>
                  <a:pt x="80" y="4"/>
                </a:lnTo>
                <a:lnTo>
                  <a:pt x="90" y="8"/>
                </a:lnTo>
                <a:lnTo>
                  <a:pt x="98" y="14"/>
                </a:lnTo>
                <a:lnTo>
                  <a:pt x="104" y="20"/>
                </a:lnTo>
                <a:lnTo>
                  <a:pt x="108" y="30"/>
                </a:lnTo>
                <a:lnTo>
                  <a:pt x="110" y="40"/>
                </a:lnTo>
                <a:lnTo>
                  <a:pt x="110" y="52"/>
                </a:lnTo>
                <a:lnTo>
                  <a:pt x="110" y="124"/>
                </a:lnTo>
                <a:lnTo>
                  <a:pt x="82" y="124"/>
                </a:lnTo>
                <a:close/>
                <a:moveTo>
                  <a:pt x="84" y="72"/>
                </a:moveTo>
                <a:lnTo>
                  <a:pt x="84" y="72"/>
                </a:lnTo>
                <a:lnTo>
                  <a:pt x="70" y="70"/>
                </a:lnTo>
                <a:lnTo>
                  <a:pt x="56" y="68"/>
                </a:lnTo>
                <a:lnTo>
                  <a:pt x="56" y="68"/>
                </a:lnTo>
                <a:lnTo>
                  <a:pt x="44" y="70"/>
                </a:lnTo>
                <a:lnTo>
                  <a:pt x="34" y="72"/>
                </a:lnTo>
                <a:lnTo>
                  <a:pt x="30" y="78"/>
                </a:lnTo>
                <a:lnTo>
                  <a:pt x="28" y="86"/>
                </a:lnTo>
                <a:lnTo>
                  <a:pt x="28" y="88"/>
                </a:lnTo>
                <a:lnTo>
                  <a:pt x="28" y="88"/>
                </a:lnTo>
                <a:lnTo>
                  <a:pt x="30" y="94"/>
                </a:lnTo>
                <a:lnTo>
                  <a:pt x="34" y="100"/>
                </a:lnTo>
                <a:lnTo>
                  <a:pt x="42" y="104"/>
                </a:lnTo>
                <a:lnTo>
                  <a:pt x="50" y="106"/>
                </a:lnTo>
                <a:lnTo>
                  <a:pt x="50" y="106"/>
                </a:lnTo>
                <a:lnTo>
                  <a:pt x="64" y="104"/>
                </a:lnTo>
                <a:lnTo>
                  <a:pt x="74" y="98"/>
                </a:lnTo>
                <a:lnTo>
                  <a:pt x="80" y="90"/>
                </a:lnTo>
                <a:lnTo>
                  <a:pt x="82" y="86"/>
                </a:lnTo>
                <a:lnTo>
                  <a:pt x="84" y="80"/>
                </a:lnTo>
                <a:lnTo>
                  <a:pt x="84" y="72"/>
                </a:lnTo>
                <a:close/>
              </a:path>
            </a:pathLst>
          </a:custGeom>
          <a:solidFill>
            <a:srgbClr val="F7D30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12" name="Freeform 209"/>
          <p:cNvSpPr>
            <a:spLocks/>
          </p:cNvSpPr>
          <p:nvPr userDrawn="1"/>
        </p:nvSpPr>
        <p:spPr bwMode="auto">
          <a:xfrm>
            <a:off x="2565500" y="1208077"/>
            <a:ext cx="147089" cy="169542"/>
          </a:xfrm>
          <a:custGeom>
            <a:avLst/>
            <a:gdLst>
              <a:gd name="T0" fmla="*/ 0 w 110"/>
              <a:gd name="T1" fmla="*/ 4 h 126"/>
              <a:gd name="T2" fmla="*/ 28 w 110"/>
              <a:gd name="T3" fmla="*/ 4 h 126"/>
              <a:gd name="T4" fmla="*/ 28 w 110"/>
              <a:gd name="T5" fmla="*/ 22 h 126"/>
              <a:gd name="T6" fmla="*/ 28 w 110"/>
              <a:gd name="T7" fmla="*/ 22 h 126"/>
              <a:gd name="T8" fmla="*/ 34 w 110"/>
              <a:gd name="T9" fmla="*/ 14 h 126"/>
              <a:gd name="T10" fmla="*/ 42 w 110"/>
              <a:gd name="T11" fmla="*/ 8 h 126"/>
              <a:gd name="T12" fmla="*/ 52 w 110"/>
              <a:gd name="T13" fmla="*/ 2 h 126"/>
              <a:gd name="T14" fmla="*/ 66 w 110"/>
              <a:gd name="T15" fmla="*/ 0 h 126"/>
              <a:gd name="T16" fmla="*/ 66 w 110"/>
              <a:gd name="T17" fmla="*/ 0 h 126"/>
              <a:gd name="T18" fmla="*/ 76 w 110"/>
              <a:gd name="T19" fmla="*/ 2 h 126"/>
              <a:gd name="T20" fmla="*/ 84 w 110"/>
              <a:gd name="T21" fmla="*/ 4 h 126"/>
              <a:gd name="T22" fmla="*/ 92 w 110"/>
              <a:gd name="T23" fmla="*/ 8 h 126"/>
              <a:gd name="T24" fmla="*/ 98 w 110"/>
              <a:gd name="T25" fmla="*/ 14 h 126"/>
              <a:gd name="T26" fmla="*/ 102 w 110"/>
              <a:gd name="T27" fmla="*/ 20 h 126"/>
              <a:gd name="T28" fmla="*/ 106 w 110"/>
              <a:gd name="T29" fmla="*/ 28 h 126"/>
              <a:gd name="T30" fmla="*/ 108 w 110"/>
              <a:gd name="T31" fmla="*/ 38 h 126"/>
              <a:gd name="T32" fmla="*/ 110 w 110"/>
              <a:gd name="T33" fmla="*/ 48 h 126"/>
              <a:gd name="T34" fmla="*/ 110 w 110"/>
              <a:gd name="T35" fmla="*/ 126 h 126"/>
              <a:gd name="T36" fmla="*/ 82 w 110"/>
              <a:gd name="T37" fmla="*/ 126 h 126"/>
              <a:gd name="T38" fmla="*/ 82 w 110"/>
              <a:gd name="T39" fmla="*/ 56 h 126"/>
              <a:gd name="T40" fmla="*/ 82 w 110"/>
              <a:gd name="T41" fmla="*/ 56 h 126"/>
              <a:gd name="T42" fmla="*/ 80 w 110"/>
              <a:gd name="T43" fmla="*/ 44 h 126"/>
              <a:gd name="T44" fmla="*/ 74 w 110"/>
              <a:gd name="T45" fmla="*/ 34 h 126"/>
              <a:gd name="T46" fmla="*/ 66 w 110"/>
              <a:gd name="T47" fmla="*/ 28 h 126"/>
              <a:gd name="T48" fmla="*/ 56 w 110"/>
              <a:gd name="T49" fmla="*/ 26 h 126"/>
              <a:gd name="T50" fmla="*/ 56 w 110"/>
              <a:gd name="T51" fmla="*/ 26 h 126"/>
              <a:gd name="T52" fmla="*/ 44 w 110"/>
              <a:gd name="T53" fmla="*/ 28 h 126"/>
              <a:gd name="T54" fmla="*/ 36 w 110"/>
              <a:gd name="T55" fmla="*/ 34 h 126"/>
              <a:gd name="T56" fmla="*/ 30 w 110"/>
              <a:gd name="T57" fmla="*/ 44 h 126"/>
              <a:gd name="T58" fmla="*/ 28 w 110"/>
              <a:gd name="T59" fmla="*/ 56 h 126"/>
              <a:gd name="T60" fmla="*/ 28 w 110"/>
              <a:gd name="T61" fmla="*/ 126 h 126"/>
              <a:gd name="T62" fmla="*/ 0 w 110"/>
              <a:gd name="T63" fmla="*/ 126 h 126"/>
              <a:gd name="T64" fmla="*/ 0 w 110"/>
              <a:gd name="T65" fmla="*/ 4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0" h="126">
                <a:moveTo>
                  <a:pt x="0" y="4"/>
                </a:moveTo>
                <a:lnTo>
                  <a:pt x="28" y="4"/>
                </a:lnTo>
                <a:lnTo>
                  <a:pt x="28" y="22"/>
                </a:lnTo>
                <a:lnTo>
                  <a:pt x="28" y="22"/>
                </a:lnTo>
                <a:lnTo>
                  <a:pt x="34" y="14"/>
                </a:lnTo>
                <a:lnTo>
                  <a:pt x="42" y="8"/>
                </a:lnTo>
                <a:lnTo>
                  <a:pt x="52" y="2"/>
                </a:lnTo>
                <a:lnTo>
                  <a:pt x="66" y="0"/>
                </a:lnTo>
                <a:lnTo>
                  <a:pt x="66" y="0"/>
                </a:lnTo>
                <a:lnTo>
                  <a:pt x="76" y="2"/>
                </a:lnTo>
                <a:lnTo>
                  <a:pt x="84" y="4"/>
                </a:lnTo>
                <a:lnTo>
                  <a:pt x="92" y="8"/>
                </a:lnTo>
                <a:lnTo>
                  <a:pt x="98" y="14"/>
                </a:lnTo>
                <a:lnTo>
                  <a:pt x="102" y="20"/>
                </a:lnTo>
                <a:lnTo>
                  <a:pt x="106" y="28"/>
                </a:lnTo>
                <a:lnTo>
                  <a:pt x="108" y="38"/>
                </a:lnTo>
                <a:lnTo>
                  <a:pt x="110" y="48"/>
                </a:lnTo>
                <a:lnTo>
                  <a:pt x="110" y="126"/>
                </a:lnTo>
                <a:lnTo>
                  <a:pt x="82" y="126"/>
                </a:lnTo>
                <a:lnTo>
                  <a:pt x="82" y="56"/>
                </a:lnTo>
                <a:lnTo>
                  <a:pt x="82" y="56"/>
                </a:lnTo>
                <a:lnTo>
                  <a:pt x="80" y="44"/>
                </a:lnTo>
                <a:lnTo>
                  <a:pt x="74" y="34"/>
                </a:lnTo>
                <a:lnTo>
                  <a:pt x="66" y="28"/>
                </a:lnTo>
                <a:lnTo>
                  <a:pt x="56" y="26"/>
                </a:lnTo>
                <a:lnTo>
                  <a:pt x="56" y="26"/>
                </a:lnTo>
                <a:lnTo>
                  <a:pt x="44" y="28"/>
                </a:lnTo>
                <a:lnTo>
                  <a:pt x="36" y="34"/>
                </a:lnTo>
                <a:lnTo>
                  <a:pt x="30" y="44"/>
                </a:lnTo>
                <a:lnTo>
                  <a:pt x="28" y="56"/>
                </a:lnTo>
                <a:lnTo>
                  <a:pt x="28" y="126"/>
                </a:lnTo>
                <a:lnTo>
                  <a:pt x="0" y="126"/>
                </a:lnTo>
                <a:lnTo>
                  <a:pt x="0" y="4"/>
                </a:lnTo>
                <a:close/>
              </a:path>
            </a:pathLst>
          </a:custGeom>
          <a:solidFill>
            <a:srgbClr val="F7D30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13" name="Freeform 210"/>
          <p:cNvSpPr>
            <a:spLocks noEditPoints="1"/>
          </p:cNvSpPr>
          <p:nvPr userDrawn="1"/>
        </p:nvSpPr>
        <p:spPr bwMode="auto">
          <a:xfrm>
            <a:off x="2875723" y="1210768"/>
            <a:ext cx="149763" cy="169542"/>
          </a:xfrm>
          <a:custGeom>
            <a:avLst/>
            <a:gdLst>
              <a:gd name="T0" fmla="*/ 84 w 112"/>
              <a:gd name="T1" fmla="*/ 108 h 126"/>
              <a:gd name="T2" fmla="*/ 76 w 112"/>
              <a:gd name="T3" fmla="*/ 116 h 126"/>
              <a:gd name="T4" fmla="*/ 56 w 112"/>
              <a:gd name="T5" fmla="*/ 126 h 126"/>
              <a:gd name="T6" fmla="*/ 44 w 112"/>
              <a:gd name="T7" fmla="*/ 126 h 126"/>
              <a:gd name="T8" fmla="*/ 28 w 112"/>
              <a:gd name="T9" fmla="*/ 124 h 126"/>
              <a:gd name="T10" fmla="*/ 14 w 112"/>
              <a:gd name="T11" fmla="*/ 116 h 126"/>
              <a:gd name="T12" fmla="*/ 4 w 112"/>
              <a:gd name="T13" fmla="*/ 104 h 126"/>
              <a:gd name="T14" fmla="*/ 0 w 112"/>
              <a:gd name="T15" fmla="*/ 88 h 126"/>
              <a:gd name="T16" fmla="*/ 0 w 112"/>
              <a:gd name="T17" fmla="*/ 88 h 126"/>
              <a:gd name="T18" fmla="*/ 4 w 112"/>
              <a:gd name="T19" fmla="*/ 70 h 126"/>
              <a:gd name="T20" fmla="*/ 14 w 112"/>
              <a:gd name="T21" fmla="*/ 58 h 126"/>
              <a:gd name="T22" fmla="*/ 30 w 112"/>
              <a:gd name="T23" fmla="*/ 50 h 126"/>
              <a:gd name="T24" fmla="*/ 50 w 112"/>
              <a:gd name="T25" fmla="*/ 48 h 126"/>
              <a:gd name="T26" fmla="*/ 68 w 112"/>
              <a:gd name="T27" fmla="*/ 50 h 126"/>
              <a:gd name="T28" fmla="*/ 84 w 112"/>
              <a:gd name="T29" fmla="*/ 50 h 126"/>
              <a:gd name="T30" fmla="*/ 82 w 112"/>
              <a:gd name="T31" fmla="*/ 40 h 126"/>
              <a:gd name="T32" fmla="*/ 76 w 112"/>
              <a:gd name="T33" fmla="*/ 32 h 126"/>
              <a:gd name="T34" fmla="*/ 54 w 112"/>
              <a:gd name="T35" fmla="*/ 24 h 126"/>
              <a:gd name="T36" fmla="*/ 34 w 112"/>
              <a:gd name="T37" fmla="*/ 26 h 126"/>
              <a:gd name="T38" fmla="*/ 10 w 112"/>
              <a:gd name="T39" fmla="*/ 10 h 126"/>
              <a:gd name="T40" fmla="*/ 32 w 112"/>
              <a:gd name="T41" fmla="*/ 2 h 126"/>
              <a:gd name="T42" fmla="*/ 58 w 112"/>
              <a:gd name="T43" fmla="*/ 0 h 126"/>
              <a:gd name="T44" fmla="*/ 70 w 112"/>
              <a:gd name="T45" fmla="*/ 0 h 126"/>
              <a:gd name="T46" fmla="*/ 90 w 112"/>
              <a:gd name="T47" fmla="*/ 8 h 126"/>
              <a:gd name="T48" fmla="*/ 104 w 112"/>
              <a:gd name="T49" fmla="*/ 20 h 126"/>
              <a:gd name="T50" fmla="*/ 110 w 112"/>
              <a:gd name="T51" fmla="*/ 40 h 126"/>
              <a:gd name="T52" fmla="*/ 112 w 112"/>
              <a:gd name="T53" fmla="*/ 124 h 126"/>
              <a:gd name="T54" fmla="*/ 84 w 112"/>
              <a:gd name="T55" fmla="*/ 72 h 126"/>
              <a:gd name="T56" fmla="*/ 72 w 112"/>
              <a:gd name="T57" fmla="*/ 70 h 126"/>
              <a:gd name="T58" fmla="*/ 56 w 112"/>
              <a:gd name="T59" fmla="*/ 68 h 126"/>
              <a:gd name="T60" fmla="*/ 36 w 112"/>
              <a:gd name="T61" fmla="*/ 72 h 126"/>
              <a:gd name="T62" fmla="*/ 28 w 112"/>
              <a:gd name="T63" fmla="*/ 86 h 126"/>
              <a:gd name="T64" fmla="*/ 28 w 112"/>
              <a:gd name="T65" fmla="*/ 88 h 126"/>
              <a:gd name="T66" fmla="*/ 34 w 112"/>
              <a:gd name="T67" fmla="*/ 100 h 126"/>
              <a:gd name="T68" fmla="*/ 52 w 112"/>
              <a:gd name="T69" fmla="*/ 106 h 126"/>
              <a:gd name="T70" fmla="*/ 64 w 112"/>
              <a:gd name="T71" fmla="*/ 104 h 126"/>
              <a:gd name="T72" fmla="*/ 82 w 112"/>
              <a:gd name="T73" fmla="*/ 90 h 126"/>
              <a:gd name="T74" fmla="*/ 84 w 112"/>
              <a:gd name="T75" fmla="*/ 8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12" h="126">
                <a:moveTo>
                  <a:pt x="84" y="124"/>
                </a:moveTo>
                <a:lnTo>
                  <a:pt x="84" y="108"/>
                </a:lnTo>
                <a:lnTo>
                  <a:pt x="84" y="108"/>
                </a:lnTo>
                <a:lnTo>
                  <a:pt x="76" y="116"/>
                </a:lnTo>
                <a:lnTo>
                  <a:pt x="68" y="122"/>
                </a:lnTo>
                <a:lnTo>
                  <a:pt x="56" y="126"/>
                </a:lnTo>
                <a:lnTo>
                  <a:pt x="44" y="126"/>
                </a:lnTo>
                <a:lnTo>
                  <a:pt x="44" y="126"/>
                </a:lnTo>
                <a:lnTo>
                  <a:pt x="36" y="126"/>
                </a:lnTo>
                <a:lnTo>
                  <a:pt x="28" y="124"/>
                </a:lnTo>
                <a:lnTo>
                  <a:pt x="20" y="120"/>
                </a:lnTo>
                <a:lnTo>
                  <a:pt x="14" y="116"/>
                </a:lnTo>
                <a:lnTo>
                  <a:pt x="8" y="112"/>
                </a:lnTo>
                <a:lnTo>
                  <a:pt x="4" y="104"/>
                </a:lnTo>
                <a:lnTo>
                  <a:pt x="2" y="98"/>
                </a:lnTo>
                <a:lnTo>
                  <a:pt x="0" y="88"/>
                </a:lnTo>
                <a:lnTo>
                  <a:pt x="0" y="88"/>
                </a:lnTo>
                <a:lnTo>
                  <a:pt x="0" y="88"/>
                </a:lnTo>
                <a:lnTo>
                  <a:pt x="2" y="78"/>
                </a:lnTo>
                <a:lnTo>
                  <a:pt x="4" y="70"/>
                </a:lnTo>
                <a:lnTo>
                  <a:pt x="8" y="64"/>
                </a:lnTo>
                <a:lnTo>
                  <a:pt x="14" y="58"/>
                </a:lnTo>
                <a:lnTo>
                  <a:pt x="22" y="54"/>
                </a:lnTo>
                <a:lnTo>
                  <a:pt x="30" y="50"/>
                </a:lnTo>
                <a:lnTo>
                  <a:pt x="40" y="48"/>
                </a:lnTo>
                <a:lnTo>
                  <a:pt x="50" y="48"/>
                </a:lnTo>
                <a:lnTo>
                  <a:pt x="50" y="48"/>
                </a:lnTo>
                <a:lnTo>
                  <a:pt x="68" y="50"/>
                </a:lnTo>
                <a:lnTo>
                  <a:pt x="84" y="54"/>
                </a:lnTo>
                <a:lnTo>
                  <a:pt x="84" y="50"/>
                </a:lnTo>
                <a:lnTo>
                  <a:pt x="84" y="50"/>
                </a:lnTo>
                <a:lnTo>
                  <a:pt x="82" y="40"/>
                </a:lnTo>
                <a:lnTo>
                  <a:pt x="80" y="36"/>
                </a:lnTo>
                <a:lnTo>
                  <a:pt x="76" y="32"/>
                </a:lnTo>
                <a:lnTo>
                  <a:pt x="66" y="26"/>
                </a:lnTo>
                <a:lnTo>
                  <a:pt x="54" y="24"/>
                </a:lnTo>
                <a:lnTo>
                  <a:pt x="54" y="24"/>
                </a:lnTo>
                <a:lnTo>
                  <a:pt x="34" y="26"/>
                </a:lnTo>
                <a:lnTo>
                  <a:pt x="18" y="32"/>
                </a:lnTo>
                <a:lnTo>
                  <a:pt x="10" y="10"/>
                </a:lnTo>
                <a:lnTo>
                  <a:pt x="10" y="10"/>
                </a:lnTo>
                <a:lnTo>
                  <a:pt x="32" y="2"/>
                </a:lnTo>
                <a:lnTo>
                  <a:pt x="44" y="0"/>
                </a:lnTo>
                <a:lnTo>
                  <a:pt x="58" y="0"/>
                </a:lnTo>
                <a:lnTo>
                  <a:pt x="58" y="0"/>
                </a:lnTo>
                <a:lnTo>
                  <a:pt x="70" y="0"/>
                </a:lnTo>
                <a:lnTo>
                  <a:pt x="82" y="4"/>
                </a:lnTo>
                <a:lnTo>
                  <a:pt x="90" y="8"/>
                </a:lnTo>
                <a:lnTo>
                  <a:pt x="98" y="14"/>
                </a:lnTo>
                <a:lnTo>
                  <a:pt x="104" y="20"/>
                </a:lnTo>
                <a:lnTo>
                  <a:pt x="108" y="30"/>
                </a:lnTo>
                <a:lnTo>
                  <a:pt x="110" y="40"/>
                </a:lnTo>
                <a:lnTo>
                  <a:pt x="112" y="52"/>
                </a:lnTo>
                <a:lnTo>
                  <a:pt x="112" y="124"/>
                </a:lnTo>
                <a:lnTo>
                  <a:pt x="84" y="124"/>
                </a:lnTo>
                <a:close/>
                <a:moveTo>
                  <a:pt x="84" y="72"/>
                </a:moveTo>
                <a:lnTo>
                  <a:pt x="84" y="72"/>
                </a:lnTo>
                <a:lnTo>
                  <a:pt x="72" y="70"/>
                </a:lnTo>
                <a:lnTo>
                  <a:pt x="56" y="68"/>
                </a:lnTo>
                <a:lnTo>
                  <a:pt x="56" y="68"/>
                </a:lnTo>
                <a:lnTo>
                  <a:pt x="44" y="70"/>
                </a:lnTo>
                <a:lnTo>
                  <a:pt x="36" y="72"/>
                </a:lnTo>
                <a:lnTo>
                  <a:pt x="30" y="78"/>
                </a:lnTo>
                <a:lnTo>
                  <a:pt x="28" y="86"/>
                </a:lnTo>
                <a:lnTo>
                  <a:pt x="28" y="88"/>
                </a:lnTo>
                <a:lnTo>
                  <a:pt x="28" y="88"/>
                </a:lnTo>
                <a:lnTo>
                  <a:pt x="30" y="94"/>
                </a:lnTo>
                <a:lnTo>
                  <a:pt x="34" y="100"/>
                </a:lnTo>
                <a:lnTo>
                  <a:pt x="42" y="104"/>
                </a:lnTo>
                <a:lnTo>
                  <a:pt x="52" y="106"/>
                </a:lnTo>
                <a:lnTo>
                  <a:pt x="52" y="106"/>
                </a:lnTo>
                <a:lnTo>
                  <a:pt x="64" y="104"/>
                </a:lnTo>
                <a:lnTo>
                  <a:pt x="74" y="98"/>
                </a:lnTo>
                <a:lnTo>
                  <a:pt x="82" y="90"/>
                </a:lnTo>
                <a:lnTo>
                  <a:pt x="84" y="86"/>
                </a:lnTo>
                <a:lnTo>
                  <a:pt x="84" y="80"/>
                </a:lnTo>
                <a:lnTo>
                  <a:pt x="84" y="72"/>
                </a:lnTo>
                <a:close/>
              </a:path>
            </a:pathLst>
          </a:custGeom>
          <a:solidFill>
            <a:srgbClr val="F7D30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14" name="Freeform 211"/>
          <p:cNvSpPr>
            <a:spLocks/>
          </p:cNvSpPr>
          <p:nvPr userDrawn="1"/>
        </p:nvSpPr>
        <p:spPr bwMode="auto">
          <a:xfrm>
            <a:off x="3070950" y="1167710"/>
            <a:ext cx="101625" cy="212600"/>
          </a:xfrm>
          <a:custGeom>
            <a:avLst/>
            <a:gdLst>
              <a:gd name="T0" fmla="*/ 16 w 76"/>
              <a:gd name="T1" fmla="*/ 122 h 158"/>
              <a:gd name="T2" fmla="*/ 16 w 76"/>
              <a:gd name="T3" fmla="*/ 58 h 158"/>
              <a:gd name="T4" fmla="*/ 0 w 76"/>
              <a:gd name="T5" fmla="*/ 58 h 158"/>
              <a:gd name="T6" fmla="*/ 0 w 76"/>
              <a:gd name="T7" fmla="*/ 34 h 158"/>
              <a:gd name="T8" fmla="*/ 16 w 76"/>
              <a:gd name="T9" fmla="*/ 34 h 158"/>
              <a:gd name="T10" fmla="*/ 16 w 76"/>
              <a:gd name="T11" fmla="*/ 0 h 158"/>
              <a:gd name="T12" fmla="*/ 44 w 76"/>
              <a:gd name="T13" fmla="*/ 0 h 158"/>
              <a:gd name="T14" fmla="*/ 44 w 76"/>
              <a:gd name="T15" fmla="*/ 34 h 158"/>
              <a:gd name="T16" fmla="*/ 76 w 76"/>
              <a:gd name="T17" fmla="*/ 34 h 158"/>
              <a:gd name="T18" fmla="*/ 76 w 76"/>
              <a:gd name="T19" fmla="*/ 58 h 158"/>
              <a:gd name="T20" fmla="*/ 44 w 76"/>
              <a:gd name="T21" fmla="*/ 58 h 158"/>
              <a:gd name="T22" fmla="*/ 44 w 76"/>
              <a:gd name="T23" fmla="*/ 118 h 158"/>
              <a:gd name="T24" fmla="*/ 44 w 76"/>
              <a:gd name="T25" fmla="*/ 118 h 158"/>
              <a:gd name="T26" fmla="*/ 44 w 76"/>
              <a:gd name="T27" fmla="*/ 124 h 158"/>
              <a:gd name="T28" fmla="*/ 48 w 76"/>
              <a:gd name="T29" fmla="*/ 130 h 158"/>
              <a:gd name="T30" fmla="*/ 52 w 76"/>
              <a:gd name="T31" fmla="*/ 132 h 158"/>
              <a:gd name="T32" fmla="*/ 58 w 76"/>
              <a:gd name="T33" fmla="*/ 132 h 158"/>
              <a:gd name="T34" fmla="*/ 58 w 76"/>
              <a:gd name="T35" fmla="*/ 132 h 158"/>
              <a:gd name="T36" fmla="*/ 68 w 76"/>
              <a:gd name="T37" fmla="*/ 132 h 158"/>
              <a:gd name="T38" fmla="*/ 76 w 76"/>
              <a:gd name="T39" fmla="*/ 128 h 158"/>
              <a:gd name="T40" fmla="*/ 76 w 76"/>
              <a:gd name="T41" fmla="*/ 152 h 158"/>
              <a:gd name="T42" fmla="*/ 76 w 76"/>
              <a:gd name="T43" fmla="*/ 152 h 158"/>
              <a:gd name="T44" fmla="*/ 64 w 76"/>
              <a:gd name="T45" fmla="*/ 156 h 158"/>
              <a:gd name="T46" fmla="*/ 50 w 76"/>
              <a:gd name="T47" fmla="*/ 158 h 158"/>
              <a:gd name="T48" fmla="*/ 50 w 76"/>
              <a:gd name="T49" fmla="*/ 158 h 158"/>
              <a:gd name="T50" fmla="*/ 36 w 76"/>
              <a:gd name="T51" fmla="*/ 156 h 158"/>
              <a:gd name="T52" fmla="*/ 30 w 76"/>
              <a:gd name="T53" fmla="*/ 154 h 158"/>
              <a:gd name="T54" fmla="*/ 26 w 76"/>
              <a:gd name="T55" fmla="*/ 150 h 158"/>
              <a:gd name="T56" fmla="*/ 20 w 76"/>
              <a:gd name="T57" fmla="*/ 146 h 158"/>
              <a:gd name="T58" fmla="*/ 18 w 76"/>
              <a:gd name="T59" fmla="*/ 140 h 158"/>
              <a:gd name="T60" fmla="*/ 16 w 76"/>
              <a:gd name="T61" fmla="*/ 132 h 158"/>
              <a:gd name="T62" fmla="*/ 16 w 76"/>
              <a:gd name="T63" fmla="*/ 122 h 158"/>
              <a:gd name="T64" fmla="*/ 16 w 76"/>
              <a:gd name="T65" fmla="*/ 122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76" h="158">
                <a:moveTo>
                  <a:pt x="16" y="122"/>
                </a:moveTo>
                <a:lnTo>
                  <a:pt x="16" y="58"/>
                </a:lnTo>
                <a:lnTo>
                  <a:pt x="0" y="58"/>
                </a:lnTo>
                <a:lnTo>
                  <a:pt x="0" y="34"/>
                </a:lnTo>
                <a:lnTo>
                  <a:pt x="16" y="34"/>
                </a:lnTo>
                <a:lnTo>
                  <a:pt x="16" y="0"/>
                </a:lnTo>
                <a:lnTo>
                  <a:pt x="44" y="0"/>
                </a:lnTo>
                <a:lnTo>
                  <a:pt x="44" y="34"/>
                </a:lnTo>
                <a:lnTo>
                  <a:pt x="76" y="34"/>
                </a:lnTo>
                <a:lnTo>
                  <a:pt x="76" y="58"/>
                </a:lnTo>
                <a:lnTo>
                  <a:pt x="44" y="58"/>
                </a:lnTo>
                <a:lnTo>
                  <a:pt x="44" y="118"/>
                </a:lnTo>
                <a:lnTo>
                  <a:pt x="44" y="118"/>
                </a:lnTo>
                <a:lnTo>
                  <a:pt x="44" y="124"/>
                </a:lnTo>
                <a:lnTo>
                  <a:pt x="48" y="130"/>
                </a:lnTo>
                <a:lnTo>
                  <a:pt x="52" y="132"/>
                </a:lnTo>
                <a:lnTo>
                  <a:pt x="58" y="132"/>
                </a:lnTo>
                <a:lnTo>
                  <a:pt x="58" y="132"/>
                </a:lnTo>
                <a:lnTo>
                  <a:pt x="68" y="132"/>
                </a:lnTo>
                <a:lnTo>
                  <a:pt x="76" y="128"/>
                </a:lnTo>
                <a:lnTo>
                  <a:pt x="76" y="152"/>
                </a:lnTo>
                <a:lnTo>
                  <a:pt x="76" y="152"/>
                </a:lnTo>
                <a:lnTo>
                  <a:pt x="64" y="156"/>
                </a:lnTo>
                <a:lnTo>
                  <a:pt x="50" y="158"/>
                </a:lnTo>
                <a:lnTo>
                  <a:pt x="50" y="158"/>
                </a:lnTo>
                <a:lnTo>
                  <a:pt x="36" y="156"/>
                </a:lnTo>
                <a:lnTo>
                  <a:pt x="30" y="154"/>
                </a:lnTo>
                <a:lnTo>
                  <a:pt x="26" y="150"/>
                </a:lnTo>
                <a:lnTo>
                  <a:pt x="20" y="146"/>
                </a:lnTo>
                <a:lnTo>
                  <a:pt x="18" y="140"/>
                </a:lnTo>
                <a:lnTo>
                  <a:pt x="16" y="132"/>
                </a:lnTo>
                <a:lnTo>
                  <a:pt x="16" y="122"/>
                </a:lnTo>
                <a:lnTo>
                  <a:pt x="16" y="122"/>
                </a:lnTo>
                <a:close/>
              </a:path>
            </a:pathLst>
          </a:custGeom>
          <a:solidFill>
            <a:srgbClr val="F7D30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15" name="Freeform 212"/>
          <p:cNvSpPr>
            <a:spLocks noEditPoints="1"/>
          </p:cNvSpPr>
          <p:nvPr userDrawn="1"/>
        </p:nvSpPr>
        <p:spPr bwMode="auto">
          <a:xfrm>
            <a:off x="3212691" y="1208077"/>
            <a:ext cx="173832" cy="172233"/>
          </a:xfrm>
          <a:custGeom>
            <a:avLst/>
            <a:gdLst>
              <a:gd name="T0" fmla="*/ 0 w 130"/>
              <a:gd name="T1" fmla="*/ 64 h 128"/>
              <a:gd name="T2" fmla="*/ 2 w 130"/>
              <a:gd name="T3" fmla="*/ 52 h 128"/>
              <a:gd name="T4" fmla="*/ 10 w 130"/>
              <a:gd name="T5" fmla="*/ 30 h 128"/>
              <a:gd name="T6" fmla="*/ 28 w 130"/>
              <a:gd name="T7" fmla="*/ 12 h 128"/>
              <a:gd name="T8" fmla="*/ 52 w 130"/>
              <a:gd name="T9" fmla="*/ 2 h 128"/>
              <a:gd name="T10" fmla="*/ 66 w 130"/>
              <a:gd name="T11" fmla="*/ 0 h 128"/>
              <a:gd name="T12" fmla="*/ 92 w 130"/>
              <a:gd name="T13" fmla="*/ 6 h 128"/>
              <a:gd name="T14" fmla="*/ 112 w 130"/>
              <a:gd name="T15" fmla="*/ 20 h 128"/>
              <a:gd name="T16" fmla="*/ 126 w 130"/>
              <a:gd name="T17" fmla="*/ 40 h 128"/>
              <a:gd name="T18" fmla="*/ 130 w 130"/>
              <a:gd name="T19" fmla="*/ 64 h 128"/>
              <a:gd name="T20" fmla="*/ 130 w 130"/>
              <a:gd name="T21" fmla="*/ 64 h 128"/>
              <a:gd name="T22" fmla="*/ 126 w 130"/>
              <a:gd name="T23" fmla="*/ 90 h 128"/>
              <a:gd name="T24" fmla="*/ 112 w 130"/>
              <a:gd name="T25" fmla="*/ 110 h 128"/>
              <a:gd name="T26" fmla="*/ 92 w 130"/>
              <a:gd name="T27" fmla="*/ 124 h 128"/>
              <a:gd name="T28" fmla="*/ 66 w 130"/>
              <a:gd name="T29" fmla="*/ 128 h 128"/>
              <a:gd name="T30" fmla="*/ 52 w 130"/>
              <a:gd name="T31" fmla="*/ 128 h 128"/>
              <a:gd name="T32" fmla="*/ 28 w 130"/>
              <a:gd name="T33" fmla="*/ 118 h 128"/>
              <a:gd name="T34" fmla="*/ 10 w 130"/>
              <a:gd name="T35" fmla="*/ 100 h 128"/>
              <a:gd name="T36" fmla="*/ 2 w 130"/>
              <a:gd name="T37" fmla="*/ 78 h 128"/>
              <a:gd name="T38" fmla="*/ 0 w 130"/>
              <a:gd name="T39" fmla="*/ 66 h 128"/>
              <a:gd name="T40" fmla="*/ 102 w 130"/>
              <a:gd name="T41" fmla="*/ 64 h 128"/>
              <a:gd name="T42" fmla="*/ 102 w 130"/>
              <a:gd name="T43" fmla="*/ 56 h 128"/>
              <a:gd name="T44" fmla="*/ 96 w 130"/>
              <a:gd name="T45" fmla="*/ 42 h 128"/>
              <a:gd name="T46" fmla="*/ 86 w 130"/>
              <a:gd name="T47" fmla="*/ 32 h 128"/>
              <a:gd name="T48" fmla="*/ 72 w 130"/>
              <a:gd name="T49" fmla="*/ 26 h 128"/>
              <a:gd name="T50" fmla="*/ 66 w 130"/>
              <a:gd name="T51" fmla="*/ 26 h 128"/>
              <a:gd name="T52" fmla="*/ 50 w 130"/>
              <a:gd name="T53" fmla="*/ 28 h 128"/>
              <a:gd name="T54" fmla="*/ 38 w 130"/>
              <a:gd name="T55" fmla="*/ 36 h 128"/>
              <a:gd name="T56" fmla="*/ 30 w 130"/>
              <a:gd name="T57" fmla="*/ 50 h 128"/>
              <a:gd name="T58" fmla="*/ 28 w 130"/>
              <a:gd name="T59" fmla="*/ 64 h 128"/>
              <a:gd name="T60" fmla="*/ 28 w 130"/>
              <a:gd name="T61" fmla="*/ 64 h 128"/>
              <a:gd name="T62" fmla="*/ 30 w 130"/>
              <a:gd name="T63" fmla="*/ 80 h 128"/>
              <a:gd name="T64" fmla="*/ 38 w 130"/>
              <a:gd name="T65" fmla="*/ 92 h 128"/>
              <a:gd name="T66" fmla="*/ 50 w 130"/>
              <a:gd name="T67" fmla="*/ 102 h 128"/>
              <a:gd name="T68" fmla="*/ 66 w 130"/>
              <a:gd name="T69" fmla="*/ 104 h 128"/>
              <a:gd name="T70" fmla="*/ 74 w 130"/>
              <a:gd name="T71" fmla="*/ 104 h 128"/>
              <a:gd name="T72" fmla="*/ 88 w 130"/>
              <a:gd name="T73" fmla="*/ 98 h 128"/>
              <a:gd name="T74" fmla="*/ 96 w 130"/>
              <a:gd name="T75" fmla="*/ 86 h 128"/>
              <a:gd name="T76" fmla="*/ 102 w 130"/>
              <a:gd name="T77" fmla="*/ 74 h 128"/>
              <a:gd name="T78" fmla="*/ 102 w 130"/>
              <a:gd name="T79" fmla="*/ 6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30" h="128">
                <a:moveTo>
                  <a:pt x="0" y="66"/>
                </a:moveTo>
                <a:lnTo>
                  <a:pt x="0" y="64"/>
                </a:lnTo>
                <a:lnTo>
                  <a:pt x="0" y="64"/>
                </a:lnTo>
                <a:lnTo>
                  <a:pt x="2" y="52"/>
                </a:lnTo>
                <a:lnTo>
                  <a:pt x="4" y="40"/>
                </a:lnTo>
                <a:lnTo>
                  <a:pt x="10" y="30"/>
                </a:lnTo>
                <a:lnTo>
                  <a:pt x="18" y="20"/>
                </a:lnTo>
                <a:lnTo>
                  <a:pt x="28" y="12"/>
                </a:lnTo>
                <a:lnTo>
                  <a:pt x="40" y="6"/>
                </a:lnTo>
                <a:lnTo>
                  <a:pt x="52" y="2"/>
                </a:lnTo>
                <a:lnTo>
                  <a:pt x="66" y="0"/>
                </a:lnTo>
                <a:lnTo>
                  <a:pt x="66" y="0"/>
                </a:lnTo>
                <a:lnTo>
                  <a:pt x="80" y="2"/>
                </a:lnTo>
                <a:lnTo>
                  <a:pt x="92" y="6"/>
                </a:lnTo>
                <a:lnTo>
                  <a:pt x="102" y="12"/>
                </a:lnTo>
                <a:lnTo>
                  <a:pt x="112" y="20"/>
                </a:lnTo>
                <a:lnTo>
                  <a:pt x="120" y="28"/>
                </a:lnTo>
                <a:lnTo>
                  <a:pt x="126" y="40"/>
                </a:lnTo>
                <a:lnTo>
                  <a:pt x="130" y="52"/>
                </a:lnTo>
                <a:lnTo>
                  <a:pt x="130" y="64"/>
                </a:lnTo>
                <a:lnTo>
                  <a:pt x="130" y="64"/>
                </a:lnTo>
                <a:lnTo>
                  <a:pt x="130" y="64"/>
                </a:lnTo>
                <a:lnTo>
                  <a:pt x="130" y="78"/>
                </a:lnTo>
                <a:lnTo>
                  <a:pt x="126" y="90"/>
                </a:lnTo>
                <a:lnTo>
                  <a:pt x="120" y="100"/>
                </a:lnTo>
                <a:lnTo>
                  <a:pt x="112" y="110"/>
                </a:lnTo>
                <a:lnTo>
                  <a:pt x="102" y="118"/>
                </a:lnTo>
                <a:lnTo>
                  <a:pt x="92" y="124"/>
                </a:lnTo>
                <a:lnTo>
                  <a:pt x="78" y="128"/>
                </a:lnTo>
                <a:lnTo>
                  <a:pt x="66" y="128"/>
                </a:lnTo>
                <a:lnTo>
                  <a:pt x="66" y="128"/>
                </a:lnTo>
                <a:lnTo>
                  <a:pt x="52" y="128"/>
                </a:lnTo>
                <a:lnTo>
                  <a:pt x="40" y="124"/>
                </a:lnTo>
                <a:lnTo>
                  <a:pt x="28" y="118"/>
                </a:lnTo>
                <a:lnTo>
                  <a:pt x="18" y="110"/>
                </a:lnTo>
                <a:lnTo>
                  <a:pt x="10" y="100"/>
                </a:lnTo>
                <a:lnTo>
                  <a:pt x="4" y="90"/>
                </a:lnTo>
                <a:lnTo>
                  <a:pt x="2" y="78"/>
                </a:lnTo>
                <a:lnTo>
                  <a:pt x="0" y="66"/>
                </a:lnTo>
                <a:lnTo>
                  <a:pt x="0" y="66"/>
                </a:lnTo>
                <a:close/>
                <a:moveTo>
                  <a:pt x="102" y="66"/>
                </a:moveTo>
                <a:lnTo>
                  <a:pt x="102" y="64"/>
                </a:lnTo>
                <a:lnTo>
                  <a:pt x="102" y="64"/>
                </a:lnTo>
                <a:lnTo>
                  <a:pt x="102" y="56"/>
                </a:lnTo>
                <a:lnTo>
                  <a:pt x="100" y="50"/>
                </a:lnTo>
                <a:lnTo>
                  <a:pt x="96" y="42"/>
                </a:lnTo>
                <a:lnTo>
                  <a:pt x="92" y="38"/>
                </a:lnTo>
                <a:lnTo>
                  <a:pt x="86" y="32"/>
                </a:lnTo>
                <a:lnTo>
                  <a:pt x="80" y="28"/>
                </a:lnTo>
                <a:lnTo>
                  <a:pt x="72" y="26"/>
                </a:lnTo>
                <a:lnTo>
                  <a:pt x="66" y="26"/>
                </a:lnTo>
                <a:lnTo>
                  <a:pt x="66" y="26"/>
                </a:lnTo>
                <a:lnTo>
                  <a:pt x="56" y="26"/>
                </a:lnTo>
                <a:lnTo>
                  <a:pt x="50" y="28"/>
                </a:lnTo>
                <a:lnTo>
                  <a:pt x="44" y="32"/>
                </a:lnTo>
                <a:lnTo>
                  <a:pt x="38" y="36"/>
                </a:lnTo>
                <a:lnTo>
                  <a:pt x="34" y="42"/>
                </a:lnTo>
                <a:lnTo>
                  <a:pt x="30" y="50"/>
                </a:lnTo>
                <a:lnTo>
                  <a:pt x="28" y="56"/>
                </a:lnTo>
                <a:lnTo>
                  <a:pt x="28" y="64"/>
                </a:lnTo>
                <a:lnTo>
                  <a:pt x="28" y="64"/>
                </a:lnTo>
                <a:lnTo>
                  <a:pt x="28" y="64"/>
                </a:lnTo>
                <a:lnTo>
                  <a:pt x="28" y="72"/>
                </a:lnTo>
                <a:lnTo>
                  <a:pt x="30" y="80"/>
                </a:lnTo>
                <a:lnTo>
                  <a:pt x="34" y="86"/>
                </a:lnTo>
                <a:lnTo>
                  <a:pt x="38" y="92"/>
                </a:lnTo>
                <a:lnTo>
                  <a:pt x="44" y="98"/>
                </a:lnTo>
                <a:lnTo>
                  <a:pt x="50" y="102"/>
                </a:lnTo>
                <a:lnTo>
                  <a:pt x="58" y="104"/>
                </a:lnTo>
                <a:lnTo>
                  <a:pt x="66" y="104"/>
                </a:lnTo>
                <a:lnTo>
                  <a:pt x="66" y="104"/>
                </a:lnTo>
                <a:lnTo>
                  <a:pt x="74" y="104"/>
                </a:lnTo>
                <a:lnTo>
                  <a:pt x="80" y="102"/>
                </a:lnTo>
                <a:lnTo>
                  <a:pt x="88" y="98"/>
                </a:lnTo>
                <a:lnTo>
                  <a:pt x="92" y="92"/>
                </a:lnTo>
                <a:lnTo>
                  <a:pt x="96" y="86"/>
                </a:lnTo>
                <a:lnTo>
                  <a:pt x="100" y="80"/>
                </a:lnTo>
                <a:lnTo>
                  <a:pt x="102" y="74"/>
                </a:lnTo>
                <a:lnTo>
                  <a:pt x="102" y="66"/>
                </a:lnTo>
                <a:lnTo>
                  <a:pt x="102" y="66"/>
                </a:lnTo>
                <a:close/>
              </a:path>
            </a:pathLst>
          </a:custGeom>
          <a:solidFill>
            <a:srgbClr val="F7D30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16" name="Freeform 213"/>
          <p:cNvSpPr>
            <a:spLocks/>
          </p:cNvSpPr>
          <p:nvPr userDrawn="1"/>
        </p:nvSpPr>
        <p:spPr bwMode="auto">
          <a:xfrm>
            <a:off x="3442684" y="1208077"/>
            <a:ext cx="248714" cy="169542"/>
          </a:xfrm>
          <a:custGeom>
            <a:avLst/>
            <a:gdLst>
              <a:gd name="T0" fmla="*/ 0 w 186"/>
              <a:gd name="T1" fmla="*/ 4 h 126"/>
              <a:gd name="T2" fmla="*/ 28 w 186"/>
              <a:gd name="T3" fmla="*/ 4 h 126"/>
              <a:gd name="T4" fmla="*/ 28 w 186"/>
              <a:gd name="T5" fmla="*/ 22 h 126"/>
              <a:gd name="T6" fmla="*/ 28 w 186"/>
              <a:gd name="T7" fmla="*/ 22 h 126"/>
              <a:gd name="T8" fmla="*/ 34 w 186"/>
              <a:gd name="T9" fmla="*/ 14 h 126"/>
              <a:gd name="T10" fmla="*/ 42 w 186"/>
              <a:gd name="T11" fmla="*/ 8 h 126"/>
              <a:gd name="T12" fmla="*/ 52 w 186"/>
              <a:gd name="T13" fmla="*/ 2 h 126"/>
              <a:gd name="T14" fmla="*/ 66 w 186"/>
              <a:gd name="T15" fmla="*/ 0 h 126"/>
              <a:gd name="T16" fmla="*/ 66 w 186"/>
              <a:gd name="T17" fmla="*/ 0 h 126"/>
              <a:gd name="T18" fmla="*/ 78 w 186"/>
              <a:gd name="T19" fmla="*/ 2 h 126"/>
              <a:gd name="T20" fmla="*/ 88 w 186"/>
              <a:gd name="T21" fmla="*/ 6 h 126"/>
              <a:gd name="T22" fmla="*/ 96 w 186"/>
              <a:gd name="T23" fmla="*/ 14 h 126"/>
              <a:gd name="T24" fmla="*/ 102 w 186"/>
              <a:gd name="T25" fmla="*/ 22 h 126"/>
              <a:gd name="T26" fmla="*/ 102 w 186"/>
              <a:gd name="T27" fmla="*/ 22 h 126"/>
              <a:gd name="T28" fmla="*/ 110 w 186"/>
              <a:gd name="T29" fmla="*/ 14 h 126"/>
              <a:gd name="T30" fmla="*/ 120 w 186"/>
              <a:gd name="T31" fmla="*/ 6 h 126"/>
              <a:gd name="T32" fmla="*/ 130 w 186"/>
              <a:gd name="T33" fmla="*/ 2 h 126"/>
              <a:gd name="T34" fmla="*/ 144 w 186"/>
              <a:gd name="T35" fmla="*/ 0 h 126"/>
              <a:gd name="T36" fmla="*/ 144 w 186"/>
              <a:gd name="T37" fmla="*/ 0 h 126"/>
              <a:gd name="T38" fmla="*/ 152 w 186"/>
              <a:gd name="T39" fmla="*/ 2 h 126"/>
              <a:gd name="T40" fmla="*/ 162 w 186"/>
              <a:gd name="T41" fmla="*/ 4 h 126"/>
              <a:gd name="T42" fmla="*/ 168 w 186"/>
              <a:gd name="T43" fmla="*/ 8 h 126"/>
              <a:gd name="T44" fmla="*/ 174 w 186"/>
              <a:gd name="T45" fmla="*/ 14 h 126"/>
              <a:gd name="T46" fmla="*/ 180 w 186"/>
              <a:gd name="T47" fmla="*/ 20 h 126"/>
              <a:gd name="T48" fmla="*/ 184 w 186"/>
              <a:gd name="T49" fmla="*/ 28 h 126"/>
              <a:gd name="T50" fmla="*/ 186 w 186"/>
              <a:gd name="T51" fmla="*/ 38 h 126"/>
              <a:gd name="T52" fmla="*/ 186 w 186"/>
              <a:gd name="T53" fmla="*/ 48 h 126"/>
              <a:gd name="T54" fmla="*/ 186 w 186"/>
              <a:gd name="T55" fmla="*/ 126 h 126"/>
              <a:gd name="T56" fmla="*/ 158 w 186"/>
              <a:gd name="T57" fmla="*/ 126 h 126"/>
              <a:gd name="T58" fmla="*/ 158 w 186"/>
              <a:gd name="T59" fmla="*/ 56 h 126"/>
              <a:gd name="T60" fmla="*/ 158 w 186"/>
              <a:gd name="T61" fmla="*/ 56 h 126"/>
              <a:gd name="T62" fmla="*/ 156 w 186"/>
              <a:gd name="T63" fmla="*/ 44 h 126"/>
              <a:gd name="T64" fmla="*/ 152 w 186"/>
              <a:gd name="T65" fmla="*/ 34 h 126"/>
              <a:gd name="T66" fmla="*/ 144 w 186"/>
              <a:gd name="T67" fmla="*/ 28 h 126"/>
              <a:gd name="T68" fmla="*/ 134 w 186"/>
              <a:gd name="T69" fmla="*/ 26 h 126"/>
              <a:gd name="T70" fmla="*/ 134 w 186"/>
              <a:gd name="T71" fmla="*/ 26 h 126"/>
              <a:gd name="T72" fmla="*/ 122 w 186"/>
              <a:gd name="T73" fmla="*/ 28 h 126"/>
              <a:gd name="T74" fmla="*/ 114 w 186"/>
              <a:gd name="T75" fmla="*/ 34 h 126"/>
              <a:gd name="T76" fmla="*/ 110 w 186"/>
              <a:gd name="T77" fmla="*/ 44 h 126"/>
              <a:gd name="T78" fmla="*/ 108 w 186"/>
              <a:gd name="T79" fmla="*/ 56 h 126"/>
              <a:gd name="T80" fmla="*/ 108 w 186"/>
              <a:gd name="T81" fmla="*/ 126 h 126"/>
              <a:gd name="T82" fmla="*/ 80 w 186"/>
              <a:gd name="T83" fmla="*/ 126 h 126"/>
              <a:gd name="T84" fmla="*/ 80 w 186"/>
              <a:gd name="T85" fmla="*/ 56 h 126"/>
              <a:gd name="T86" fmla="*/ 80 w 186"/>
              <a:gd name="T87" fmla="*/ 56 h 126"/>
              <a:gd name="T88" fmla="*/ 78 w 186"/>
              <a:gd name="T89" fmla="*/ 44 h 126"/>
              <a:gd name="T90" fmla="*/ 72 w 186"/>
              <a:gd name="T91" fmla="*/ 34 h 126"/>
              <a:gd name="T92" fmla="*/ 64 w 186"/>
              <a:gd name="T93" fmla="*/ 28 h 126"/>
              <a:gd name="T94" fmla="*/ 54 w 186"/>
              <a:gd name="T95" fmla="*/ 26 h 126"/>
              <a:gd name="T96" fmla="*/ 54 w 186"/>
              <a:gd name="T97" fmla="*/ 26 h 126"/>
              <a:gd name="T98" fmla="*/ 44 w 186"/>
              <a:gd name="T99" fmla="*/ 28 h 126"/>
              <a:gd name="T100" fmla="*/ 36 w 186"/>
              <a:gd name="T101" fmla="*/ 34 h 126"/>
              <a:gd name="T102" fmla="*/ 30 w 186"/>
              <a:gd name="T103" fmla="*/ 44 h 126"/>
              <a:gd name="T104" fmla="*/ 28 w 186"/>
              <a:gd name="T105" fmla="*/ 56 h 126"/>
              <a:gd name="T106" fmla="*/ 28 w 186"/>
              <a:gd name="T107" fmla="*/ 126 h 126"/>
              <a:gd name="T108" fmla="*/ 0 w 186"/>
              <a:gd name="T109" fmla="*/ 126 h 126"/>
              <a:gd name="T110" fmla="*/ 0 w 186"/>
              <a:gd name="T111" fmla="*/ 4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86" h="126">
                <a:moveTo>
                  <a:pt x="0" y="4"/>
                </a:moveTo>
                <a:lnTo>
                  <a:pt x="28" y="4"/>
                </a:lnTo>
                <a:lnTo>
                  <a:pt x="28" y="22"/>
                </a:lnTo>
                <a:lnTo>
                  <a:pt x="28" y="22"/>
                </a:lnTo>
                <a:lnTo>
                  <a:pt x="34" y="14"/>
                </a:lnTo>
                <a:lnTo>
                  <a:pt x="42" y="8"/>
                </a:lnTo>
                <a:lnTo>
                  <a:pt x="52" y="2"/>
                </a:lnTo>
                <a:lnTo>
                  <a:pt x="66" y="0"/>
                </a:lnTo>
                <a:lnTo>
                  <a:pt x="66" y="0"/>
                </a:lnTo>
                <a:lnTo>
                  <a:pt x="78" y="2"/>
                </a:lnTo>
                <a:lnTo>
                  <a:pt x="88" y="6"/>
                </a:lnTo>
                <a:lnTo>
                  <a:pt x="96" y="14"/>
                </a:lnTo>
                <a:lnTo>
                  <a:pt x="102" y="22"/>
                </a:lnTo>
                <a:lnTo>
                  <a:pt x="102" y="22"/>
                </a:lnTo>
                <a:lnTo>
                  <a:pt x="110" y="14"/>
                </a:lnTo>
                <a:lnTo>
                  <a:pt x="120" y="6"/>
                </a:lnTo>
                <a:lnTo>
                  <a:pt x="130" y="2"/>
                </a:lnTo>
                <a:lnTo>
                  <a:pt x="144" y="0"/>
                </a:lnTo>
                <a:lnTo>
                  <a:pt x="144" y="0"/>
                </a:lnTo>
                <a:lnTo>
                  <a:pt x="152" y="2"/>
                </a:lnTo>
                <a:lnTo>
                  <a:pt x="162" y="4"/>
                </a:lnTo>
                <a:lnTo>
                  <a:pt x="168" y="8"/>
                </a:lnTo>
                <a:lnTo>
                  <a:pt x="174" y="14"/>
                </a:lnTo>
                <a:lnTo>
                  <a:pt x="180" y="20"/>
                </a:lnTo>
                <a:lnTo>
                  <a:pt x="184" y="28"/>
                </a:lnTo>
                <a:lnTo>
                  <a:pt x="186" y="38"/>
                </a:lnTo>
                <a:lnTo>
                  <a:pt x="186" y="48"/>
                </a:lnTo>
                <a:lnTo>
                  <a:pt x="186" y="126"/>
                </a:lnTo>
                <a:lnTo>
                  <a:pt x="158" y="126"/>
                </a:lnTo>
                <a:lnTo>
                  <a:pt x="158" y="56"/>
                </a:lnTo>
                <a:lnTo>
                  <a:pt x="158" y="56"/>
                </a:lnTo>
                <a:lnTo>
                  <a:pt x="156" y="44"/>
                </a:lnTo>
                <a:lnTo>
                  <a:pt x="152" y="34"/>
                </a:lnTo>
                <a:lnTo>
                  <a:pt x="144" y="28"/>
                </a:lnTo>
                <a:lnTo>
                  <a:pt x="134" y="26"/>
                </a:lnTo>
                <a:lnTo>
                  <a:pt x="134" y="26"/>
                </a:lnTo>
                <a:lnTo>
                  <a:pt x="122" y="28"/>
                </a:lnTo>
                <a:lnTo>
                  <a:pt x="114" y="34"/>
                </a:lnTo>
                <a:lnTo>
                  <a:pt x="110" y="44"/>
                </a:lnTo>
                <a:lnTo>
                  <a:pt x="108" y="56"/>
                </a:lnTo>
                <a:lnTo>
                  <a:pt x="108" y="126"/>
                </a:lnTo>
                <a:lnTo>
                  <a:pt x="80" y="126"/>
                </a:lnTo>
                <a:lnTo>
                  <a:pt x="80" y="56"/>
                </a:lnTo>
                <a:lnTo>
                  <a:pt x="80" y="56"/>
                </a:lnTo>
                <a:lnTo>
                  <a:pt x="78" y="44"/>
                </a:lnTo>
                <a:lnTo>
                  <a:pt x="72" y="34"/>
                </a:lnTo>
                <a:lnTo>
                  <a:pt x="64" y="28"/>
                </a:lnTo>
                <a:lnTo>
                  <a:pt x="54" y="26"/>
                </a:lnTo>
                <a:lnTo>
                  <a:pt x="54" y="26"/>
                </a:lnTo>
                <a:lnTo>
                  <a:pt x="44" y="28"/>
                </a:lnTo>
                <a:lnTo>
                  <a:pt x="36" y="34"/>
                </a:lnTo>
                <a:lnTo>
                  <a:pt x="30" y="44"/>
                </a:lnTo>
                <a:lnTo>
                  <a:pt x="28" y="56"/>
                </a:lnTo>
                <a:lnTo>
                  <a:pt x="28" y="126"/>
                </a:lnTo>
                <a:lnTo>
                  <a:pt x="0" y="126"/>
                </a:lnTo>
                <a:lnTo>
                  <a:pt x="0" y="4"/>
                </a:lnTo>
                <a:close/>
              </a:path>
            </a:pathLst>
          </a:custGeom>
          <a:solidFill>
            <a:srgbClr val="F7D30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17" name="Freeform 214"/>
          <p:cNvSpPr>
            <a:spLocks/>
          </p:cNvSpPr>
          <p:nvPr userDrawn="1"/>
        </p:nvSpPr>
        <p:spPr bwMode="auto">
          <a:xfrm>
            <a:off x="3742210" y="1210768"/>
            <a:ext cx="131043" cy="169542"/>
          </a:xfrm>
          <a:custGeom>
            <a:avLst/>
            <a:gdLst>
              <a:gd name="T0" fmla="*/ 12 w 98"/>
              <a:gd name="T1" fmla="*/ 88 h 126"/>
              <a:gd name="T2" fmla="*/ 22 w 98"/>
              <a:gd name="T3" fmla="*/ 96 h 126"/>
              <a:gd name="T4" fmla="*/ 42 w 98"/>
              <a:gd name="T5" fmla="*/ 104 h 126"/>
              <a:gd name="T6" fmla="*/ 52 w 98"/>
              <a:gd name="T7" fmla="*/ 104 h 126"/>
              <a:gd name="T8" fmla="*/ 66 w 98"/>
              <a:gd name="T9" fmla="*/ 100 h 126"/>
              <a:gd name="T10" fmla="*/ 72 w 98"/>
              <a:gd name="T11" fmla="*/ 90 h 126"/>
              <a:gd name="T12" fmla="*/ 72 w 98"/>
              <a:gd name="T13" fmla="*/ 90 h 126"/>
              <a:gd name="T14" fmla="*/ 70 w 98"/>
              <a:gd name="T15" fmla="*/ 84 h 126"/>
              <a:gd name="T16" fmla="*/ 44 w 98"/>
              <a:gd name="T17" fmla="*/ 74 h 126"/>
              <a:gd name="T18" fmla="*/ 30 w 98"/>
              <a:gd name="T19" fmla="*/ 68 h 126"/>
              <a:gd name="T20" fmla="*/ 12 w 98"/>
              <a:gd name="T21" fmla="*/ 58 h 126"/>
              <a:gd name="T22" fmla="*/ 6 w 98"/>
              <a:gd name="T23" fmla="*/ 46 h 126"/>
              <a:gd name="T24" fmla="*/ 6 w 98"/>
              <a:gd name="T25" fmla="*/ 36 h 126"/>
              <a:gd name="T26" fmla="*/ 6 w 98"/>
              <a:gd name="T27" fmla="*/ 28 h 126"/>
              <a:gd name="T28" fmla="*/ 14 w 98"/>
              <a:gd name="T29" fmla="*/ 14 h 126"/>
              <a:gd name="T30" fmla="*/ 24 w 98"/>
              <a:gd name="T31" fmla="*/ 6 h 126"/>
              <a:gd name="T32" fmla="*/ 40 w 98"/>
              <a:gd name="T33" fmla="*/ 0 h 126"/>
              <a:gd name="T34" fmla="*/ 50 w 98"/>
              <a:gd name="T35" fmla="*/ 0 h 126"/>
              <a:gd name="T36" fmla="*/ 72 w 98"/>
              <a:gd name="T37" fmla="*/ 4 h 126"/>
              <a:gd name="T38" fmla="*/ 94 w 98"/>
              <a:gd name="T39" fmla="*/ 14 h 126"/>
              <a:gd name="T40" fmla="*/ 84 w 98"/>
              <a:gd name="T41" fmla="*/ 34 h 126"/>
              <a:gd name="T42" fmla="*/ 56 w 98"/>
              <a:gd name="T43" fmla="*/ 22 h 126"/>
              <a:gd name="T44" fmla="*/ 48 w 98"/>
              <a:gd name="T45" fmla="*/ 22 h 126"/>
              <a:gd name="T46" fmla="*/ 36 w 98"/>
              <a:gd name="T47" fmla="*/ 26 h 126"/>
              <a:gd name="T48" fmla="*/ 32 w 98"/>
              <a:gd name="T49" fmla="*/ 34 h 126"/>
              <a:gd name="T50" fmla="*/ 32 w 98"/>
              <a:gd name="T51" fmla="*/ 34 h 126"/>
              <a:gd name="T52" fmla="*/ 34 w 98"/>
              <a:gd name="T53" fmla="*/ 40 h 126"/>
              <a:gd name="T54" fmla="*/ 60 w 98"/>
              <a:gd name="T55" fmla="*/ 52 h 126"/>
              <a:gd name="T56" fmla="*/ 72 w 98"/>
              <a:gd name="T57" fmla="*/ 56 h 126"/>
              <a:gd name="T58" fmla="*/ 90 w 98"/>
              <a:gd name="T59" fmla="*/ 68 h 126"/>
              <a:gd name="T60" fmla="*/ 96 w 98"/>
              <a:gd name="T61" fmla="*/ 80 h 126"/>
              <a:gd name="T62" fmla="*/ 98 w 98"/>
              <a:gd name="T63" fmla="*/ 88 h 126"/>
              <a:gd name="T64" fmla="*/ 96 w 98"/>
              <a:gd name="T65" fmla="*/ 96 h 126"/>
              <a:gd name="T66" fmla="*/ 90 w 98"/>
              <a:gd name="T67" fmla="*/ 112 h 126"/>
              <a:gd name="T68" fmla="*/ 78 w 98"/>
              <a:gd name="T69" fmla="*/ 120 h 126"/>
              <a:gd name="T70" fmla="*/ 60 w 98"/>
              <a:gd name="T71" fmla="*/ 126 h 126"/>
              <a:gd name="T72" fmla="*/ 52 w 98"/>
              <a:gd name="T73" fmla="*/ 126 h 126"/>
              <a:gd name="T74" fmla="*/ 24 w 98"/>
              <a:gd name="T75" fmla="*/ 122 h 126"/>
              <a:gd name="T76" fmla="*/ 0 w 98"/>
              <a:gd name="T77" fmla="*/ 108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8" h="126">
                <a:moveTo>
                  <a:pt x="0" y="108"/>
                </a:moveTo>
                <a:lnTo>
                  <a:pt x="12" y="88"/>
                </a:lnTo>
                <a:lnTo>
                  <a:pt x="12" y="88"/>
                </a:lnTo>
                <a:lnTo>
                  <a:pt x="22" y="96"/>
                </a:lnTo>
                <a:lnTo>
                  <a:pt x="32" y="100"/>
                </a:lnTo>
                <a:lnTo>
                  <a:pt x="42" y="104"/>
                </a:lnTo>
                <a:lnTo>
                  <a:pt x="52" y="104"/>
                </a:lnTo>
                <a:lnTo>
                  <a:pt x="52" y="104"/>
                </a:lnTo>
                <a:lnTo>
                  <a:pt x="60" y="104"/>
                </a:lnTo>
                <a:lnTo>
                  <a:pt x="66" y="100"/>
                </a:lnTo>
                <a:lnTo>
                  <a:pt x="70" y="96"/>
                </a:lnTo>
                <a:lnTo>
                  <a:pt x="72" y="90"/>
                </a:lnTo>
                <a:lnTo>
                  <a:pt x="72" y="90"/>
                </a:lnTo>
                <a:lnTo>
                  <a:pt x="72" y="90"/>
                </a:lnTo>
                <a:lnTo>
                  <a:pt x="70" y="86"/>
                </a:lnTo>
                <a:lnTo>
                  <a:pt x="70" y="84"/>
                </a:lnTo>
                <a:lnTo>
                  <a:pt x="64" y="80"/>
                </a:lnTo>
                <a:lnTo>
                  <a:pt x="44" y="74"/>
                </a:lnTo>
                <a:lnTo>
                  <a:pt x="44" y="74"/>
                </a:lnTo>
                <a:lnTo>
                  <a:pt x="30" y="68"/>
                </a:lnTo>
                <a:lnTo>
                  <a:pt x="18" y="62"/>
                </a:lnTo>
                <a:lnTo>
                  <a:pt x="12" y="58"/>
                </a:lnTo>
                <a:lnTo>
                  <a:pt x="10" y="52"/>
                </a:lnTo>
                <a:lnTo>
                  <a:pt x="6" y="46"/>
                </a:lnTo>
                <a:lnTo>
                  <a:pt x="6" y="38"/>
                </a:lnTo>
                <a:lnTo>
                  <a:pt x="6" y="36"/>
                </a:lnTo>
                <a:lnTo>
                  <a:pt x="6" y="36"/>
                </a:lnTo>
                <a:lnTo>
                  <a:pt x="6" y="28"/>
                </a:lnTo>
                <a:lnTo>
                  <a:pt x="10" y="22"/>
                </a:lnTo>
                <a:lnTo>
                  <a:pt x="14" y="14"/>
                </a:lnTo>
                <a:lnTo>
                  <a:pt x="18" y="10"/>
                </a:lnTo>
                <a:lnTo>
                  <a:pt x="24" y="6"/>
                </a:lnTo>
                <a:lnTo>
                  <a:pt x="32" y="2"/>
                </a:lnTo>
                <a:lnTo>
                  <a:pt x="40" y="0"/>
                </a:lnTo>
                <a:lnTo>
                  <a:pt x="50" y="0"/>
                </a:lnTo>
                <a:lnTo>
                  <a:pt x="50" y="0"/>
                </a:lnTo>
                <a:lnTo>
                  <a:pt x="60" y="0"/>
                </a:lnTo>
                <a:lnTo>
                  <a:pt x="72" y="4"/>
                </a:lnTo>
                <a:lnTo>
                  <a:pt x="84" y="8"/>
                </a:lnTo>
                <a:lnTo>
                  <a:pt x="94" y="14"/>
                </a:lnTo>
                <a:lnTo>
                  <a:pt x="84" y="34"/>
                </a:lnTo>
                <a:lnTo>
                  <a:pt x="84" y="34"/>
                </a:lnTo>
                <a:lnTo>
                  <a:pt x="66" y="24"/>
                </a:lnTo>
                <a:lnTo>
                  <a:pt x="56" y="22"/>
                </a:lnTo>
                <a:lnTo>
                  <a:pt x="48" y="22"/>
                </a:lnTo>
                <a:lnTo>
                  <a:pt x="48" y="22"/>
                </a:lnTo>
                <a:lnTo>
                  <a:pt x="42" y="22"/>
                </a:lnTo>
                <a:lnTo>
                  <a:pt x="36" y="26"/>
                </a:lnTo>
                <a:lnTo>
                  <a:pt x="32" y="28"/>
                </a:lnTo>
                <a:lnTo>
                  <a:pt x="32" y="34"/>
                </a:lnTo>
                <a:lnTo>
                  <a:pt x="32" y="34"/>
                </a:lnTo>
                <a:lnTo>
                  <a:pt x="32" y="34"/>
                </a:lnTo>
                <a:lnTo>
                  <a:pt x="32" y="38"/>
                </a:lnTo>
                <a:lnTo>
                  <a:pt x="34" y="40"/>
                </a:lnTo>
                <a:lnTo>
                  <a:pt x="40" y="44"/>
                </a:lnTo>
                <a:lnTo>
                  <a:pt x="60" y="52"/>
                </a:lnTo>
                <a:lnTo>
                  <a:pt x="60" y="52"/>
                </a:lnTo>
                <a:lnTo>
                  <a:pt x="72" y="56"/>
                </a:lnTo>
                <a:lnTo>
                  <a:pt x="84" y="64"/>
                </a:lnTo>
                <a:lnTo>
                  <a:pt x="90" y="68"/>
                </a:lnTo>
                <a:lnTo>
                  <a:pt x="94" y="74"/>
                </a:lnTo>
                <a:lnTo>
                  <a:pt x="96" y="80"/>
                </a:lnTo>
                <a:lnTo>
                  <a:pt x="98" y="88"/>
                </a:lnTo>
                <a:lnTo>
                  <a:pt x="98" y="88"/>
                </a:lnTo>
                <a:lnTo>
                  <a:pt x="98" y="88"/>
                </a:lnTo>
                <a:lnTo>
                  <a:pt x="96" y="96"/>
                </a:lnTo>
                <a:lnTo>
                  <a:pt x="94" y="104"/>
                </a:lnTo>
                <a:lnTo>
                  <a:pt x="90" y="112"/>
                </a:lnTo>
                <a:lnTo>
                  <a:pt x="84" y="116"/>
                </a:lnTo>
                <a:lnTo>
                  <a:pt x="78" y="120"/>
                </a:lnTo>
                <a:lnTo>
                  <a:pt x="70" y="124"/>
                </a:lnTo>
                <a:lnTo>
                  <a:pt x="60" y="126"/>
                </a:lnTo>
                <a:lnTo>
                  <a:pt x="52" y="126"/>
                </a:lnTo>
                <a:lnTo>
                  <a:pt x="52" y="126"/>
                </a:lnTo>
                <a:lnTo>
                  <a:pt x="38" y="126"/>
                </a:lnTo>
                <a:lnTo>
                  <a:pt x="24" y="122"/>
                </a:lnTo>
                <a:lnTo>
                  <a:pt x="12" y="116"/>
                </a:lnTo>
                <a:lnTo>
                  <a:pt x="0" y="108"/>
                </a:lnTo>
                <a:lnTo>
                  <a:pt x="0" y="108"/>
                </a:lnTo>
                <a:close/>
              </a:path>
            </a:pathLst>
          </a:custGeom>
          <a:solidFill>
            <a:srgbClr val="F7D30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18" name="Rectangle 215"/>
          <p:cNvSpPr>
            <a:spLocks noChangeArrowheads="1"/>
          </p:cNvSpPr>
          <p:nvPr userDrawn="1"/>
        </p:nvSpPr>
        <p:spPr bwMode="auto">
          <a:xfrm>
            <a:off x="3918717" y="1261899"/>
            <a:ext cx="93602" cy="37676"/>
          </a:xfrm>
          <a:prstGeom prst="rect">
            <a:avLst/>
          </a:prstGeom>
          <a:solidFill>
            <a:srgbClr val="F7D3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19" name="Freeform 216"/>
          <p:cNvSpPr>
            <a:spLocks/>
          </p:cNvSpPr>
          <p:nvPr userDrawn="1"/>
        </p:nvSpPr>
        <p:spPr bwMode="auto">
          <a:xfrm>
            <a:off x="4055108" y="1148872"/>
            <a:ext cx="101625" cy="228747"/>
          </a:xfrm>
          <a:custGeom>
            <a:avLst/>
            <a:gdLst>
              <a:gd name="T0" fmla="*/ 16 w 76"/>
              <a:gd name="T1" fmla="*/ 72 h 170"/>
              <a:gd name="T2" fmla="*/ 0 w 76"/>
              <a:gd name="T3" fmla="*/ 72 h 170"/>
              <a:gd name="T4" fmla="*/ 0 w 76"/>
              <a:gd name="T5" fmla="*/ 48 h 170"/>
              <a:gd name="T6" fmla="*/ 16 w 76"/>
              <a:gd name="T7" fmla="*/ 48 h 170"/>
              <a:gd name="T8" fmla="*/ 16 w 76"/>
              <a:gd name="T9" fmla="*/ 40 h 170"/>
              <a:gd name="T10" fmla="*/ 16 w 76"/>
              <a:gd name="T11" fmla="*/ 40 h 170"/>
              <a:gd name="T12" fmla="*/ 16 w 76"/>
              <a:gd name="T13" fmla="*/ 30 h 170"/>
              <a:gd name="T14" fmla="*/ 18 w 76"/>
              <a:gd name="T15" fmla="*/ 22 h 170"/>
              <a:gd name="T16" fmla="*/ 22 w 76"/>
              <a:gd name="T17" fmla="*/ 14 h 170"/>
              <a:gd name="T18" fmla="*/ 26 w 76"/>
              <a:gd name="T19" fmla="*/ 8 h 170"/>
              <a:gd name="T20" fmla="*/ 26 w 76"/>
              <a:gd name="T21" fmla="*/ 8 h 170"/>
              <a:gd name="T22" fmla="*/ 30 w 76"/>
              <a:gd name="T23" fmla="*/ 4 h 170"/>
              <a:gd name="T24" fmla="*/ 38 w 76"/>
              <a:gd name="T25" fmla="*/ 2 h 170"/>
              <a:gd name="T26" fmla="*/ 44 w 76"/>
              <a:gd name="T27" fmla="*/ 0 h 170"/>
              <a:gd name="T28" fmla="*/ 54 w 76"/>
              <a:gd name="T29" fmla="*/ 0 h 170"/>
              <a:gd name="T30" fmla="*/ 54 w 76"/>
              <a:gd name="T31" fmla="*/ 0 h 170"/>
              <a:gd name="T32" fmla="*/ 66 w 76"/>
              <a:gd name="T33" fmla="*/ 0 h 170"/>
              <a:gd name="T34" fmla="*/ 76 w 76"/>
              <a:gd name="T35" fmla="*/ 2 h 170"/>
              <a:gd name="T36" fmla="*/ 76 w 76"/>
              <a:gd name="T37" fmla="*/ 26 h 170"/>
              <a:gd name="T38" fmla="*/ 76 w 76"/>
              <a:gd name="T39" fmla="*/ 26 h 170"/>
              <a:gd name="T40" fmla="*/ 68 w 76"/>
              <a:gd name="T41" fmla="*/ 24 h 170"/>
              <a:gd name="T42" fmla="*/ 60 w 76"/>
              <a:gd name="T43" fmla="*/ 24 h 170"/>
              <a:gd name="T44" fmla="*/ 60 w 76"/>
              <a:gd name="T45" fmla="*/ 24 h 170"/>
              <a:gd name="T46" fmla="*/ 52 w 76"/>
              <a:gd name="T47" fmla="*/ 24 h 170"/>
              <a:gd name="T48" fmla="*/ 48 w 76"/>
              <a:gd name="T49" fmla="*/ 28 h 170"/>
              <a:gd name="T50" fmla="*/ 44 w 76"/>
              <a:gd name="T51" fmla="*/ 34 h 170"/>
              <a:gd name="T52" fmla="*/ 44 w 76"/>
              <a:gd name="T53" fmla="*/ 42 h 170"/>
              <a:gd name="T54" fmla="*/ 44 w 76"/>
              <a:gd name="T55" fmla="*/ 48 h 170"/>
              <a:gd name="T56" fmla="*/ 76 w 76"/>
              <a:gd name="T57" fmla="*/ 48 h 170"/>
              <a:gd name="T58" fmla="*/ 76 w 76"/>
              <a:gd name="T59" fmla="*/ 72 h 170"/>
              <a:gd name="T60" fmla="*/ 44 w 76"/>
              <a:gd name="T61" fmla="*/ 72 h 170"/>
              <a:gd name="T62" fmla="*/ 44 w 76"/>
              <a:gd name="T63" fmla="*/ 170 h 170"/>
              <a:gd name="T64" fmla="*/ 16 w 76"/>
              <a:gd name="T65" fmla="*/ 170 h 170"/>
              <a:gd name="T66" fmla="*/ 16 w 76"/>
              <a:gd name="T67" fmla="*/ 72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6" h="170">
                <a:moveTo>
                  <a:pt x="16" y="72"/>
                </a:moveTo>
                <a:lnTo>
                  <a:pt x="0" y="72"/>
                </a:lnTo>
                <a:lnTo>
                  <a:pt x="0" y="48"/>
                </a:lnTo>
                <a:lnTo>
                  <a:pt x="16" y="48"/>
                </a:lnTo>
                <a:lnTo>
                  <a:pt x="16" y="40"/>
                </a:lnTo>
                <a:lnTo>
                  <a:pt x="16" y="40"/>
                </a:lnTo>
                <a:lnTo>
                  <a:pt x="16" y="30"/>
                </a:lnTo>
                <a:lnTo>
                  <a:pt x="18" y="22"/>
                </a:lnTo>
                <a:lnTo>
                  <a:pt x="22" y="14"/>
                </a:lnTo>
                <a:lnTo>
                  <a:pt x="26" y="8"/>
                </a:lnTo>
                <a:lnTo>
                  <a:pt x="26" y="8"/>
                </a:lnTo>
                <a:lnTo>
                  <a:pt x="30" y="4"/>
                </a:lnTo>
                <a:lnTo>
                  <a:pt x="38" y="2"/>
                </a:lnTo>
                <a:lnTo>
                  <a:pt x="44" y="0"/>
                </a:lnTo>
                <a:lnTo>
                  <a:pt x="54" y="0"/>
                </a:lnTo>
                <a:lnTo>
                  <a:pt x="54" y="0"/>
                </a:lnTo>
                <a:lnTo>
                  <a:pt x="66" y="0"/>
                </a:lnTo>
                <a:lnTo>
                  <a:pt x="76" y="2"/>
                </a:lnTo>
                <a:lnTo>
                  <a:pt x="76" y="26"/>
                </a:lnTo>
                <a:lnTo>
                  <a:pt x="76" y="26"/>
                </a:lnTo>
                <a:lnTo>
                  <a:pt x="68" y="24"/>
                </a:lnTo>
                <a:lnTo>
                  <a:pt x="60" y="24"/>
                </a:lnTo>
                <a:lnTo>
                  <a:pt x="60" y="24"/>
                </a:lnTo>
                <a:lnTo>
                  <a:pt x="52" y="24"/>
                </a:lnTo>
                <a:lnTo>
                  <a:pt x="48" y="28"/>
                </a:lnTo>
                <a:lnTo>
                  <a:pt x="44" y="34"/>
                </a:lnTo>
                <a:lnTo>
                  <a:pt x="44" y="42"/>
                </a:lnTo>
                <a:lnTo>
                  <a:pt x="44" y="48"/>
                </a:lnTo>
                <a:lnTo>
                  <a:pt x="76" y="48"/>
                </a:lnTo>
                <a:lnTo>
                  <a:pt x="76" y="72"/>
                </a:lnTo>
                <a:lnTo>
                  <a:pt x="44" y="72"/>
                </a:lnTo>
                <a:lnTo>
                  <a:pt x="44" y="170"/>
                </a:lnTo>
                <a:lnTo>
                  <a:pt x="16" y="170"/>
                </a:lnTo>
                <a:lnTo>
                  <a:pt x="16" y="72"/>
                </a:lnTo>
                <a:close/>
              </a:path>
            </a:pathLst>
          </a:custGeom>
          <a:solidFill>
            <a:srgbClr val="F7D30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20" name="Freeform 217"/>
          <p:cNvSpPr>
            <a:spLocks noEditPoints="1"/>
          </p:cNvSpPr>
          <p:nvPr userDrawn="1"/>
        </p:nvSpPr>
        <p:spPr bwMode="auto">
          <a:xfrm>
            <a:off x="4191500" y="1208077"/>
            <a:ext cx="173832" cy="172233"/>
          </a:xfrm>
          <a:custGeom>
            <a:avLst/>
            <a:gdLst>
              <a:gd name="T0" fmla="*/ 0 w 130"/>
              <a:gd name="T1" fmla="*/ 64 h 128"/>
              <a:gd name="T2" fmla="*/ 0 w 130"/>
              <a:gd name="T3" fmla="*/ 52 h 128"/>
              <a:gd name="T4" fmla="*/ 10 w 130"/>
              <a:gd name="T5" fmla="*/ 30 h 128"/>
              <a:gd name="T6" fmla="*/ 28 w 130"/>
              <a:gd name="T7" fmla="*/ 12 h 128"/>
              <a:gd name="T8" fmla="*/ 50 w 130"/>
              <a:gd name="T9" fmla="*/ 2 h 128"/>
              <a:gd name="T10" fmla="*/ 64 w 130"/>
              <a:gd name="T11" fmla="*/ 0 h 128"/>
              <a:gd name="T12" fmla="*/ 90 w 130"/>
              <a:gd name="T13" fmla="*/ 6 h 128"/>
              <a:gd name="T14" fmla="*/ 112 w 130"/>
              <a:gd name="T15" fmla="*/ 20 h 128"/>
              <a:gd name="T16" fmla="*/ 124 w 130"/>
              <a:gd name="T17" fmla="*/ 40 h 128"/>
              <a:gd name="T18" fmla="*/ 130 w 130"/>
              <a:gd name="T19" fmla="*/ 64 h 128"/>
              <a:gd name="T20" fmla="*/ 130 w 130"/>
              <a:gd name="T21" fmla="*/ 64 h 128"/>
              <a:gd name="T22" fmla="*/ 124 w 130"/>
              <a:gd name="T23" fmla="*/ 90 h 128"/>
              <a:gd name="T24" fmla="*/ 112 w 130"/>
              <a:gd name="T25" fmla="*/ 110 h 128"/>
              <a:gd name="T26" fmla="*/ 90 w 130"/>
              <a:gd name="T27" fmla="*/ 124 h 128"/>
              <a:gd name="T28" fmla="*/ 64 w 130"/>
              <a:gd name="T29" fmla="*/ 128 h 128"/>
              <a:gd name="T30" fmla="*/ 50 w 130"/>
              <a:gd name="T31" fmla="*/ 128 h 128"/>
              <a:gd name="T32" fmla="*/ 28 w 130"/>
              <a:gd name="T33" fmla="*/ 118 h 128"/>
              <a:gd name="T34" fmla="*/ 10 w 130"/>
              <a:gd name="T35" fmla="*/ 100 h 128"/>
              <a:gd name="T36" fmla="*/ 0 w 130"/>
              <a:gd name="T37" fmla="*/ 78 h 128"/>
              <a:gd name="T38" fmla="*/ 0 w 130"/>
              <a:gd name="T39" fmla="*/ 66 h 128"/>
              <a:gd name="T40" fmla="*/ 102 w 130"/>
              <a:gd name="T41" fmla="*/ 64 h 128"/>
              <a:gd name="T42" fmla="*/ 100 w 130"/>
              <a:gd name="T43" fmla="*/ 56 h 128"/>
              <a:gd name="T44" fmla="*/ 96 w 130"/>
              <a:gd name="T45" fmla="*/ 42 h 128"/>
              <a:gd name="T46" fmla="*/ 86 w 130"/>
              <a:gd name="T47" fmla="*/ 32 h 128"/>
              <a:gd name="T48" fmla="*/ 72 w 130"/>
              <a:gd name="T49" fmla="*/ 26 h 128"/>
              <a:gd name="T50" fmla="*/ 64 w 130"/>
              <a:gd name="T51" fmla="*/ 26 h 128"/>
              <a:gd name="T52" fmla="*/ 48 w 130"/>
              <a:gd name="T53" fmla="*/ 28 h 128"/>
              <a:gd name="T54" fmla="*/ 38 w 130"/>
              <a:gd name="T55" fmla="*/ 36 h 128"/>
              <a:gd name="T56" fmla="*/ 30 w 130"/>
              <a:gd name="T57" fmla="*/ 50 h 128"/>
              <a:gd name="T58" fmla="*/ 28 w 130"/>
              <a:gd name="T59" fmla="*/ 64 h 128"/>
              <a:gd name="T60" fmla="*/ 28 w 130"/>
              <a:gd name="T61" fmla="*/ 64 h 128"/>
              <a:gd name="T62" fmla="*/ 30 w 130"/>
              <a:gd name="T63" fmla="*/ 80 h 128"/>
              <a:gd name="T64" fmla="*/ 38 w 130"/>
              <a:gd name="T65" fmla="*/ 92 h 128"/>
              <a:gd name="T66" fmla="*/ 50 w 130"/>
              <a:gd name="T67" fmla="*/ 102 h 128"/>
              <a:gd name="T68" fmla="*/ 64 w 130"/>
              <a:gd name="T69" fmla="*/ 104 h 128"/>
              <a:gd name="T70" fmla="*/ 72 w 130"/>
              <a:gd name="T71" fmla="*/ 104 h 128"/>
              <a:gd name="T72" fmla="*/ 86 w 130"/>
              <a:gd name="T73" fmla="*/ 98 h 128"/>
              <a:gd name="T74" fmla="*/ 96 w 130"/>
              <a:gd name="T75" fmla="*/ 86 h 128"/>
              <a:gd name="T76" fmla="*/ 100 w 130"/>
              <a:gd name="T77" fmla="*/ 74 h 128"/>
              <a:gd name="T78" fmla="*/ 102 w 130"/>
              <a:gd name="T79" fmla="*/ 6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30" h="128">
                <a:moveTo>
                  <a:pt x="0" y="66"/>
                </a:moveTo>
                <a:lnTo>
                  <a:pt x="0" y="64"/>
                </a:lnTo>
                <a:lnTo>
                  <a:pt x="0" y="64"/>
                </a:lnTo>
                <a:lnTo>
                  <a:pt x="0" y="52"/>
                </a:lnTo>
                <a:lnTo>
                  <a:pt x="4" y="40"/>
                </a:lnTo>
                <a:lnTo>
                  <a:pt x="10" y="30"/>
                </a:lnTo>
                <a:lnTo>
                  <a:pt x="18" y="20"/>
                </a:lnTo>
                <a:lnTo>
                  <a:pt x="28" y="12"/>
                </a:lnTo>
                <a:lnTo>
                  <a:pt x="38" y="6"/>
                </a:lnTo>
                <a:lnTo>
                  <a:pt x="50" y="2"/>
                </a:lnTo>
                <a:lnTo>
                  <a:pt x="64" y="0"/>
                </a:lnTo>
                <a:lnTo>
                  <a:pt x="64" y="0"/>
                </a:lnTo>
                <a:lnTo>
                  <a:pt x="78" y="2"/>
                </a:lnTo>
                <a:lnTo>
                  <a:pt x="90" y="6"/>
                </a:lnTo>
                <a:lnTo>
                  <a:pt x="102" y="12"/>
                </a:lnTo>
                <a:lnTo>
                  <a:pt x="112" y="20"/>
                </a:lnTo>
                <a:lnTo>
                  <a:pt x="118" y="28"/>
                </a:lnTo>
                <a:lnTo>
                  <a:pt x="124" y="40"/>
                </a:lnTo>
                <a:lnTo>
                  <a:pt x="128" y="52"/>
                </a:lnTo>
                <a:lnTo>
                  <a:pt x="130" y="64"/>
                </a:lnTo>
                <a:lnTo>
                  <a:pt x="130" y="64"/>
                </a:lnTo>
                <a:lnTo>
                  <a:pt x="130" y="64"/>
                </a:lnTo>
                <a:lnTo>
                  <a:pt x="128" y="78"/>
                </a:lnTo>
                <a:lnTo>
                  <a:pt x="124" y="90"/>
                </a:lnTo>
                <a:lnTo>
                  <a:pt x="118" y="100"/>
                </a:lnTo>
                <a:lnTo>
                  <a:pt x="112" y="110"/>
                </a:lnTo>
                <a:lnTo>
                  <a:pt x="102" y="118"/>
                </a:lnTo>
                <a:lnTo>
                  <a:pt x="90" y="124"/>
                </a:lnTo>
                <a:lnTo>
                  <a:pt x="78" y="128"/>
                </a:lnTo>
                <a:lnTo>
                  <a:pt x="64" y="128"/>
                </a:lnTo>
                <a:lnTo>
                  <a:pt x="64" y="128"/>
                </a:lnTo>
                <a:lnTo>
                  <a:pt x="50" y="128"/>
                </a:lnTo>
                <a:lnTo>
                  <a:pt x="38" y="124"/>
                </a:lnTo>
                <a:lnTo>
                  <a:pt x="28" y="118"/>
                </a:lnTo>
                <a:lnTo>
                  <a:pt x="18" y="110"/>
                </a:lnTo>
                <a:lnTo>
                  <a:pt x="10" y="100"/>
                </a:lnTo>
                <a:lnTo>
                  <a:pt x="4" y="90"/>
                </a:lnTo>
                <a:lnTo>
                  <a:pt x="0" y="78"/>
                </a:lnTo>
                <a:lnTo>
                  <a:pt x="0" y="66"/>
                </a:lnTo>
                <a:lnTo>
                  <a:pt x="0" y="66"/>
                </a:lnTo>
                <a:close/>
                <a:moveTo>
                  <a:pt x="102" y="66"/>
                </a:moveTo>
                <a:lnTo>
                  <a:pt x="102" y="64"/>
                </a:lnTo>
                <a:lnTo>
                  <a:pt x="102" y="64"/>
                </a:lnTo>
                <a:lnTo>
                  <a:pt x="100" y="56"/>
                </a:lnTo>
                <a:lnTo>
                  <a:pt x="98" y="50"/>
                </a:lnTo>
                <a:lnTo>
                  <a:pt x="96" y="42"/>
                </a:lnTo>
                <a:lnTo>
                  <a:pt x="92" y="38"/>
                </a:lnTo>
                <a:lnTo>
                  <a:pt x="86" y="32"/>
                </a:lnTo>
                <a:lnTo>
                  <a:pt x="80" y="28"/>
                </a:lnTo>
                <a:lnTo>
                  <a:pt x="72" y="26"/>
                </a:lnTo>
                <a:lnTo>
                  <a:pt x="64" y="26"/>
                </a:lnTo>
                <a:lnTo>
                  <a:pt x="64" y="26"/>
                </a:lnTo>
                <a:lnTo>
                  <a:pt x="56" y="26"/>
                </a:lnTo>
                <a:lnTo>
                  <a:pt x="48" y="28"/>
                </a:lnTo>
                <a:lnTo>
                  <a:pt x="42" y="32"/>
                </a:lnTo>
                <a:lnTo>
                  <a:pt x="38" y="36"/>
                </a:lnTo>
                <a:lnTo>
                  <a:pt x="32" y="42"/>
                </a:lnTo>
                <a:lnTo>
                  <a:pt x="30" y="50"/>
                </a:lnTo>
                <a:lnTo>
                  <a:pt x="28" y="56"/>
                </a:lnTo>
                <a:lnTo>
                  <a:pt x="28" y="64"/>
                </a:lnTo>
                <a:lnTo>
                  <a:pt x="28" y="64"/>
                </a:lnTo>
                <a:lnTo>
                  <a:pt x="28" y="64"/>
                </a:lnTo>
                <a:lnTo>
                  <a:pt x="28" y="72"/>
                </a:lnTo>
                <a:lnTo>
                  <a:pt x="30" y="80"/>
                </a:lnTo>
                <a:lnTo>
                  <a:pt x="34" y="86"/>
                </a:lnTo>
                <a:lnTo>
                  <a:pt x="38" y="92"/>
                </a:lnTo>
                <a:lnTo>
                  <a:pt x="44" y="98"/>
                </a:lnTo>
                <a:lnTo>
                  <a:pt x="50" y="102"/>
                </a:lnTo>
                <a:lnTo>
                  <a:pt x="56" y="104"/>
                </a:lnTo>
                <a:lnTo>
                  <a:pt x="64" y="104"/>
                </a:lnTo>
                <a:lnTo>
                  <a:pt x="64" y="104"/>
                </a:lnTo>
                <a:lnTo>
                  <a:pt x="72" y="104"/>
                </a:lnTo>
                <a:lnTo>
                  <a:pt x="80" y="102"/>
                </a:lnTo>
                <a:lnTo>
                  <a:pt x="86" y="98"/>
                </a:lnTo>
                <a:lnTo>
                  <a:pt x="92" y="92"/>
                </a:lnTo>
                <a:lnTo>
                  <a:pt x="96" y="86"/>
                </a:lnTo>
                <a:lnTo>
                  <a:pt x="100" y="80"/>
                </a:lnTo>
                <a:lnTo>
                  <a:pt x="100" y="74"/>
                </a:lnTo>
                <a:lnTo>
                  <a:pt x="102" y="66"/>
                </a:lnTo>
                <a:lnTo>
                  <a:pt x="102" y="66"/>
                </a:lnTo>
                <a:close/>
              </a:path>
            </a:pathLst>
          </a:custGeom>
          <a:solidFill>
            <a:srgbClr val="F7D30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21" name="Freeform 218"/>
          <p:cNvSpPr>
            <a:spLocks/>
          </p:cNvSpPr>
          <p:nvPr userDrawn="1"/>
        </p:nvSpPr>
        <p:spPr bwMode="auto">
          <a:xfrm>
            <a:off x="4410796" y="1208077"/>
            <a:ext cx="152437" cy="172233"/>
          </a:xfrm>
          <a:custGeom>
            <a:avLst/>
            <a:gdLst>
              <a:gd name="T0" fmla="*/ 0 w 114"/>
              <a:gd name="T1" fmla="*/ 66 h 128"/>
              <a:gd name="T2" fmla="*/ 0 w 114"/>
              <a:gd name="T3" fmla="*/ 64 h 128"/>
              <a:gd name="T4" fmla="*/ 0 w 114"/>
              <a:gd name="T5" fmla="*/ 64 h 128"/>
              <a:gd name="T6" fmla="*/ 2 w 114"/>
              <a:gd name="T7" fmla="*/ 52 h 128"/>
              <a:gd name="T8" fmla="*/ 4 w 114"/>
              <a:gd name="T9" fmla="*/ 40 h 128"/>
              <a:gd name="T10" fmla="*/ 10 w 114"/>
              <a:gd name="T11" fmla="*/ 30 h 128"/>
              <a:gd name="T12" fmla="*/ 18 w 114"/>
              <a:gd name="T13" fmla="*/ 20 h 128"/>
              <a:gd name="T14" fmla="*/ 28 w 114"/>
              <a:gd name="T15" fmla="*/ 12 h 128"/>
              <a:gd name="T16" fmla="*/ 38 w 114"/>
              <a:gd name="T17" fmla="*/ 6 h 128"/>
              <a:gd name="T18" fmla="*/ 50 w 114"/>
              <a:gd name="T19" fmla="*/ 2 h 128"/>
              <a:gd name="T20" fmla="*/ 64 w 114"/>
              <a:gd name="T21" fmla="*/ 0 h 128"/>
              <a:gd name="T22" fmla="*/ 64 w 114"/>
              <a:gd name="T23" fmla="*/ 0 h 128"/>
              <a:gd name="T24" fmla="*/ 80 w 114"/>
              <a:gd name="T25" fmla="*/ 2 h 128"/>
              <a:gd name="T26" fmla="*/ 92 w 114"/>
              <a:gd name="T27" fmla="*/ 6 h 128"/>
              <a:gd name="T28" fmla="*/ 104 w 114"/>
              <a:gd name="T29" fmla="*/ 14 h 128"/>
              <a:gd name="T30" fmla="*/ 112 w 114"/>
              <a:gd name="T31" fmla="*/ 22 h 128"/>
              <a:gd name="T32" fmla="*/ 96 w 114"/>
              <a:gd name="T33" fmla="*/ 40 h 128"/>
              <a:gd name="T34" fmla="*/ 96 w 114"/>
              <a:gd name="T35" fmla="*/ 40 h 128"/>
              <a:gd name="T36" fmla="*/ 88 w 114"/>
              <a:gd name="T37" fmla="*/ 34 h 128"/>
              <a:gd name="T38" fmla="*/ 82 w 114"/>
              <a:gd name="T39" fmla="*/ 30 h 128"/>
              <a:gd name="T40" fmla="*/ 74 w 114"/>
              <a:gd name="T41" fmla="*/ 26 h 128"/>
              <a:gd name="T42" fmla="*/ 64 w 114"/>
              <a:gd name="T43" fmla="*/ 26 h 128"/>
              <a:gd name="T44" fmla="*/ 64 w 114"/>
              <a:gd name="T45" fmla="*/ 26 h 128"/>
              <a:gd name="T46" fmla="*/ 56 w 114"/>
              <a:gd name="T47" fmla="*/ 26 h 128"/>
              <a:gd name="T48" fmla="*/ 50 w 114"/>
              <a:gd name="T49" fmla="*/ 28 h 128"/>
              <a:gd name="T50" fmla="*/ 44 w 114"/>
              <a:gd name="T51" fmla="*/ 32 h 128"/>
              <a:gd name="T52" fmla="*/ 38 w 114"/>
              <a:gd name="T53" fmla="*/ 36 h 128"/>
              <a:gd name="T54" fmla="*/ 34 w 114"/>
              <a:gd name="T55" fmla="*/ 42 h 128"/>
              <a:gd name="T56" fmla="*/ 30 w 114"/>
              <a:gd name="T57" fmla="*/ 50 h 128"/>
              <a:gd name="T58" fmla="*/ 28 w 114"/>
              <a:gd name="T59" fmla="*/ 56 h 128"/>
              <a:gd name="T60" fmla="*/ 28 w 114"/>
              <a:gd name="T61" fmla="*/ 64 h 128"/>
              <a:gd name="T62" fmla="*/ 28 w 114"/>
              <a:gd name="T63" fmla="*/ 64 h 128"/>
              <a:gd name="T64" fmla="*/ 28 w 114"/>
              <a:gd name="T65" fmla="*/ 64 h 128"/>
              <a:gd name="T66" fmla="*/ 28 w 114"/>
              <a:gd name="T67" fmla="*/ 72 h 128"/>
              <a:gd name="T68" fmla="*/ 30 w 114"/>
              <a:gd name="T69" fmla="*/ 80 h 128"/>
              <a:gd name="T70" fmla="*/ 34 w 114"/>
              <a:gd name="T71" fmla="*/ 86 h 128"/>
              <a:gd name="T72" fmla="*/ 38 w 114"/>
              <a:gd name="T73" fmla="*/ 92 h 128"/>
              <a:gd name="T74" fmla="*/ 44 w 114"/>
              <a:gd name="T75" fmla="*/ 98 h 128"/>
              <a:gd name="T76" fmla="*/ 50 w 114"/>
              <a:gd name="T77" fmla="*/ 102 h 128"/>
              <a:gd name="T78" fmla="*/ 56 w 114"/>
              <a:gd name="T79" fmla="*/ 104 h 128"/>
              <a:gd name="T80" fmla="*/ 64 w 114"/>
              <a:gd name="T81" fmla="*/ 104 h 128"/>
              <a:gd name="T82" fmla="*/ 64 w 114"/>
              <a:gd name="T83" fmla="*/ 104 h 128"/>
              <a:gd name="T84" fmla="*/ 74 w 114"/>
              <a:gd name="T85" fmla="*/ 104 h 128"/>
              <a:gd name="T86" fmla="*/ 82 w 114"/>
              <a:gd name="T87" fmla="*/ 100 h 128"/>
              <a:gd name="T88" fmla="*/ 90 w 114"/>
              <a:gd name="T89" fmla="*/ 96 h 128"/>
              <a:gd name="T90" fmla="*/ 96 w 114"/>
              <a:gd name="T91" fmla="*/ 90 h 128"/>
              <a:gd name="T92" fmla="*/ 114 w 114"/>
              <a:gd name="T93" fmla="*/ 106 h 128"/>
              <a:gd name="T94" fmla="*/ 114 w 114"/>
              <a:gd name="T95" fmla="*/ 106 h 128"/>
              <a:gd name="T96" fmla="*/ 104 w 114"/>
              <a:gd name="T97" fmla="*/ 114 h 128"/>
              <a:gd name="T98" fmla="*/ 92 w 114"/>
              <a:gd name="T99" fmla="*/ 122 h 128"/>
              <a:gd name="T100" fmla="*/ 80 w 114"/>
              <a:gd name="T101" fmla="*/ 128 h 128"/>
              <a:gd name="T102" fmla="*/ 64 w 114"/>
              <a:gd name="T103" fmla="*/ 128 h 128"/>
              <a:gd name="T104" fmla="*/ 64 w 114"/>
              <a:gd name="T105" fmla="*/ 128 h 128"/>
              <a:gd name="T106" fmla="*/ 50 w 114"/>
              <a:gd name="T107" fmla="*/ 128 h 128"/>
              <a:gd name="T108" fmla="*/ 38 w 114"/>
              <a:gd name="T109" fmla="*/ 124 h 128"/>
              <a:gd name="T110" fmla="*/ 28 w 114"/>
              <a:gd name="T111" fmla="*/ 118 h 128"/>
              <a:gd name="T112" fmla="*/ 18 w 114"/>
              <a:gd name="T113" fmla="*/ 110 h 128"/>
              <a:gd name="T114" fmla="*/ 10 w 114"/>
              <a:gd name="T115" fmla="*/ 100 h 128"/>
              <a:gd name="T116" fmla="*/ 4 w 114"/>
              <a:gd name="T117" fmla="*/ 90 h 128"/>
              <a:gd name="T118" fmla="*/ 2 w 114"/>
              <a:gd name="T119" fmla="*/ 78 h 128"/>
              <a:gd name="T120" fmla="*/ 0 w 114"/>
              <a:gd name="T121" fmla="*/ 66 h 128"/>
              <a:gd name="T122" fmla="*/ 0 w 114"/>
              <a:gd name="T123" fmla="*/ 6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14" h="128">
                <a:moveTo>
                  <a:pt x="0" y="66"/>
                </a:moveTo>
                <a:lnTo>
                  <a:pt x="0" y="64"/>
                </a:lnTo>
                <a:lnTo>
                  <a:pt x="0" y="64"/>
                </a:lnTo>
                <a:lnTo>
                  <a:pt x="2" y="52"/>
                </a:lnTo>
                <a:lnTo>
                  <a:pt x="4" y="40"/>
                </a:lnTo>
                <a:lnTo>
                  <a:pt x="10" y="30"/>
                </a:lnTo>
                <a:lnTo>
                  <a:pt x="18" y="20"/>
                </a:lnTo>
                <a:lnTo>
                  <a:pt x="28" y="12"/>
                </a:lnTo>
                <a:lnTo>
                  <a:pt x="38" y="6"/>
                </a:lnTo>
                <a:lnTo>
                  <a:pt x="50" y="2"/>
                </a:lnTo>
                <a:lnTo>
                  <a:pt x="64" y="0"/>
                </a:lnTo>
                <a:lnTo>
                  <a:pt x="64" y="0"/>
                </a:lnTo>
                <a:lnTo>
                  <a:pt x="80" y="2"/>
                </a:lnTo>
                <a:lnTo>
                  <a:pt x="92" y="6"/>
                </a:lnTo>
                <a:lnTo>
                  <a:pt x="104" y="14"/>
                </a:lnTo>
                <a:lnTo>
                  <a:pt x="112" y="22"/>
                </a:lnTo>
                <a:lnTo>
                  <a:pt x="96" y="40"/>
                </a:lnTo>
                <a:lnTo>
                  <a:pt x="96" y="40"/>
                </a:lnTo>
                <a:lnTo>
                  <a:pt x="88" y="34"/>
                </a:lnTo>
                <a:lnTo>
                  <a:pt x="82" y="30"/>
                </a:lnTo>
                <a:lnTo>
                  <a:pt x="74" y="26"/>
                </a:lnTo>
                <a:lnTo>
                  <a:pt x="64" y="26"/>
                </a:lnTo>
                <a:lnTo>
                  <a:pt x="64" y="26"/>
                </a:lnTo>
                <a:lnTo>
                  <a:pt x="56" y="26"/>
                </a:lnTo>
                <a:lnTo>
                  <a:pt x="50" y="28"/>
                </a:lnTo>
                <a:lnTo>
                  <a:pt x="44" y="32"/>
                </a:lnTo>
                <a:lnTo>
                  <a:pt x="38" y="36"/>
                </a:lnTo>
                <a:lnTo>
                  <a:pt x="34" y="42"/>
                </a:lnTo>
                <a:lnTo>
                  <a:pt x="30" y="50"/>
                </a:lnTo>
                <a:lnTo>
                  <a:pt x="28" y="56"/>
                </a:lnTo>
                <a:lnTo>
                  <a:pt x="28" y="64"/>
                </a:lnTo>
                <a:lnTo>
                  <a:pt x="28" y="64"/>
                </a:lnTo>
                <a:lnTo>
                  <a:pt x="28" y="64"/>
                </a:lnTo>
                <a:lnTo>
                  <a:pt x="28" y="72"/>
                </a:lnTo>
                <a:lnTo>
                  <a:pt x="30" y="80"/>
                </a:lnTo>
                <a:lnTo>
                  <a:pt x="34" y="86"/>
                </a:lnTo>
                <a:lnTo>
                  <a:pt x="38" y="92"/>
                </a:lnTo>
                <a:lnTo>
                  <a:pt x="44" y="98"/>
                </a:lnTo>
                <a:lnTo>
                  <a:pt x="50" y="102"/>
                </a:lnTo>
                <a:lnTo>
                  <a:pt x="56" y="104"/>
                </a:lnTo>
                <a:lnTo>
                  <a:pt x="64" y="104"/>
                </a:lnTo>
                <a:lnTo>
                  <a:pt x="64" y="104"/>
                </a:lnTo>
                <a:lnTo>
                  <a:pt x="74" y="104"/>
                </a:lnTo>
                <a:lnTo>
                  <a:pt x="82" y="100"/>
                </a:lnTo>
                <a:lnTo>
                  <a:pt x="90" y="96"/>
                </a:lnTo>
                <a:lnTo>
                  <a:pt x="96" y="90"/>
                </a:lnTo>
                <a:lnTo>
                  <a:pt x="114" y="106"/>
                </a:lnTo>
                <a:lnTo>
                  <a:pt x="114" y="106"/>
                </a:lnTo>
                <a:lnTo>
                  <a:pt x="104" y="114"/>
                </a:lnTo>
                <a:lnTo>
                  <a:pt x="92" y="122"/>
                </a:lnTo>
                <a:lnTo>
                  <a:pt x="80" y="128"/>
                </a:lnTo>
                <a:lnTo>
                  <a:pt x="64" y="128"/>
                </a:lnTo>
                <a:lnTo>
                  <a:pt x="64" y="128"/>
                </a:lnTo>
                <a:lnTo>
                  <a:pt x="50" y="128"/>
                </a:lnTo>
                <a:lnTo>
                  <a:pt x="38" y="124"/>
                </a:lnTo>
                <a:lnTo>
                  <a:pt x="28" y="118"/>
                </a:lnTo>
                <a:lnTo>
                  <a:pt x="18" y="110"/>
                </a:lnTo>
                <a:lnTo>
                  <a:pt x="10" y="100"/>
                </a:lnTo>
                <a:lnTo>
                  <a:pt x="4" y="90"/>
                </a:lnTo>
                <a:lnTo>
                  <a:pt x="2" y="78"/>
                </a:lnTo>
                <a:lnTo>
                  <a:pt x="0" y="66"/>
                </a:lnTo>
                <a:lnTo>
                  <a:pt x="0" y="66"/>
                </a:lnTo>
                <a:close/>
              </a:path>
            </a:pathLst>
          </a:custGeom>
          <a:solidFill>
            <a:srgbClr val="F7D30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22" name="Freeform 219"/>
          <p:cNvSpPr>
            <a:spLocks/>
          </p:cNvSpPr>
          <p:nvPr userDrawn="1"/>
        </p:nvSpPr>
        <p:spPr bwMode="auto">
          <a:xfrm>
            <a:off x="4608697" y="1213459"/>
            <a:ext cx="147089" cy="166851"/>
          </a:xfrm>
          <a:custGeom>
            <a:avLst/>
            <a:gdLst>
              <a:gd name="T0" fmla="*/ 0 w 110"/>
              <a:gd name="T1" fmla="*/ 78 h 124"/>
              <a:gd name="T2" fmla="*/ 0 w 110"/>
              <a:gd name="T3" fmla="*/ 0 h 124"/>
              <a:gd name="T4" fmla="*/ 28 w 110"/>
              <a:gd name="T5" fmla="*/ 0 h 124"/>
              <a:gd name="T6" fmla="*/ 28 w 110"/>
              <a:gd name="T7" fmla="*/ 70 h 124"/>
              <a:gd name="T8" fmla="*/ 28 w 110"/>
              <a:gd name="T9" fmla="*/ 70 h 124"/>
              <a:gd name="T10" fmla="*/ 30 w 110"/>
              <a:gd name="T11" fmla="*/ 82 h 124"/>
              <a:gd name="T12" fmla="*/ 36 w 110"/>
              <a:gd name="T13" fmla="*/ 92 h 124"/>
              <a:gd name="T14" fmla="*/ 44 w 110"/>
              <a:gd name="T15" fmla="*/ 96 h 124"/>
              <a:gd name="T16" fmla="*/ 54 w 110"/>
              <a:gd name="T17" fmla="*/ 98 h 124"/>
              <a:gd name="T18" fmla="*/ 54 w 110"/>
              <a:gd name="T19" fmla="*/ 98 h 124"/>
              <a:gd name="T20" fmla="*/ 66 w 110"/>
              <a:gd name="T21" fmla="*/ 96 h 124"/>
              <a:gd name="T22" fmla="*/ 74 w 110"/>
              <a:gd name="T23" fmla="*/ 90 h 124"/>
              <a:gd name="T24" fmla="*/ 80 w 110"/>
              <a:gd name="T25" fmla="*/ 82 h 124"/>
              <a:gd name="T26" fmla="*/ 82 w 110"/>
              <a:gd name="T27" fmla="*/ 68 h 124"/>
              <a:gd name="T28" fmla="*/ 82 w 110"/>
              <a:gd name="T29" fmla="*/ 0 h 124"/>
              <a:gd name="T30" fmla="*/ 110 w 110"/>
              <a:gd name="T31" fmla="*/ 0 h 124"/>
              <a:gd name="T32" fmla="*/ 110 w 110"/>
              <a:gd name="T33" fmla="*/ 122 h 124"/>
              <a:gd name="T34" fmla="*/ 82 w 110"/>
              <a:gd name="T35" fmla="*/ 122 h 124"/>
              <a:gd name="T36" fmla="*/ 82 w 110"/>
              <a:gd name="T37" fmla="*/ 102 h 124"/>
              <a:gd name="T38" fmla="*/ 82 w 110"/>
              <a:gd name="T39" fmla="*/ 102 h 124"/>
              <a:gd name="T40" fmla="*/ 76 w 110"/>
              <a:gd name="T41" fmla="*/ 112 h 124"/>
              <a:gd name="T42" fmla="*/ 68 w 110"/>
              <a:gd name="T43" fmla="*/ 118 h 124"/>
              <a:gd name="T44" fmla="*/ 58 w 110"/>
              <a:gd name="T45" fmla="*/ 122 h 124"/>
              <a:gd name="T46" fmla="*/ 44 w 110"/>
              <a:gd name="T47" fmla="*/ 124 h 124"/>
              <a:gd name="T48" fmla="*/ 44 w 110"/>
              <a:gd name="T49" fmla="*/ 124 h 124"/>
              <a:gd name="T50" fmla="*/ 34 w 110"/>
              <a:gd name="T51" fmla="*/ 124 h 124"/>
              <a:gd name="T52" fmla="*/ 26 w 110"/>
              <a:gd name="T53" fmla="*/ 122 h 124"/>
              <a:gd name="T54" fmla="*/ 18 w 110"/>
              <a:gd name="T55" fmla="*/ 118 h 124"/>
              <a:gd name="T56" fmla="*/ 12 w 110"/>
              <a:gd name="T57" fmla="*/ 112 h 124"/>
              <a:gd name="T58" fmla="*/ 8 w 110"/>
              <a:gd name="T59" fmla="*/ 104 h 124"/>
              <a:gd name="T60" fmla="*/ 4 w 110"/>
              <a:gd name="T61" fmla="*/ 96 h 124"/>
              <a:gd name="T62" fmla="*/ 2 w 110"/>
              <a:gd name="T63" fmla="*/ 88 h 124"/>
              <a:gd name="T64" fmla="*/ 0 w 110"/>
              <a:gd name="T65" fmla="*/ 78 h 124"/>
              <a:gd name="T66" fmla="*/ 0 w 110"/>
              <a:gd name="T67" fmla="*/ 78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0" h="124">
                <a:moveTo>
                  <a:pt x="0" y="78"/>
                </a:moveTo>
                <a:lnTo>
                  <a:pt x="0" y="0"/>
                </a:lnTo>
                <a:lnTo>
                  <a:pt x="28" y="0"/>
                </a:lnTo>
                <a:lnTo>
                  <a:pt x="28" y="70"/>
                </a:lnTo>
                <a:lnTo>
                  <a:pt x="28" y="70"/>
                </a:lnTo>
                <a:lnTo>
                  <a:pt x="30" y="82"/>
                </a:lnTo>
                <a:lnTo>
                  <a:pt x="36" y="92"/>
                </a:lnTo>
                <a:lnTo>
                  <a:pt x="44" y="96"/>
                </a:lnTo>
                <a:lnTo>
                  <a:pt x="54" y="98"/>
                </a:lnTo>
                <a:lnTo>
                  <a:pt x="54" y="98"/>
                </a:lnTo>
                <a:lnTo>
                  <a:pt x="66" y="96"/>
                </a:lnTo>
                <a:lnTo>
                  <a:pt x="74" y="90"/>
                </a:lnTo>
                <a:lnTo>
                  <a:pt x="80" y="82"/>
                </a:lnTo>
                <a:lnTo>
                  <a:pt x="82" y="68"/>
                </a:lnTo>
                <a:lnTo>
                  <a:pt x="82" y="0"/>
                </a:lnTo>
                <a:lnTo>
                  <a:pt x="110" y="0"/>
                </a:lnTo>
                <a:lnTo>
                  <a:pt x="110" y="122"/>
                </a:lnTo>
                <a:lnTo>
                  <a:pt x="82" y="122"/>
                </a:lnTo>
                <a:lnTo>
                  <a:pt x="82" y="102"/>
                </a:lnTo>
                <a:lnTo>
                  <a:pt x="82" y="102"/>
                </a:lnTo>
                <a:lnTo>
                  <a:pt x="76" y="112"/>
                </a:lnTo>
                <a:lnTo>
                  <a:pt x="68" y="118"/>
                </a:lnTo>
                <a:lnTo>
                  <a:pt x="58" y="122"/>
                </a:lnTo>
                <a:lnTo>
                  <a:pt x="44" y="124"/>
                </a:lnTo>
                <a:lnTo>
                  <a:pt x="44" y="124"/>
                </a:lnTo>
                <a:lnTo>
                  <a:pt x="34" y="124"/>
                </a:lnTo>
                <a:lnTo>
                  <a:pt x="26" y="122"/>
                </a:lnTo>
                <a:lnTo>
                  <a:pt x="18" y="118"/>
                </a:lnTo>
                <a:lnTo>
                  <a:pt x="12" y="112"/>
                </a:lnTo>
                <a:lnTo>
                  <a:pt x="8" y="104"/>
                </a:lnTo>
                <a:lnTo>
                  <a:pt x="4" y="96"/>
                </a:lnTo>
                <a:lnTo>
                  <a:pt x="2" y="88"/>
                </a:lnTo>
                <a:lnTo>
                  <a:pt x="0" y="78"/>
                </a:lnTo>
                <a:lnTo>
                  <a:pt x="0" y="78"/>
                </a:lnTo>
                <a:close/>
              </a:path>
            </a:pathLst>
          </a:custGeom>
          <a:solidFill>
            <a:srgbClr val="F7D30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23" name="Freeform 220"/>
          <p:cNvSpPr>
            <a:spLocks/>
          </p:cNvSpPr>
          <p:nvPr userDrawn="1"/>
        </p:nvSpPr>
        <p:spPr bwMode="auto">
          <a:xfrm>
            <a:off x="4809273" y="1210768"/>
            <a:ext cx="128368" cy="169542"/>
          </a:xfrm>
          <a:custGeom>
            <a:avLst/>
            <a:gdLst>
              <a:gd name="T0" fmla="*/ 12 w 96"/>
              <a:gd name="T1" fmla="*/ 88 h 126"/>
              <a:gd name="T2" fmla="*/ 22 w 96"/>
              <a:gd name="T3" fmla="*/ 96 h 126"/>
              <a:gd name="T4" fmla="*/ 42 w 96"/>
              <a:gd name="T5" fmla="*/ 104 h 126"/>
              <a:gd name="T6" fmla="*/ 52 w 96"/>
              <a:gd name="T7" fmla="*/ 104 h 126"/>
              <a:gd name="T8" fmla="*/ 66 w 96"/>
              <a:gd name="T9" fmla="*/ 100 h 126"/>
              <a:gd name="T10" fmla="*/ 70 w 96"/>
              <a:gd name="T11" fmla="*/ 90 h 126"/>
              <a:gd name="T12" fmla="*/ 70 w 96"/>
              <a:gd name="T13" fmla="*/ 90 h 126"/>
              <a:gd name="T14" fmla="*/ 68 w 96"/>
              <a:gd name="T15" fmla="*/ 84 h 126"/>
              <a:gd name="T16" fmla="*/ 44 w 96"/>
              <a:gd name="T17" fmla="*/ 74 h 126"/>
              <a:gd name="T18" fmla="*/ 30 w 96"/>
              <a:gd name="T19" fmla="*/ 68 h 126"/>
              <a:gd name="T20" fmla="*/ 12 w 96"/>
              <a:gd name="T21" fmla="*/ 58 h 126"/>
              <a:gd name="T22" fmla="*/ 6 w 96"/>
              <a:gd name="T23" fmla="*/ 46 h 126"/>
              <a:gd name="T24" fmla="*/ 6 w 96"/>
              <a:gd name="T25" fmla="*/ 36 h 126"/>
              <a:gd name="T26" fmla="*/ 6 w 96"/>
              <a:gd name="T27" fmla="*/ 28 h 126"/>
              <a:gd name="T28" fmla="*/ 12 w 96"/>
              <a:gd name="T29" fmla="*/ 14 h 126"/>
              <a:gd name="T30" fmla="*/ 24 w 96"/>
              <a:gd name="T31" fmla="*/ 6 h 126"/>
              <a:gd name="T32" fmla="*/ 40 w 96"/>
              <a:gd name="T33" fmla="*/ 0 h 126"/>
              <a:gd name="T34" fmla="*/ 48 w 96"/>
              <a:gd name="T35" fmla="*/ 0 h 126"/>
              <a:gd name="T36" fmla="*/ 72 w 96"/>
              <a:gd name="T37" fmla="*/ 4 h 126"/>
              <a:gd name="T38" fmla="*/ 94 w 96"/>
              <a:gd name="T39" fmla="*/ 14 h 126"/>
              <a:gd name="T40" fmla="*/ 82 w 96"/>
              <a:gd name="T41" fmla="*/ 34 h 126"/>
              <a:gd name="T42" fmla="*/ 56 w 96"/>
              <a:gd name="T43" fmla="*/ 22 h 126"/>
              <a:gd name="T44" fmla="*/ 48 w 96"/>
              <a:gd name="T45" fmla="*/ 22 h 126"/>
              <a:gd name="T46" fmla="*/ 36 w 96"/>
              <a:gd name="T47" fmla="*/ 26 h 126"/>
              <a:gd name="T48" fmla="*/ 32 w 96"/>
              <a:gd name="T49" fmla="*/ 34 h 126"/>
              <a:gd name="T50" fmla="*/ 32 w 96"/>
              <a:gd name="T51" fmla="*/ 34 h 126"/>
              <a:gd name="T52" fmla="*/ 34 w 96"/>
              <a:gd name="T53" fmla="*/ 40 h 126"/>
              <a:gd name="T54" fmla="*/ 58 w 96"/>
              <a:gd name="T55" fmla="*/ 52 h 126"/>
              <a:gd name="T56" fmla="*/ 72 w 96"/>
              <a:gd name="T57" fmla="*/ 56 h 126"/>
              <a:gd name="T58" fmla="*/ 90 w 96"/>
              <a:gd name="T59" fmla="*/ 68 h 126"/>
              <a:gd name="T60" fmla="*/ 96 w 96"/>
              <a:gd name="T61" fmla="*/ 80 h 126"/>
              <a:gd name="T62" fmla="*/ 96 w 96"/>
              <a:gd name="T63" fmla="*/ 88 h 126"/>
              <a:gd name="T64" fmla="*/ 96 w 96"/>
              <a:gd name="T65" fmla="*/ 96 h 126"/>
              <a:gd name="T66" fmla="*/ 90 w 96"/>
              <a:gd name="T67" fmla="*/ 112 h 126"/>
              <a:gd name="T68" fmla="*/ 76 w 96"/>
              <a:gd name="T69" fmla="*/ 120 h 126"/>
              <a:gd name="T70" fmla="*/ 60 w 96"/>
              <a:gd name="T71" fmla="*/ 126 h 126"/>
              <a:gd name="T72" fmla="*/ 52 w 96"/>
              <a:gd name="T73" fmla="*/ 126 h 126"/>
              <a:gd name="T74" fmla="*/ 24 w 96"/>
              <a:gd name="T75" fmla="*/ 122 h 126"/>
              <a:gd name="T76" fmla="*/ 0 w 96"/>
              <a:gd name="T77" fmla="*/ 108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6" h="126">
                <a:moveTo>
                  <a:pt x="0" y="108"/>
                </a:moveTo>
                <a:lnTo>
                  <a:pt x="12" y="88"/>
                </a:lnTo>
                <a:lnTo>
                  <a:pt x="12" y="88"/>
                </a:lnTo>
                <a:lnTo>
                  <a:pt x="22" y="96"/>
                </a:lnTo>
                <a:lnTo>
                  <a:pt x="32" y="100"/>
                </a:lnTo>
                <a:lnTo>
                  <a:pt x="42" y="104"/>
                </a:lnTo>
                <a:lnTo>
                  <a:pt x="52" y="104"/>
                </a:lnTo>
                <a:lnTo>
                  <a:pt x="52" y="104"/>
                </a:lnTo>
                <a:lnTo>
                  <a:pt x="60" y="104"/>
                </a:lnTo>
                <a:lnTo>
                  <a:pt x="66" y="100"/>
                </a:lnTo>
                <a:lnTo>
                  <a:pt x="70" y="96"/>
                </a:lnTo>
                <a:lnTo>
                  <a:pt x="70" y="90"/>
                </a:lnTo>
                <a:lnTo>
                  <a:pt x="70" y="90"/>
                </a:lnTo>
                <a:lnTo>
                  <a:pt x="70" y="90"/>
                </a:lnTo>
                <a:lnTo>
                  <a:pt x="70" y="86"/>
                </a:lnTo>
                <a:lnTo>
                  <a:pt x="68" y="84"/>
                </a:lnTo>
                <a:lnTo>
                  <a:pt x="62" y="80"/>
                </a:lnTo>
                <a:lnTo>
                  <a:pt x="44" y="74"/>
                </a:lnTo>
                <a:lnTo>
                  <a:pt x="44" y="74"/>
                </a:lnTo>
                <a:lnTo>
                  <a:pt x="30" y="68"/>
                </a:lnTo>
                <a:lnTo>
                  <a:pt x="18" y="62"/>
                </a:lnTo>
                <a:lnTo>
                  <a:pt x="12" y="58"/>
                </a:lnTo>
                <a:lnTo>
                  <a:pt x="8" y="52"/>
                </a:lnTo>
                <a:lnTo>
                  <a:pt x="6" y="46"/>
                </a:lnTo>
                <a:lnTo>
                  <a:pt x="6" y="38"/>
                </a:lnTo>
                <a:lnTo>
                  <a:pt x="6" y="36"/>
                </a:lnTo>
                <a:lnTo>
                  <a:pt x="6" y="36"/>
                </a:lnTo>
                <a:lnTo>
                  <a:pt x="6" y="28"/>
                </a:lnTo>
                <a:lnTo>
                  <a:pt x="8" y="22"/>
                </a:lnTo>
                <a:lnTo>
                  <a:pt x="12" y="14"/>
                </a:lnTo>
                <a:lnTo>
                  <a:pt x="18" y="10"/>
                </a:lnTo>
                <a:lnTo>
                  <a:pt x="24" y="6"/>
                </a:lnTo>
                <a:lnTo>
                  <a:pt x="32" y="2"/>
                </a:lnTo>
                <a:lnTo>
                  <a:pt x="40" y="0"/>
                </a:lnTo>
                <a:lnTo>
                  <a:pt x="48" y="0"/>
                </a:lnTo>
                <a:lnTo>
                  <a:pt x="48" y="0"/>
                </a:lnTo>
                <a:lnTo>
                  <a:pt x="60" y="0"/>
                </a:lnTo>
                <a:lnTo>
                  <a:pt x="72" y="4"/>
                </a:lnTo>
                <a:lnTo>
                  <a:pt x="84" y="8"/>
                </a:lnTo>
                <a:lnTo>
                  <a:pt x="94" y="14"/>
                </a:lnTo>
                <a:lnTo>
                  <a:pt x="82" y="34"/>
                </a:lnTo>
                <a:lnTo>
                  <a:pt x="82" y="34"/>
                </a:lnTo>
                <a:lnTo>
                  <a:pt x="64" y="24"/>
                </a:lnTo>
                <a:lnTo>
                  <a:pt x="56" y="22"/>
                </a:lnTo>
                <a:lnTo>
                  <a:pt x="48" y="22"/>
                </a:lnTo>
                <a:lnTo>
                  <a:pt x="48" y="22"/>
                </a:lnTo>
                <a:lnTo>
                  <a:pt x="40" y="22"/>
                </a:lnTo>
                <a:lnTo>
                  <a:pt x="36" y="26"/>
                </a:lnTo>
                <a:lnTo>
                  <a:pt x="32" y="28"/>
                </a:lnTo>
                <a:lnTo>
                  <a:pt x="32" y="34"/>
                </a:lnTo>
                <a:lnTo>
                  <a:pt x="32" y="34"/>
                </a:lnTo>
                <a:lnTo>
                  <a:pt x="32" y="34"/>
                </a:lnTo>
                <a:lnTo>
                  <a:pt x="32" y="38"/>
                </a:lnTo>
                <a:lnTo>
                  <a:pt x="34" y="40"/>
                </a:lnTo>
                <a:lnTo>
                  <a:pt x="40" y="44"/>
                </a:lnTo>
                <a:lnTo>
                  <a:pt x="58" y="52"/>
                </a:lnTo>
                <a:lnTo>
                  <a:pt x="58" y="52"/>
                </a:lnTo>
                <a:lnTo>
                  <a:pt x="72" y="56"/>
                </a:lnTo>
                <a:lnTo>
                  <a:pt x="84" y="64"/>
                </a:lnTo>
                <a:lnTo>
                  <a:pt x="90" y="68"/>
                </a:lnTo>
                <a:lnTo>
                  <a:pt x="94" y="74"/>
                </a:lnTo>
                <a:lnTo>
                  <a:pt x="96" y="80"/>
                </a:lnTo>
                <a:lnTo>
                  <a:pt x="96" y="88"/>
                </a:lnTo>
                <a:lnTo>
                  <a:pt x="96" y="88"/>
                </a:lnTo>
                <a:lnTo>
                  <a:pt x="96" y="88"/>
                </a:lnTo>
                <a:lnTo>
                  <a:pt x="96" y="96"/>
                </a:lnTo>
                <a:lnTo>
                  <a:pt x="94" y="104"/>
                </a:lnTo>
                <a:lnTo>
                  <a:pt x="90" y="112"/>
                </a:lnTo>
                <a:lnTo>
                  <a:pt x="84" y="116"/>
                </a:lnTo>
                <a:lnTo>
                  <a:pt x="76" y="120"/>
                </a:lnTo>
                <a:lnTo>
                  <a:pt x="70" y="124"/>
                </a:lnTo>
                <a:lnTo>
                  <a:pt x="60" y="126"/>
                </a:lnTo>
                <a:lnTo>
                  <a:pt x="52" y="126"/>
                </a:lnTo>
                <a:lnTo>
                  <a:pt x="52" y="126"/>
                </a:lnTo>
                <a:lnTo>
                  <a:pt x="38" y="126"/>
                </a:lnTo>
                <a:lnTo>
                  <a:pt x="24" y="122"/>
                </a:lnTo>
                <a:lnTo>
                  <a:pt x="12" y="116"/>
                </a:lnTo>
                <a:lnTo>
                  <a:pt x="0" y="108"/>
                </a:lnTo>
                <a:lnTo>
                  <a:pt x="0" y="108"/>
                </a:lnTo>
                <a:close/>
              </a:path>
            </a:pathLst>
          </a:custGeom>
          <a:solidFill>
            <a:srgbClr val="F7D30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24" name="Freeform 221"/>
          <p:cNvSpPr>
            <a:spLocks noEditPoints="1"/>
          </p:cNvSpPr>
          <p:nvPr userDrawn="1"/>
        </p:nvSpPr>
        <p:spPr bwMode="auto">
          <a:xfrm>
            <a:off x="4983105" y="1208077"/>
            <a:ext cx="157786" cy="172233"/>
          </a:xfrm>
          <a:custGeom>
            <a:avLst/>
            <a:gdLst>
              <a:gd name="T0" fmla="*/ 0 w 118"/>
              <a:gd name="T1" fmla="*/ 64 h 128"/>
              <a:gd name="T2" fmla="*/ 2 w 118"/>
              <a:gd name="T3" fmla="*/ 52 h 128"/>
              <a:gd name="T4" fmla="*/ 10 w 118"/>
              <a:gd name="T5" fmla="*/ 30 h 128"/>
              <a:gd name="T6" fmla="*/ 26 w 118"/>
              <a:gd name="T7" fmla="*/ 12 h 128"/>
              <a:gd name="T8" fmla="*/ 48 w 118"/>
              <a:gd name="T9" fmla="*/ 2 h 128"/>
              <a:gd name="T10" fmla="*/ 60 w 118"/>
              <a:gd name="T11" fmla="*/ 0 h 128"/>
              <a:gd name="T12" fmla="*/ 86 w 118"/>
              <a:gd name="T13" fmla="*/ 6 h 128"/>
              <a:gd name="T14" fmla="*/ 104 w 118"/>
              <a:gd name="T15" fmla="*/ 20 h 128"/>
              <a:gd name="T16" fmla="*/ 114 w 118"/>
              <a:gd name="T17" fmla="*/ 42 h 128"/>
              <a:gd name="T18" fmla="*/ 118 w 118"/>
              <a:gd name="T19" fmla="*/ 66 h 128"/>
              <a:gd name="T20" fmla="*/ 118 w 118"/>
              <a:gd name="T21" fmla="*/ 74 h 128"/>
              <a:gd name="T22" fmla="*/ 28 w 118"/>
              <a:gd name="T23" fmla="*/ 74 h 128"/>
              <a:gd name="T24" fmla="*/ 36 w 118"/>
              <a:gd name="T25" fmla="*/ 94 h 128"/>
              <a:gd name="T26" fmla="*/ 50 w 118"/>
              <a:gd name="T27" fmla="*/ 104 h 128"/>
              <a:gd name="T28" fmla="*/ 64 w 118"/>
              <a:gd name="T29" fmla="*/ 106 h 128"/>
              <a:gd name="T30" fmla="*/ 82 w 118"/>
              <a:gd name="T31" fmla="*/ 102 h 128"/>
              <a:gd name="T32" fmla="*/ 96 w 118"/>
              <a:gd name="T33" fmla="*/ 92 h 128"/>
              <a:gd name="T34" fmla="*/ 114 w 118"/>
              <a:gd name="T35" fmla="*/ 106 h 128"/>
              <a:gd name="T36" fmla="*/ 92 w 118"/>
              <a:gd name="T37" fmla="*/ 122 h 128"/>
              <a:gd name="T38" fmla="*/ 62 w 118"/>
              <a:gd name="T39" fmla="*/ 128 h 128"/>
              <a:gd name="T40" fmla="*/ 50 w 118"/>
              <a:gd name="T41" fmla="*/ 128 h 128"/>
              <a:gd name="T42" fmla="*/ 28 w 118"/>
              <a:gd name="T43" fmla="*/ 118 h 128"/>
              <a:gd name="T44" fmla="*/ 10 w 118"/>
              <a:gd name="T45" fmla="*/ 102 h 128"/>
              <a:gd name="T46" fmla="*/ 2 w 118"/>
              <a:gd name="T47" fmla="*/ 78 h 128"/>
              <a:gd name="T48" fmla="*/ 0 w 118"/>
              <a:gd name="T49" fmla="*/ 66 h 128"/>
              <a:gd name="T50" fmla="*/ 90 w 118"/>
              <a:gd name="T51" fmla="*/ 56 h 128"/>
              <a:gd name="T52" fmla="*/ 82 w 118"/>
              <a:gd name="T53" fmla="*/ 34 h 128"/>
              <a:gd name="T54" fmla="*/ 72 w 118"/>
              <a:gd name="T55" fmla="*/ 26 h 128"/>
              <a:gd name="T56" fmla="*/ 60 w 118"/>
              <a:gd name="T57" fmla="*/ 24 h 128"/>
              <a:gd name="T58" fmla="*/ 54 w 118"/>
              <a:gd name="T59" fmla="*/ 24 h 128"/>
              <a:gd name="T60" fmla="*/ 38 w 118"/>
              <a:gd name="T61" fmla="*/ 32 h 128"/>
              <a:gd name="T62" fmla="*/ 28 w 118"/>
              <a:gd name="T63" fmla="*/ 5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8" h="128">
                <a:moveTo>
                  <a:pt x="0" y="66"/>
                </a:moveTo>
                <a:lnTo>
                  <a:pt x="0" y="64"/>
                </a:lnTo>
                <a:lnTo>
                  <a:pt x="0" y="64"/>
                </a:lnTo>
                <a:lnTo>
                  <a:pt x="2" y="52"/>
                </a:lnTo>
                <a:lnTo>
                  <a:pt x="4" y="40"/>
                </a:lnTo>
                <a:lnTo>
                  <a:pt x="10" y="30"/>
                </a:lnTo>
                <a:lnTo>
                  <a:pt x="16" y="20"/>
                </a:lnTo>
                <a:lnTo>
                  <a:pt x="26" y="12"/>
                </a:lnTo>
                <a:lnTo>
                  <a:pt x="36" y="6"/>
                </a:lnTo>
                <a:lnTo>
                  <a:pt x="48" y="2"/>
                </a:lnTo>
                <a:lnTo>
                  <a:pt x="60" y="0"/>
                </a:lnTo>
                <a:lnTo>
                  <a:pt x="60" y="0"/>
                </a:lnTo>
                <a:lnTo>
                  <a:pt x="74" y="2"/>
                </a:lnTo>
                <a:lnTo>
                  <a:pt x="86" y="6"/>
                </a:lnTo>
                <a:lnTo>
                  <a:pt x="96" y="12"/>
                </a:lnTo>
                <a:lnTo>
                  <a:pt x="104" y="20"/>
                </a:lnTo>
                <a:lnTo>
                  <a:pt x="110" y="30"/>
                </a:lnTo>
                <a:lnTo>
                  <a:pt x="114" y="42"/>
                </a:lnTo>
                <a:lnTo>
                  <a:pt x="118" y="54"/>
                </a:lnTo>
                <a:lnTo>
                  <a:pt x="118" y="66"/>
                </a:lnTo>
                <a:lnTo>
                  <a:pt x="118" y="66"/>
                </a:lnTo>
                <a:lnTo>
                  <a:pt x="118" y="74"/>
                </a:lnTo>
                <a:lnTo>
                  <a:pt x="28" y="74"/>
                </a:lnTo>
                <a:lnTo>
                  <a:pt x="28" y="74"/>
                </a:lnTo>
                <a:lnTo>
                  <a:pt x="32" y="88"/>
                </a:lnTo>
                <a:lnTo>
                  <a:pt x="36" y="94"/>
                </a:lnTo>
                <a:lnTo>
                  <a:pt x="40" y="98"/>
                </a:lnTo>
                <a:lnTo>
                  <a:pt x="50" y="104"/>
                </a:lnTo>
                <a:lnTo>
                  <a:pt x="64" y="106"/>
                </a:lnTo>
                <a:lnTo>
                  <a:pt x="64" y="106"/>
                </a:lnTo>
                <a:lnTo>
                  <a:pt x="74" y="104"/>
                </a:lnTo>
                <a:lnTo>
                  <a:pt x="82" y="102"/>
                </a:lnTo>
                <a:lnTo>
                  <a:pt x="90" y="98"/>
                </a:lnTo>
                <a:lnTo>
                  <a:pt x="96" y="92"/>
                </a:lnTo>
                <a:lnTo>
                  <a:pt x="114" y="106"/>
                </a:lnTo>
                <a:lnTo>
                  <a:pt x="114" y="106"/>
                </a:lnTo>
                <a:lnTo>
                  <a:pt x="104" y="116"/>
                </a:lnTo>
                <a:lnTo>
                  <a:pt x="92" y="122"/>
                </a:lnTo>
                <a:lnTo>
                  <a:pt x="78" y="128"/>
                </a:lnTo>
                <a:lnTo>
                  <a:pt x="62" y="128"/>
                </a:lnTo>
                <a:lnTo>
                  <a:pt x="62" y="128"/>
                </a:lnTo>
                <a:lnTo>
                  <a:pt x="50" y="128"/>
                </a:lnTo>
                <a:lnTo>
                  <a:pt x="38" y="124"/>
                </a:lnTo>
                <a:lnTo>
                  <a:pt x="28" y="118"/>
                </a:lnTo>
                <a:lnTo>
                  <a:pt x="18" y="112"/>
                </a:lnTo>
                <a:lnTo>
                  <a:pt x="10" y="102"/>
                </a:lnTo>
                <a:lnTo>
                  <a:pt x="4" y="92"/>
                </a:lnTo>
                <a:lnTo>
                  <a:pt x="2" y="78"/>
                </a:lnTo>
                <a:lnTo>
                  <a:pt x="0" y="66"/>
                </a:lnTo>
                <a:lnTo>
                  <a:pt x="0" y="66"/>
                </a:lnTo>
                <a:close/>
                <a:moveTo>
                  <a:pt x="90" y="56"/>
                </a:moveTo>
                <a:lnTo>
                  <a:pt x="90" y="56"/>
                </a:lnTo>
                <a:lnTo>
                  <a:pt x="88" y="44"/>
                </a:lnTo>
                <a:lnTo>
                  <a:pt x="82" y="34"/>
                </a:lnTo>
                <a:lnTo>
                  <a:pt x="78" y="30"/>
                </a:lnTo>
                <a:lnTo>
                  <a:pt x="72" y="26"/>
                </a:lnTo>
                <a:lnTo>
                  <a:pt x="66" y="24"/>
                </a:lnTo>
                <a:lnTo>
                  <a:pt x="60" y="24"/>
                </a:lnTo>
                <a:lnTo>
                  <a:pt x="60" y="24"/>
                </a:lnTo>
                <a:lnTo>
                  <a:pt x="54" y="24"/>
                </a:lnTo>
                <a:lnTo>
                  <a:pt x="48" y="26"/>
                </a:lnTo>
                <a:lnTo>
                  <a:pt x="38" y="32"/>
                </a:lnTo>
                <a:lnTo>
                  <a:pt x="32" y="44"/>
                </a:lnTo>
                <a:lnTo>
                  <a:pt x="28" y="56"/>
                </a:lnTo>
                <a:lnTo>
                  <a:pt x="90" y="56"/>
                </a:lnTo>
                <a:close/>
              </a:path>
            </a:pathLst>
          </a:custGeom>
          <a:solidFill>
            <a:srgbClr val="F7D30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25" name="Freeform 222"/>
          <p:cNvSpPr>
            <a:spLocks noEditPoints="1"/>
          </p:cNvSpPr>
          <p:nvPr userDrawn="1"/>
        </p:nvSpPr>
        <p:spPr bwMode="auto">
          <a:xfrm>
            <a:off x="5189029" y="1148872"/>
            <a:ext cx="168484" cy="231438"/>
          </a:xfrm>
          <a:custGeom>
            <a:avLst/>
            <a:gdLst>
              <a:gd name="T0" fmla="*/ 0 w 126"/>
              <a:gd name="T1" fmla="*/ 108 h 172"/>
              <a:gd name="T2" fmla="*/ 0 w 126"/>
              <a:gd name="T3" fmla="*/ 94 h 172"/>
              <a:gd name="T4" fmla="*/ 10 w 126"/>
              <a:gd name="T5" fmla="*/ 70 h 172"/>
              <a:gd name="T6" fmla="*/ 26 w 126"/>
              <a:gd name="T7" fmla="*/ 54 h 172"/>
              <a:gd name="T8" fmla="*/ 46 w 126"/>
              <a:gd name="T9" fmla="*/ 46 h 172"/>
              <a:gd name="T10" fmla="*/ 56 w 126"/>
              <a:gd name="T11" fmla="*/ 44 h 172"/>
              <a:gd name="T12" fmla="*/ 82 w 126"/>
              <a:gd name="T13" fmla="*/ 52 h 172"/>
              <a:gd name="T14" fmla="*/ 98 w 126"/>
              <a:gd name="T15" fmla="*/ 66 h 172"/>
              <a:gd name="T16" fmla="*/ 126 w 126"/>
              <a:gd name="T17" fmla="*/ 0 h 172"/>
              <a:gd name="T18" fmla="*/ 98 w 126"/>
              <a:gd name="T19" fmla="*/ 170 h 172"/>
              <a:gd name="T20" fmla="*/ 98 w 126"/>
              <a:gd name="T21" fmla="*/ 150 h 172"/>
              <a:gd name="T22" fmla="*/ 82 w 126"/>
              <a:gd name="T23" fmla="*/ 166 h 172"/>
              <a:gd name="T24" fmla="*/ 56 w 126"/>
              <a:gd name="T25" fmla="*/ 172 h 172"/>
              <a:gd name="T26" fmla="*/ 46 w 126"/>
              <a:gd name="T27" fmla="*/ 172 h 172"/>
              <a:gd name="T28" fmla="*/ 26 w 126"/>
              <a:gd name="T29" fmla="*/ 164 h 172"/>
              <a:gd name="T30" fmla="*/ 10 w 126"/>
              <a:gd name="T31" fmla="*/ 146 h 172"/>
              <a:gd name="T32" fmla="*/ 0 w 126"/>
              <a:gd name="T33" fmla="*/ 124 h 172"/>
              <a:gd name="T34" fmla="*/ 0 w 126"/>
              <a:gd name="T35" fmla="*/ 108 h 172"/>
              <a:gd name="T36" fmla="*/ 98 w 126"/>
              <a:gd name="T37" fmla="*/ 108 h 172"/>
              <a:gd name="T38" fmla="*/ 98 w 126"/>
              <a:gd name="T39" fmla="*/ 100 h 172"/>
              <a:gd name="T40" fmla="*/ 92 w 126"/>
              <a:gd name="T41" fmla="*/ 86 h 172"/>
              <a:gd name="T42" fmla="*/ 82 w 126"/>
              <a:gd name="T43" fmla="*/ 76 h 172"/>
              <a:gd name="T44" fmla="*/ 70 w 126"/>
              <a:gd name="T45" fmla="*/ 70 h 172"/>
              <a:gd name="T46" fmla="*/ 62 w 126"/>
              <a:gd name="T47" fmla="*/ 70 h 172"/>
              <a:gd name="T48" fmla="*/ 50 w 126"/>
              <a:gd name="T49" fmla="*/ 72 h 172"/>
              <a:gd name="T50" fmla="*/ 38 w 126"/>
              <a:gd name="T51" fmla="*/ 80 h 172"/>
              <a:gd name="T52" fmla="*/ 30 w 126"/>
              <a:gd name="T53" fmla="*/ 92 h 172"/>
              <a:gd name="T54" fmla="*/ 28 w 126"/>
              <a:gd name="T55" fmla="*/ 108 h 172"/>
              <a:gd name="T56" fmla="*/ 28 w 126"/>
              <a:gd name="T57" fmla="*/ 108 h 172"/>
              <a:gd name="T58" fmla="*/ 30 w 126"/>
              <a:gd name="T59" fmla="*/ 126 h 172"/>
              <a:gd name="T60" fmla="*/ 38 w 126"/>
              <a:gd name="T61" fmla="*/ 138 h 172"/>
              <a:gd name="T62" fmla="*/ 50 w 126"/>
              <a:gd name="T63" fmla="*/ 146 h 172"/>
              <a:gd name="T64" fmla="*/ 62 w 126"/>
              <a:gd name="T65" fmla="*/ 148 h 172"/>
              <a:gd name="T66" fmla="*/ 70 w 126"/>
              <a:gd name="T67" fmla="*/ 148 h 172"/>
              <a:gd name="T68" fmla="*/ 82 w 126"/>
              <a:gd name="T69" fmla="*/ 142 h 172"/>
              <a:gd name="T70" fmla="*/ 92 w 126"/>
              <a:gd name="T71" fmla="*/ 132 h 172"/>
              <a:gd name="T72" fmla="*/ 98 w 126"/>
              <a:gd name="T73" fmla="*/ 118 h 172"/>
              <a:gd name="T74" fmla="*/ 98 w 126"/>
              <a:gd name="T75" fmla="*/ 108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6" h="172">
                <a:moveTo>
                  <a:pt x="0" y="108"/>
                </a:moveTo>
                <a:lnTo>
                  <a:pt x="0" y="108"/>
                </a:lnTo>
                <a:lnTo>
                  <a:pt x="0" y="108"/>
                </a:lnTo>
                <a:lnTo>
                  <a:pt x="0" y="94"/>
                </a:lnTo>
                <a:lnTo>
                  <a:pt x="4" y="82"/>
                </a:lnTo>
                <a:lnTo>
                  <a:pt x="10" y="70"/>
                </a:lnTo>
                <a:lnTo>
                  <a:pt x="16" y="62"/>
                </a:lnTo>
                <a:lnTo>
                  <a:pt x="26" y="54"/>
                </a:lnTo>
                <a:lnTo>
                  <a:pt x="36" y="50"/>
                </a:lnTo>
                <a:lnTo>
                  <a:pt x="46" y="46"/>
                </a:lnTo>
                <a:lnTo>
                  <a:pt x="56" y="44"/>
                </a:lnTo>
                <a:lnTo>
                  <a:pt x="56" y="44"/>
                </a:lnTo>
                <a:lnTo>
                  <a:pt x="70" y="46"/>
                </a:lnTo>
                <a:lnTo>
                  <a:pt x="82" y="52"/>
                </a:lnTo>
                <a:lnTo>
                  <a:pt x="90" y="58"/>
                </a:lnTo>
                <a:lnTo>
                  <a:pt x="98" y="66"/>
                </a:lnTo>
                <a:lnTo>
                  <a:pt x="98" y="0"/>
                </a:lnTo>
                <a:lnTo>
                  <a:pt x="126" y="0"/>
                </a:lnTo>
                <a:lnTo>
                  <a:pt x="126" y="170"/>
                </a:lnTo>
                <a:lnTo>
                  <a:pt x="98" y="170"/>
                </a:lnTo>
                <a:lnTo>
                  <a:pt x="98" y="150"/>
                </a:lnTo>
                <a:lnTo>
                  <a:pt x="98" y="150"/>
                </a:lnTo>
                <a:lnTo>
                  <a:pt x="90" y="158"/>
                </a:lnTo>
                <a:lnTo>
                  <a:pt x="82" y="166"/>
                </a:lnTo>
                <a:lnTo>
                  <a:pt x="70" y="170"/>
                </a:lnTo>
                <a:lnTo>
                  <a:pt x="56" y="172"/>
                </a:lnTo>
                <a:lnTo>
                  <a:pt x="56" y="172"/>
                </a:lnTo>
                <a:lnTo>
                  <a:pt x="46" y="172"/>
                </a:lnTo>
                <a:lnTo>
                  <a:pt x="36" y="168"/>
                </a:lnTo>
                <a:lnTo>
                  <a:pt x="26" y="164"/>
                </a:lnTo>
                <a:lnTo>
                  <a:pt x="18" y="156"/>
                </a:lnTo>
                <a:lnTo>
                  <a:pt x="10" y="146"/>
                </a:lnTo>
                <a:lnTo>
                  <a:pt x="4" y="136"/>
                </a:lnTo>
                <a:lnTo>
                  <a:pt x="0" y="124"/>
                </a:lnTo>
                <a:lnTo>
                  <a:pt x="0" y="108"/>
                </a:lnTo>
                <a:lnTo>
                  <a:pt x="0" y="108"/>
                </a:lnTo>
                <a:close/>
                <a:moveTo>
                  <a:pt x="98" y="108"/>
                </a:moveTo>
                <a:lnTo>
                  <a:pt x="98" y="108"/>
                </a:lnTo>
                <a:lnTo>
                  <a:pt x="98" y="108"/>
                </a:lnTo>
                <a:lnTo>
                  <a:pt x="98" y="100"/>
                </a:lnTo>
                <a:lnTo>
                  <a:pt x="96" y="92"/>
                </a:lnTo>
                <a:lnTo>
                  <a:pt x="92" y="86"/>
                </a:lnTo>
                <a:lnTo>
                  <a:pt x="88" y="80"/>
                </a:lnTo>
                <a:lnTo>
                  <a:pt x="82" y="76"/>
                </a:lnTo>
                <a:lnTo>
                  <a:pt x="76" y="72"/>
                </a:lnTo>
                <a:lnTo>
                  <a:pt x="70" y="70"/>
                </a:lnTo>
                <a:lnTo>
                  <a:pt x="62" y="70"/>
                </a:lnTo>
                <a:lnTo>
                  <a:pt x="62" y="70"/>
                </a:lnTo>
                <a:lnTo>
                  <a:pt x="56" y="70"/>
                </a:lnTo>
                <a:lnTo>
                  <a:pt x="50" y="72"/>
                </a:lnTo>
                <a:lnTo>
                  <a:pt x="44" y="76"/>
                </a:lnTo>
                <a:lnTo>
                  <a:pt x="38" y="80"/>
                </a:lnTo>
                <a:lnTo>
                  <a:pt x="34" y="86"/>
                </a:lnTo>
                <a:lnTo>
                  <a:pt x="30" y="92"/>
                </a:lnTo>
                <a:lnTo>
                  <a:pt x="28" y="100"/>
                </a:lnTo>
                <a:lnTo>
                  <a:pt x="28" y="108"/>
                </a:lnTo>
                <a:lnTo>
                  <a:pt x="28" y="108"/>
                </a:lnTo>
                <a:lnTo>
                  <a:pt x="28" y="108"/>
                </a:lnTo>
                <a:lnTo>
                  <a:pt x="28" y="118"/>
                </a:lnTo>
                <a:lnTo>
                  <a:pt x="30" y="126"/>
                </a:lnTo>
                <a:lnTo>
                  <a:pt x="34" y="132"/>
                </a:lnTo>
                <a:lnTo>
                  <a:pt x="38" y="138"/>
                </a:lnTo>
                <a:lnTo>
                  <a:pt x="44" y="142"/>
                </a:lnTo>
                <a:lnTo>
                  <a:pt x="50" y="146"/>
                </a:lnTo>
                <a:lnTo>
                  <a:pt x="56" y="148"/>
                </a:lnTo>
                <a:lnTo>
                  <a:pt x="62" y="148"/>
                </a:lnTo>
                <a:lnTo>
                  <a:pt x="62" y="148"/>
                </a:lnTo>
                <a:lnTo>
                  <a:pt x="70" y="148"/>
                </a:lnTo>
                <a:lnTo>
                  <a:pt x="76" y="146"/>
                </a:lnTo>
                <a:lnTo>
                  <a:pt x="82" y="142"/>
                </a:lnTo>
                <a:lnTo>
                  <a:pt x="88" y="138"/>
                </a:lnTo>
                <a:lnTo>
                  <a:pt x="92" y="132"/>
                </a:lnTo>
                <a:lnTo>
                  <a:pt x="96" y="124"/>
                </a:lnTo>
                <a:lnTo>
                  <a:pt x="98" y="118"/>
                </a:lnTo>
                <a:lnTo>
                  <a:pt x="98" y="108"/>
                </a:lnTo>
                <a:lnTo>
                  <a:pt x="98" y="108"/>
                </a:lnTo>
                <a:close/>
              </a:path>
            </a:pathLst>
          </a:custGeom>
          <a:solidFill>
            <a:srgbClr val="F7D30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26" name="Freeform 223"/>
          <p:cNvSpPr>
            <a:spLocks noEditPoints="1"/>
          </p:cNvSpPr>
          <p:nvPr userDrawn="1"/>
        </p:nvSpPr>
        <p:spPr bwMode="auto">
          <a:xfrm>
            <a:off x="5523322" y="1210768"/>
            <a:ext cx="149763" cy="169542"/>
          </a:xfrm>
          <a:custGeom>
            <a:avLst/>
            <a:gdLst>
              <a:gd name="T0" fmla="*/ 84 w 112"/>
              <a:gd name="T1" fmla="*/ 108 h 126"/>
              <a:gd name="T2" fmla="*/ 76 w 112"/>
              <a:gd name="T3" fmla="*/ 116 h 126"/>
              <a:gd name="T4" fmla="*/ 56 w 112"/>
              <a:gd name="T5" fmla="*/ 126 h 126"/>
              <a:gd name="T6" fmla="*/ 44 w 112"/>
              <a:gd name="T7" fmla="*/ 126 h 126"/>
              <a:gd name="T8" fmla="*/ 28 w 112"/>
              <a:gd name="T9" fmla="*/ 124 h 126"/>
              <a:gd name="T10" fmla="*/ 14 w 112"/>
              <a:gd name="T11" fmla="*/ 116 h 126"/>
              <a:gd name="T12" fmla="*/ 4 w 112"/>
              <a:gd name="T13" fmla="*/ 104 h 126"/>
              <a:gd name="T14" fmla="*/ 0 w 112"/>
              <a:gd name="T15" fmla="*/ 88 h 126"/>
              <a:gd name="T16" fmla="*/ 0 w 112"/>
              <a:gd name="T17" fmla="*/ 88 h 126"/>
              <a:gd name="T18" fmla="*/ 4 w 112"/>
              <a:gd name="T19" fmla="*/ 70 h 126"/>
              <a:gd name="T20" fmla="*/ 14 w 112"/>
              <a:gd name="T21" fmla="*/ 58 h 126"/>
              <a:gd name="T22" fmla="*/ 30 w 112"/>
              <a:gd name="T23" fmla="*/ 50 h 126"/>
              <a:gd name="T24" fmla="*/ 50 w 112"/>
              <a:gd name="T25" fmla="*/ 48 h 126"/>
              <a:gd name="T26" fmla="*/ 68 w 112"/>
              <a:gd name="T27" fmla="*/ 50 h 126"/>
              <a:gd name="T28" fmla="*/ 84 w 112"/>
              <a:gd name="T29" fmla="*/ 50 h 126"/>
              <a:gd name="T30" fmla="*/ 82 w 112"/>
              <a:gd name="T31" fmla="*/ 40 h 126"/>
              <a:gd name="T32" fmla="*/ 76 w 112"/>
              <a:gd name="T33" fmla="*/ 32 h 126"/>
              <a:gd name="T34" fmla="*/ 54 w 112"/>
              <a:gd name="T35" fmla="*/ 24 h 126"/>
              <a:gd name="T36" fmla="*/ 36 w 112"/>
              <a:gd name="T37" fmla="*/ 26 h 126"/>
              <a:gd name="T38" fmla="*/ 10 w 112"/>
              <a:gd name="T39" fmla="*/ 10 h 126"/>
              <a:gd name="T40" fmla="*/ 32 w 112"/>
              <a:gd name="T41" fmla="*/ 2 h 126"/>
              <a:gd name="T42" fmla="*/ 58 w 112"/>
              <a:gd name="T43" fmla="*/ 0 h 126"/>
              <a:gd name="T44" fmla="*/ 70 w 112"/>
              <a:gd name="T45" fmla="*/ 0 h 126"/>
              <a:gd name="T46" fmla="*/ 90 w 112"/>
              <a:gd name="T47" fmla="*/ 8 h 126"/>
              <a:gd name="T48" fmla="*/ 104 w 112"/>
              <a:gd name="T49" fmla="*/ 20 h 126"/>
              <a:gd name="T50" fmla="*/ 110 w 112"/>
              <a:gd name="T51" fmla="*/ 40 h 126"/>
              <a:gd name="T52" fmla="*/ 112 w 112"/>
              <a:gd name="T53" fmla="*/ 124 h 126"/>
              <a:gd name="T54" fmla="*/ 84 w 112"/>
              <a:gd name="T55" fmla="*/ 72 h 126"/>
              <a:gd name="T56" fmla="*/ 72 w 112"/>
              <a:gd name="T57" fmla="*/ 70 h 126"/>
              <a:gd name="T58" fmla="*/ 56 w 112"/>
              <a:gd name="T59" fmla="*/ 68 h 126"/>
              <a:gd name="T60" fmla="*/ 36 w 112"/>
              <a:gd name="T61" fmla="*/ 72 h 126"/>
              <a:gd name="T62" fmla="*/ 28 w 112"/>
              <a:gd name="T63" fmla="*/ 86 h 126"/>
              <a:gd name="T64" fmla="*/ 28 w 112"/>
              <a:gd name="T65" fmla="*/ 88 h 126"/>
              <a:gd name="T66" fmla="*/ 34 w 112"/>
              <a:gd name="T67" fmla="*/ 100 h 126"/>
              <a:gd name="T68" fmla="*/ 52 w 112"/>
              <a:gd name="T69" fmla="*/ 106 h 126"/>
              <a:gd name="T70" fmla="*/ 64 w 112"/>
              <a:gd name="T71" fmla="*/ 104 h 126"/>
              <a:gd name="T72" fmla="*/ 82 w 112"/>
              <a:gd name="T73" fmla="*/ 90 h 126"/>
              <a:gd name="T74" fmla="*/ 84 w 112"/>
              <a:gd name="T75" fmla="*/ 8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12" h="126">
                <a:moveTo>
                  <a:pt x="84" y="124"/>
                </a:moveTo>
                <a:lnTo>
                  <a:pt x="84" y="108"/>
                </a:lnTo>
                <a:lnTo>
                  <a:pt x="84" y="108"/>
                </a:lnTo>
                <a:lnTo>
                  <a:pt x="76" y="116"/>
                </a:lnTo>
                <a:lnTo>
                  <a:pt x="68" y="122"/>
                </a:lnTo>
                <a:lnTo>
                  <a:pt x="56" y="126"/>
                </a:lnTo>
                <a:lnTo>
                  <a:pt x="44" y="126"/>
                </a:lnTo>
                <a:lnTo>
                  <a:pt x="44" y="126"/>
                </a:lnTo>
                <a:lnTo>
                  <a:pt x="36" y="126"/>
                </a:lnTo>
                <a:lnTo>
                  <a:pt x="28" y="124"/>
                </a:lnTo>
                <a:lnTo>
                  <a:pt x="20" y="120"/>
                </a:lnTo>
                <a:lnTo>
                  <a:pt x="14" y="116"/>
                </a:lnTo>
                <a:lnTo>
                  <a:pt x="8" y="112"/>
                </a:lnTo>
                <a:lnTo>
                  <a:pt x="4" y="104"/>
                </a:lnTo>
                <a:lnTo>
                  <a:pt x="2" y="98"/>
                </a:lnTo>
                <a:lnTo>
                  <a:pt x="0" y="88"/>
                </a:lnTo>
                <a:lnTo>
                  <a:pt x="0" y="88"/>
                </a:lnTo>
                <a:lnTo>
                  <a:pt x="0" y="88"/>
                </a:lnTo>
                <a:lnTo>
                  <a:pt x="2" y="78"/>
                </a:lnTo>
                <a:lnTo>
                  <a:pt x="4" y="70"/>
                </a:lnTo>
                <a:lnTo>
                  <a:pt x="8" y="64"/>
                </a:lnTo>
                <a:lnTo>
                  <a:pt x="14" y="58"/>
                </a:lnTo>
                <a:lnTo>
                  <a:pt x="22" y="54"/>
                </a:lnTo>
                <a:lnTo>
                  <a:pt x="30" y="50"/>
                </a:lnTo>
                <a:lnTo>
                  <a:pt x="40" y="48"/>
                </a:lnTo>
                <a:lnTo>
                  <a:pt x="50" y="48"/>
                </a:lnTo>
                <a:lnTo>
                  <a:pt x="50" y="48"/>
                </a:lnTo>
                <a:lnTo>
                  <a:pt x="68" y="50"/>
                </a:lnTo>
                <a:lnTo>
                  <a:pt x="84" y="54"/>
                </a:lnTo>
                <a:lnTo>
                  <a:pt x="84" y="50"/>
                </a:lnTo>
                <a:lnTo>
                  <a:pt x="84" y="50"/>
                </a:lnTo>
                <a:lnTo>
                  <a:pt x="82" y="40"/>
                </a:lnTo>
                <a:lnTo>
                  <a:pt x="80" y="36"/>
                </a:lnTo>
                <a:lnTo>
                  <a:pt x="76" y="32"/>
                </a:lnTo>
                <a:lnTo>
                  <a:pt x="66" y="26"/>
                </a:lnTo>
                <a:lnTo>
                  <a:pt x="54" y="24"/>
                </a:lnTo>
                <a:lnTo>
                  <a:pt x="54" y="24"/>
                </a:lnTo>
                <a:lnTo>
                  <a:pt x="36" y="26"/>
                </a:lnTo>
                <a:lnTo>
                  <a:pt x="18" y="32"/>
                </a:lnTo>
                <a:lnTo>
                  <a:pt x="10" y="10"/>
                </a:lnTo>
                <a:lnTo>
                  <a:pt x="10" y="10"/>
                </a:lnTo>
                <a:lnTo>
                  <a:pt x="32" y="2"/>
                </a:lnTo>
                <a:lnTo>
                  <a:pt x="44" y="0"/>
                </a:lnTo>
                <a:lnTo>
                  <a:pt x="58" y="0"/>
                </a:lnTo>
                <a:lnTo>
                  <a:pt x="58" y="0"/>
                </a:lnTo>
                <a:lnTo>
                  <a:pt x="70" y="0"/>
                </a:lnTo>
                <a:lnTo>
                  <a:pt x="82" y="4"/>
                </a:lnTo>
                <a:lnTo>
                  <a:pt x="90" y="8"/>
                </a:lnTo>
                <a:lnTo>
                  <a:pt x="98" y="14"/>
                </a:lnTo>
                <a:lnTo>
                  <a:pt x="104" y="20"/>
                </a:lnTo>
                <a:lnTo>
                  <a:pt x="108" y="30"/>
                </a:lnTo>
                <a:lnTo>
                  <a:pt x="110" y="40"/>
                </a:lnTo>
                <a:lnTo>
                  <a:pt x="112" y="52"/>
                </a:lnTo>
                <a:lnTo>
                  <a:pt x="112" y="124"/>
                </a:lnTo>
                <a:lnTo>
                  <a:pt x="84" y="124"/>
                </a:lnTo>
                <a:close/>
                <a:moveTo>
                  <a:pt x="84" y="72"/>
                </a:moveTo>
                <a:lnTo>
                  <a:pt x="84" y="72"/>
                </a:lnTo>
                <a:lnTo>
                  <a:pt x="72" y="70"/>
                </a:lnTo>
                <a:lnTo>
                  <a:pt x="56" y="68"/>
                </a:lnTo>
                <a:lnTo>
                  <a:pt x="56" y="68"/>
                </a:lnTo>
                <a:lnTo>
                  <a:pt x="44" y="70"/>
                </a:lnTo>
                <a:lnTo>
                  <a:pt x="36" y="72"/>
                </a:lnTo>
                <a:lnTo>
                  <a:pt x="30" y="78"/>
                </a:lnTo>
                <a:lnTo>
                  <a:pt x="28" y="86"/>
                </a:lnTo>
                <a:lnTo>
                  <a:pt x="28" y="88"/>
                </a:lnTo>
                <a:lnTo>
                  <a:pt x="28" y="88"/>
                </a:lnTo>
                <a:lnTo>
                  <a:pt x="30" y="94"/>
                </a:lnTo>
                <a:lnTo>
                  <a:pt x="34" y="100"/>
                </a:lnTo>
                <a:lnTo>
                  <a:pt x="42" y="104"/>
                </a:lnTo>
                <a:lnTo>
                  <a:pt x="52" y="106"/>
                </a:lnTo>
                <a:lnTo>
                  <a:pt x="52" y="106"/>
                </a:lnTo>
                <a:lnTo>
                  <a:pt x="64" y="104"/>
                </a:lnTo>
                <a:lnTo>
                  <a:pt x="74" y="98"/>
                </a:lnTo>
                <a:lnTo>
                  <a:pt x="82" y="90"/>
                </a:lnTo>
                <a:lnTo>
                  <a:pt x="84" y="86"/>
                </a:lnTo>
                <a:lnTo>
                  <a:pt x="84" y="80"/>
                </a:lnTo>
                <a:lnTo>
                  <a:pt x="84" y="72"/>
                </a:lnTo>
                <a:close/>
              </a:path>
            </a:pathLst>
          </a:custGeom>
          <a:solidFill>
            <a:srgbClr val="F7D30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28" name="Freeform 224"/>
          <p:cNvSpPr>
            <a:spLocks noEditPoints="1"/>
          </p:cNvSpPr>
          <p:nvPr userDrawn="1"/>
        </p:nvSpPr>
        <p:spPr bwMode="auto">
          <a:xfrm>
            <a:off x="5734595" y="1208077"/>
            <a:ext cx="168484" cy="220673"/>
          </a:xfrm>
          <a:custGeom>
            <a:avLst/>
            <a:gdLst>
              <a:gd name="T0" fmla="*/ 28 w 126"/>
              <a:gd name="T1" fmla="*/ 4 h 164"/>
              <a:gd name="T2" fmla="*/ 28 w 126"/>
              <a:gd name="T3" fmla="*/ 24 h 164"/>
              <a:gd name="T4" fmla="*/ 46 w 126"/>
              <a:gd name="T5" fmla="*/ 8 h 164"/>
              <a:gd name="T6" fmla="*/ 70 w 126"/>
              <a:gd name="T7" fmla="*/ 0 h 164"/>
              <a:gd name="T8" fmla="*/ 80 w 126"/>
              <a:gd name="T9" fmla="*/ 2 h 164"/>
              <a:gd name="T10" fmla="*/ 100 w 126"/>
              <a:gd name="T11" fmla="*/ 10 h 164"/>
              <a:gd name="T12" fmla="*/ 116 w 126"/>
              <a:gd name="T13" fmla="*/ 26 h 164"/>
              <a:gd name="T14" fmla="*/ 126 w 126"/>
              <a:gd name="T15" fmla="*/ 50 h 164"/>
              <a:gd name="T16" fmla="*/ 126 w 126"/>
              <a:gd name="T17" fmla="*/ 64 h 164"/>
              <a:gd name="T18" fmla="*/ 126 w 126"/>
              <a:gd name="T19" fmla="*/ 80 h 164"/>
              <a:gd name="T20" fmla="*/ 116 w 126"/>
              <a:gd name="T21" fmla="*/ 102 h 164"/>
              <a:gd name="T22" fmla="*/ 100 w 126"/>
              <a:gd name="T23" fmla="*/ 120 h 164"/>
              <a:gd name="T24" fmla="*/ 80 w 126"/>
              <a:gd name="T25" fmla="*/ 128 h 164"/>
              <a:gd name="T26" fmla="*/ 70 w 126"/>
              <a:gd name="T27" fmla="*/ 128 h 164"/>
              <a:gd name="T28" fmla="*/ 44 w 126"/>
              <a:gd name="T29" fmla="*/ 122 h 164"/>
              <a:gd name="T30" fmla="*/ 28 w 126"/>
              <a:gd name="T31" fmla="*/ 106 h 164"/>
              <a:gd name="T32" fmla="*/ 0 w 126"/>
              <a:gd name="T33" fmla="*/ 164 h 164"/>
              <a:gd name="T34" fmla="*/ 98 w 126"/>
              <a:gd name="T35" fmla="*/ 64 h 164"/>
              <a:gd name="T36" fmla="*/ 98 w 126"/>
              <a:gd name="T37" fmla="*/ 64 h 164"/>
              <a:gd name="T38" fmla="*/ 96 w 126"/>
              <a:gd name="T39" fmla="*/ 48 h 164"/>
              <a:gd name="T40" fmla="*/ 88 w 126"/>
              <a:gd name="T41" fmla="*/ 36 h 164"/>
              <a:gd name="T42" fmla="*/ 76 w 126"/>
              <a:gd name="T43" fmla="*/ 28 h 164"/>
              <a:gd name="T44" fmla="*/ 64 w 126"/>
              <a:gd name="T45" fmla="*/ 26 h 164"/>
              <a:gd name="T46" fmla="*/ 56 w 126"/>
              <a:gd name="T47" fmla="*/ 26 h 164"/>
              <a:gd name="T48" fmla="*/ 44 w 126"/>
              <a:gd name="T49" fmla="*/ 32 h 164"/>
              <a:gd name="T50" fmla="*/ 34 w 126"/>
              <a:gd name="T51" fmla="*/ 42 h 164"/>
              <a:gd name="T52" fmla="*/ 28 w 126"/>
              <a:gd name="T53" fmla="*/ 56 h 164"/>
              <a:gd name="T54" fmla="*/ 28 w 126"/>
              <a:gd name="T55" fmla="*/ 64 h 164"/>
              <a:gd name="T56" fmla="*/ 28 w 126"/>
              <a:gd name="T57" fmla="*/ 74 h 164"/>
              <a:gd name="T58" fmla="*/ 34 w 126"/>
              <a:gd name="T59" fmla="*/ 88 h 164"/>
              <a:gd name="T60" fmla="*/ 44 w 126"/>
              <a:gd name="T61" fmla="*/ 98 h 164"/>
              <a:gd name="T62" fmla="*/ 56 w 126"/>
              <a:gd name="T63" fmla="*/ 104 h 164"/>
              <a:gd name="T64" fmla="*/ 64 w 126"/>
              <a:gd name="T65" fmla="*/ 104 h 164"/>
              <a:gd name="T66" fmla="*/ 76 w 126"/>
              <a:gd name="T67" fmla="*/ 102 h 164"/>
              <a:gd name="T68" fmla="*/ 88 w 126"/>
              <a:gd name="T69" fmla="*/ 94 h 164"/>
              <a:gd name="T70" fmla="*/ 96 w 126"/>
              <a:gd name="T71" fmla="*/ 82 h 164"/>
              <a:gd name="T72" fmla="*/ 98 w 126"/>
              <a:gd name="T73" fmla="*/ 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64">
                <a:moveTo>
                  <a:pt x="0" y="4"/>
                </a:moveTo>
                <a:lnTo>
                  <a:pt x="28" y="4"/>
                </a:lnTo>
                <a:lnTo>
                  <a:pt x="28" y="24"/>
                </a:lnTo>
                <a:lnTo>
                  <a:pt x="28" y="24"/>
                </a:lnTo>
                <a:lnTo>
                  <a:pt x="36" y="14"/>
                </a:lnTo>
                <a:lnTo>
                  <a:pt x="46" y="8"/>
                </a:lnTo>
                <a:lnTo>
                  <a:pt x="56" y="2"/>
                </a:lnTo>
                <a:lnTo>
                  <a:pt x="70" y="0"/>
                </a:lnTo>
                <a:lnTo>
                  <a:pt x="70" y="0"/>
                </a:lnTo>
                <a:lnTo>
                  <a:pt x="80" y="2"/>
                </a:lnTo>
                <a:lnTo>
                  <a:pt x="90" y="6"/>
                </a:lnTo>
                <a:lnTo>
                  <a:pt x="100" y="10"/>
                </a:lnTo>
                <a:lnTo>
                  <a:pt x="110" y="18"/>
                </a:lnTo>
                <a:lnTo>
                  <a:pt x="116" y="26"/>
                </a:lnTo>
                <a:lnTo>
                  <a:pt x="122" y="38"/>
                </a:lnTo>
                <a:lnTo>
                  <a:pt x="126" y="50"/>
                </a:lnTo>
                <a:lnTo>
                  <a:pt x="126" y="64"/>
                </a:lnTo>
                <a:lnTo>
                  <a:pt x="126" y="64"/>
                </a:lnTo>
                <a:lnTo>
                  <a:pt x="126" y="64"/>
                </a:lnTo>
                <a:lnTo>
                  <a:pt x="126" y="80"/>
                </a:lnTo>
                <a:lnTo>
                  <a:pt x="122" y="92"/>
                </a:lnTo>
                <a:lnTo>
                  <a:pt x="116" y="102"/>
                </a:lnTo>
                <a:lnTo>
                  <a:pt x="110" y="112"/>
                </a:lnTo>
                <a:lnTo>
                  <a:pt x="100" y="120"/>
                </a:lnTo>
                <a:lnTo>
                  <a:pt x="92" y="124"/>
                </a:lnTo>
                <a:lnTo>
                  <a:pt x="80" y="128"/>
                </a:lnTo>
                <a:lnTo>
                  <a:pt x="70" y="128"/>
                </a:lnTo>
                <a:lnTo>
                  <a:pt x="70" y="128"/>
                </a:lnTo>
                <a:lnTo>
                  <a:pt x="56" y="126"/>
                </a:lnTo>
                <a:lnTo>
                  <a:pt x="44" y="122"/>
                </a:lnTo>
                <a:lnTo>
                  <a:pt x="36" y="116"/>
                </a:lnTo>
                <a:lnTo>
                  <a:pt x="28" y="106"/>
                </a:lnTo>
                <a:lnTo>
                  <a:pt x="28" y="164"/>
                </a:lnTo>
                <a:lnTo>
                  <a:pt x="0" y="164"/>
                </a:lnTo>
                <a:lnTo>
                  <a:pt x="0" y="4"/>
                </a:lnTo>
                <a:close/>
                <a:moveTo>
                  <a:pt x="98" y="64"/>
                </a:moveTo>
                <a:lnTo>
                  <a:pt x="98" y="64"/>
                </a:lnTo>
                <a:lnTo>
                  <a:pt x="98" y="64"/>
                </a:lnTo>
                <a:lnTo>
                  <a:pt x="98" y="56"/>
                </a:lnTo>
                <a:lnTo>
                  <a:pt x="96" y="48"/>
                </a:lnTo>
                <a:lnTo>
                  <a:pt x="92" y="42"/>
                </a:lnTo>
                <a:lnTo>
                  <a:pt x="88" y="36"/>
                </a:lnTo>
                <a:lnTo>
                  <a:pt x="82" y="32"/>
                </a:lnTo>
                <a:lnTo>
                  <a:pt x="76" y="28"/>
                </a:lnTo>
                <a:lnTo>
                  <a:pt x="70" y="26"/>
                </a:lnTo>
                <a:lnTo>
                  <a:pt x="64" y="26"/>
                </a:lnTo>
                <a:lnTo>
                  <a:pt x="64" y="26"/>
                </a:lnTo>
                <a:lnTo>
                  <a:pt x="56" y="26"/>
                </a:lnTo>
                <a:lnTo>
                  <a:pt x="50" y="28"/>
                </a:lnTo>
                <a:lnTo>
                  <a:pt x="44" y="32"/>
                </a:lnTo>
                <a:lnTo>
                  <a:pt x="38" y="36"/>
                </a:lnTo>
                <a:lnTo>
                  <a:pt x="34" y="42"/>
                </a:lnTo>
                <a:lnTo>
                  <a:pt x="30" y="48"/>
                </a:lnTo>
                <a:lnTo>
                  <a:pt x="28" y="56"/>
                </a:lnTo>
                <a:lnTo>
                  <a:pt x="28" y="64"/>
                </a:lnTo>
                <a:lnTo>
                  <a:pt x="28" y="64"/>
                </a:lnTo>
                <a:lnTo>
                  <a:pt x="28" y="64"/>
                </a:lnTo>
                <a:lnTo>
                  <a:pt x="28" y="74"/>
                </a:lnTo>
                <a:lnTo>
                  <a:pt x="30" y="82"/>
                </a:lnTo>
                <a:lnTo>
                  <a:pt x="34" y="88"/>
                </a:lnTo>
                <a:lnTo>
                  <a:pt x="38" y="94"/>
                </a:lnTo>
                <a:lnTo>
                  <a:pt x="44" y="98"/>
                </a:lnTo>
                <a:lnTo>
                  <a:pt x="50" y="102"/>
                </a:lnTo>
                <a:lnTo>
                  <a:pt x="56" y="104"/>
                </a:lnTo>
                <a:lnTo>
                  <a:pt x="64" y="104"/>
                </a:lnTo>
                <a:lnTo>
                  <a:pt x="64" y="104"/>
                </a:lnTo>
                <a:lnTo>
                  <a:pt x="70" y="104"/>
                </a:lnTo>
                <a:lnTo>
                  <a:pt x="76" y="102"/>
                </a:lnTo>
                <a:lnTo>
                  <a:pt x="82" y="98"/>
                </a:lnTo>
                <a:lnTo>
                  <a:pt x="88" y="94"/>
                </a:lnTo>
                <a:lnTo>
                  <a:pt x="92" y="88"/>
                </a:lnTo>
                <a:lnTo>
                  <a:pt x="96" y="82"/>
                </a:lnTo>
                <a:lnTo>
                  <a:pt x="98" y="74"/>
                </a:lnTo>
                <a:lnTo>
                  <a:pt x="98" y="64"/>
                </a:lnTo>
                <a:lnTo>
                  <a:pt x="98" y="64"/>
                </a:lnTo>
                <a:close/>
              </a:path>
            </a:pathLst>
          </a:custGeom>
          <a:solidFill>
            <a:srgbClr val="F7D30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29" name="Freeform 225"/>
          <p:cNvSpPr>
            <a:spLocks noEditPoints="1"/>
          </p:cNvSpPr>
          <p:nvPr userDrawn="1"/>
        </p:nvSpPr>
        <p:spPr bwMode="auto">
          <a:xfrm>
            <a:off x="5959240" y="1208077"/>
            <a:ext cx="171158" cy="220673"/>
          </a:xfrm>
          <a:custGeom>
            <a:avLst/>
            <a:gdLst>
              <a:gd name="T0" fmla="*/ 28 w 128"/>
              <a:gd name="T1" fmla="*/ 4 h 164"/>
              <a:gd name="T2" fmla="*/ 28 w 128"/>
              <a:gd name="T3" fmla="*/ 24 h 164"/>
              <a:gd name="T4" fmla="*/ 46 w 128"/>
              <a:gd name="T5" fmla="*/ 8 h 164"/>
              <a:gd name="T6" fmla="*/ 70 w 128"/>
              <a:gd name="T7" fmla="*/ 0 h 164"/>
              <a:gd name="T8" fmla="*/ 82 w 128"/>
              <a:gd name="T9" fmla="*/ 2 h 164"/>
              <a:gd name="T10" fmla="*/ 102 w 128"/>
              <a:gd name="T11" fmla="*/ 10 h 164"/>
              <a:gd name="T12" fmla="*/ 118 w 128"/>
              <a:gd name="T13" fmla="*/ 26 h 164"/>
              <a:gd name="T14" fmla="*/ 126 w 128"/>
              <a:gd name="T15" fmla="*/ 50 h 164"/>
              <a:gd name="T16" fmla="*/ 128 w 128"/>
              <a:gd name="T17" fmla="*/ 64 h 164"/>
              <a:gd name="T18" fmla="*/ 126 w 128"/>
              <a:gd name="T19" fmla="*/ 80 h 164"/>
              <a:gd name="T20" fmla="*/ 118 w 128"/>
              <a:gd name="T21" fmla="*/ 102 h 164"/>
              <a:gd name="T22" fmla="*/ 102 w 128"/>
              <a:gd name="T23" fmla="*/ 120 h 164"/>
              <a:gd name="T24" fmla="*/ 82 w 128"/>
              <a:gd name="T25" fmla="*/ 128 h 164"/>
              <a:gd name="T26" fmla="*/ 70 w 128"/>
              <a:gd name="T27" fmla="*/ 128 h 164"/>
              <a:gd name="T28" fmla="*/ 46 w 128"/>
              <a:gd name="T29" fmla="*/ 122 h 164"/>
              <a:gd name="T30" fmla="*/ 28 w 128"/>
              <a:gd name="T31" fmla="*/ 106 h 164"/>
              <a:gd name="T32" fmla="*/ 0 w 128"/>
              <a:gd name="T33" fmla="*/ 164 h 164"/>
              <a:gd name="T34" fmla="*/ 100 w 128"/>
              <a:gd name="T35" fmla="*/ 64 h 164"/>
              <a:gd name="T36" fmla="*/ 100 w 128"/>
              <a:gd name="T37" fmla="*/ 64 h 164"/>
              <a:gd name="T38" fmla="*/ 96 w 128"/>
              <a:gd name="T39" fmla="*/ 48 h 164"/>
              <a:gd name="T40" fmla="*/ 88 w 128"/>
              <a:gd name="T41" fmla="*/ 36 h 164"/>
              <a:gd name="T42" fmla="*/ 78 w 128"/>
              <a:gd name="T43" fmla="*/ 28 h 164"/>
              <a:gd name="T44" fmla="*/ 64 w 128"/>
              <a:gd name="T45" fmla="*/ 26 h 164"/>
              <a:gd name="T46" fmla="*/ 56 w 128"/>
              <a:gd name="T47" fmla="*/ 26 h 164"/>
              <a:gd name="T48" fmla="*/ 44 w 128"/>
              <a:gd name="T49" fmla="*/ 32 h 164"/>
              <a:gd name="T50" fmla="*/ 34 w 128"/>
              <a:gd name="T51" fmla="*/ 42 h 164"/>
              <a:gd name="T52" fmla="*/ 28 w 128"/>
              <a:gd name="T53" fmla="*/ 56 h 164"/>
              <a:gd name="T54" fmla="*/ 28 w 128"/>
              <a:gd name="T55" fmla="*/ 64 h 164"/>
              <a:gd name="T56" fmla="*/ 28 w 128"/>
              <a:gd name="T57" fmla="*/ 74 h 164"/>
              <a:gd name="T58" fmla="*/ 34 w 128"/>
              <a:gd name="T59" fmla="*/ 88 h 164"/>
              <a:gd name="T60" fmla="*/ 44 w 128"/>
              <a:gd name="T61" fmla="*/ 98 h 164"/>
              <a:gd name="T62" fmla="*/ 56 w 128"/>
              <a:gd name="T63" fmla="*/ 104 h 164"/>
              <a:gd name="T64" fmla="*/ 64 w 128"/>
              <a:gd name="T65" fmla="*/ 104 h 164"/>
              <a:gd name="T66" fmla="*/ 78 w 128"/>
              <a:gd name="T67" fmla="*/ 102 h 164"/>
              <a:gd name="T68" fmla="*/ 88 w 128"/>
              <a:gd name="T69" fmla="*/ 94 h 164"/>
              <a:gd name="T70" fmla="*/ 96 w 128"/>
              <a:gd name="T71" fmla="*/ 82 h 164"/>
              <a:gd name="T72" fmla="*/ 100 w 128"/>
              <a:gd name="T73" fmla="*/ 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8" h="164">
                <a:moveTo>
                  <a:pt x="0" y="4"/>
                </a:moveTo>
                <a:lnTo>
                  <a:pt x="28" y="4"/>
                </a:lnTo>
                <a:lnTo>
                  <a:pt x="28" y="24"/>
                </a:lnTo>
                <a:lnTo>
                  <a:pt x="28" y="24"/>
                </a:lnTo>
                <a:lnTo>
                  <a:pt x="36" y="14"/>
                </a:lnTo>
                <a:lnTo>
                  <a:pt x="46" y="8"/>
                </a:lnTo>
                <a:lnTo>
                  <a:pt x="56" y="2"/>
                </a:lnTo>
                <a:lnTo>
                  <a:pt x="70" y="0"/>
                </a:lnTo>
                <a:lnTo>
                  <a:pt x="70" y="0"/>
                </a:lnTo>
                <a:lnTo>
                  <a:pt x="82" y="2"/>
                </a:lnTo>
                <a:lnTo>
                  <a:pt x="92" y="6"/>
                </a:lnTo>
                <a:lnTo>
                  <a:pt x="102" y="10"/>
                </a:lnTo>
                <a:lnTo>
                  <a:pt x="110" y="18"/>
                </a:lnTo>
                <a:lnTo>
                  <a:pt x="118" y="26"/>
                </a:lnTo>
                <a:lnTo>
                  <a:pt x="122" y="38"/>
                </a:lnTo>
                <a:lnTo>
                  <a:pt x="126" y="50"/>
                </a:lnTo>
                <a:lnTo>
                  <a:pt x="128" y="64"/>
                </a:lnTo>
                <a:lnTo>
                  <a:pt x="128" y="64"/>
                </a:lnTo>
                <a:lnTo>
                  <a:pt x="128" y="64"/>
                </a:lnTo>
                <a:lnTo>
                  <a:pt x="126" y="80"/>
                </a:lnTo>
                <a:lnTo>
                  <a:pt x="122" y="92"/>
                </a:lnTo>
                <a:lnTo>
                  <a:pt x="118" y="102"/>
                </a:lnTo>
                <a:lnTo>
                  <a:pt x="110" y="112"/>
                </a:lnTo>
                <a:lnTo>
                  <a:pt x="102" y="120"/>
                </a:lnTo>
                <a:lnTo>
                  <a:pt x="92" y="124"/>
                </a:lnTo>
                <a:lnTo>
                  <a:pt x="82" y="128"/>
                </a:lnTo>
                <a:lnTo>
                  <a:pt x="70" y="128"/>
                </a:lnTo>
                <a:lnTo>
                  <a:pt x="70" y="128"/>
                </a:lnTo>
                <a:lnTo>
                  <a:pt x="56" y="126"/>
                </a:lnTo>
                <a:lnTo>
                  <a:pt x="46" y="122"/>
                </a:lnTo>
                <a:lnTo>
                  <a:pt x="36" y="116"/>
                </a:lnTo>
                <a:lnTo>
                  <a:pt x="28" y="106"/>
                </a:lnTo>
                <a:lnTo>
                  <a:pt x="28" y="164"/>
                </a:lnTo>
                <a:lnTo>
                  <a:pt x="0" y="164"/>
                </a:lnTo>
                <a:lnTo>
                  <a:pt x="0" y="4"/>
                </a:lnTo>
                <a:close/>
                <a:moveTo>
                  <a:pt x="100" y="64"/>
                </a:moveTo>
                <a:lnTo>
                  <a:pt x="100" y="64"/>
                </a:lnTo>
                <a:lnTo>
                  <a:pt x="100" y="64"/>
                </a:lnTo>
                <a:lnTo>
                  <a:pt x="98" y="56"/>
                </a:lnTo>
                <a:lnTo>
                  <a:pt x="96" y="48"/>
                </a:lnTo>
                <a:lnTo>
                  <a:pt x="92" y="42"/>
                </a:lnTo>
                <a:lnTo>
                  <a:pt x="88" y="36"/>
                </a:lnTo>
                <a:lnTo>
                  <a:pt x="84" y="32"/>
                </a:lnTo>
                <a:lnTo>
                  <a:pt x="78" y="28"/>
                </a:lnTo>
                <a:lnTo>
                  <a:pt x="70" y="26"/>
                </a:lnTo>
                <a:lnTo>
                  <a:pt x="64" y="26"/>
                </a:lnTo>
                <a:lnTo>
                  <a:pt x="64" y="26"/>
                </a:lnTo>
                <a:lnTo>
                  <a:pt x="56" y="26"/>
                </a:lnTo>
                <a:lnTo>
                  <a:pt x="50" y="28"/>
                </a:lnTo>
                <a:lnTo>
                  <a:pt x="44" y="32"/>
                </a:lnTo>
                <a:lnTo>
                  <a:pt x="38" y="36"/>
                </a:lnTo>
                <a:lnTo>
                  <a:pt x="34" y="42"/>
                </a:lnTo>
                <a:lnTo>
                  <a:pt x="32" y="48"/>
                </a:lnTo>
                <a:lnTo>
                  <a:pt x="28" y="56"/>
                </a:lnTo>
                <a:lnTo>
                  <a:pt x="28" y="64"/>
                </a:lnTo>
                <a:lnTo>
                  <a:pt x="28" y="64"/>
                </a:lnTo>
                <a:lnTo>
                  <a:pt x="28" y="64"/>
                </a:lnTo>
                <a:lnTo>
                  <a:pt x="28" y="74"/>
                </a:lnTo>
                <a:lnTo>
                  <a:pt x="32" y="82"/>
                </a:lnTo>
                <a:lnTo>
                  <a:pt x="34" y="88"/>
                </a:lnTo>
                <a:lnTo>
                  <a:pt x="38" y="94"/>
                </a:lnTo>
                <a:lnTo>
                  <a:pt x="44" y="98"/>
                </a:lnTo>
                <a:lnTo>
                  <a:pt x="50" y="102"/>
                </a:lnTo>
                <a:lnTo>
                  <a:pt x="56" y="104"/>
                </a:lnTo>
                <a:lnTo>
                  <a:pt x="64" y="104"/>
                </a:lnTo>
                <a:lnTo>
                  <a:pt x="64" y="104"/>
                </a:lnTo>
                <a:lnTo>
                  <a:pt x="72" y="104"/>
                </a:lnTo>
                <a:lnTo>
                  <a:pt x="78" y="102"/>
                </a:lnTo>
                <a:lnTo>
                  <a:pt x="84" y="98"/>
                </a:lnTo>
                <a:lnTo>
                  <a:pt x="88" y="94"/>
                </a:lnTo>
                <a:lnTo>
                  <a:pt x="94" y="88"/>
                </a:lnTo>
                <a:lnTo>
                  <a:pt x="96" y="82"/>
                </a:lnTo>
                <a:lnTo>
                  <a:pt x="98" y="74"/>
                </a:lnTo>
                <a:lnTo>
                  <a:pt x="100" y="64"/>
                </a:lnTo>
                <a:lnTo>
                  <a:pt x="100" y="64"/>
                </a:lnTo>
                <a:close/>
              </a:path>
            </a:pathLst>
          </a:custGeom>
          <a:solidFill>
            <a:srgbClr val="F7D30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31" name="Freeform 226"/>
          <p:cNvSpPr>
            <a:spLocks/>
          </p:cNvSpPr>
          <p:nvPr userDrawn="1"/>
        </p:nvSpPr>
        <p:spPr bwMode="auto">
          <a:xfrm>
            <a:off x="6186559" y="1210768"/>
            <a:ext cx="93602" cy="166851"/>
          </a:xfrm>
          <a:custGeom>
            <a:avLst/>
            <a:gdLst>
              <a:gd name="T0" fmla="*/ 0 w 70"/>
              <a:gd name="T1" fmla="*/ 2 h 124"/>
              <a:gd name="T2" fmla="*/ 28 w 70"/>
              <a:gd name="T3" fmla="*/ 2 h 124"/>
              <a:gd name="T4" fmla="*/ 28 w 70"/>
              <a:gd name="T5" fmla="*/ 30 h 124"/>
              <a:gd name="T6" fmla="*/ 28 w 70"/>
              <a:gd name="T7" fmla="*/ 30 h 124"/>
              <a:gd name="T8" fmla="*/ 34 w 70"/>
              <a:gd name="T9" fmla="*/ 16 h 124"/>
              <a:gd name="T10" fmla="*/ 44 w 70"/>
              <a:gd name="T11" fmla="*/ 6 h 124"/>
              <a:gd name="T12" fmla="*/ 50 w 70"/>
              <a:gd name="T13" fmla="*/ 4 h 124"/>
              <a:gd name="T14" fmla="*/ 56 w 70"/>
              <a:gd name="T15" fmla="*/ 0 h 124"/>
              <a:gd name="T16" fmla="*/ 64 w 70"/>
              <a:gd name="T17" fmla="*/ 0 h 124"/>
              <a:gd name="T18" fmla="*/ 70 w 70"/>
              <a:gd name="T19" fmla="*/ 0 h 124"/>
              <a:gd name="T20" fmla="*/ 70 w 70"/>
              <a:gd name="T21" fmla="*/ 28 h 124"/>
              <a:gd name="T22" fmla="*/ 70 w 70"/>
              <a:gd name="T23" fmla="*/ 28 h 124"/>
              <a:gd name="T24" fmla="*/ 70 w 70"/>
              <a:gd name="T25" fmla="*/ 28 h 124"/>
              <a:gd name="T26" fmla="*/ 60 w 70"/>
              <a:gd name="T27" fmla="*/ 30 h 124"/>
              <a:gd name="T28" fmla="*/ 52 w 70"/>
              <a:gd name="T29" fmla="*/ 32 h 124"/>
              <a:gd name="T30" fmla="*/ 46 w 70"/>
              <a:gd name="T31" fmla="*/ 36 h 124"/>
              <a:gd name="T32" fmla="*/ 40 w 70"/>
              <a:gd name="T33" fmla="*/ 40 h 124"/>
              <a:gd name="T34" fmla="*/ 34 w 70"/>
              <a:gd name="T35" fmla="*/ 48 h 124"/>
              <a:gd name="T36" fmla="*/ 30 w 70"/>
              <a:gd name="T37" fmla="*/ 56 h 124"/>
              <a:gd name="T38" fmla="*/ 28 w 70"/>
              <a:gd name="T39" fmla="*/ 66 h 124"/>
              <a:gd name="T40" fmla="*/ 28 w 70"/>
              <a:gd name="T41" fmla="*/ 78 h 124"/>
              <a:gd name="T42" fmla="*/ 28 w 70"/>
              <a:gd name="T43" fmla="*/ 124 h 124"/>
              <a:gd name="T44" fmla="*/ 0 w 70"/>
              <a:gd name="T45" fmla="*/ 124 h 124"/>
              <a:gd name="T46" fmla="*/ 0 w 70"/>
              <a:gd name="T47" fmla="*/ 2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0" h="124">
                <a:moveTo>
                  <a:pt x="0" y="2"/>
                </a:moveTo>
                <a:lnTo>
                  <a:pt x="28" y="2"/>
                </a:lnTo>
                <a:lnTo>
                  <a:pt x="28" y="30"/>
                </a:lnTo>
                <a:lnTo>
                  <a:pt x="28" y="30"/>
                </a:lnTo>
                <a:lnTo>
                  <a:pt x="34" y="16"/>
                </a:lnTo>
                <a:lnTo>
                  <a:pt x="44" y="6"/>
                </a:lnTo>
                <a:lnTo>
                  <a:pt x="50" y="4"/>
                </a:lnTo>
                <a:lnTo>
                  <a:pt x="56" y="0"/>
                </a:lnTo>
                <a:lnTo>
                  <a:pt x="64" y="0"/>
                </a:lnTo>
                <a:lnTo>
                  <a:pt x="70" y="0"/>
                </a:lnTo>
                <a:lnTo>
                  <a:pt x="70" y="28"/>
                </a:lnTo>
                <a:lnTo>
                  <a:pt x="70" y="28"/>
                </a:lnTo>
                <a:lnTo>
                  <a:pt x="70" y="28"/>
                </a:lnTo>
                <a:lnTo>
                  <a:pt x="60" y="30"/>
                </a:lnTo>
                <a:lnTo>
                  <a:pt x="52" y="32"/>
                </a:lnTo>
                <a:lnTo>
                  <a:pt x="46" y="36"/>
                </a:lnTo>
                <a:lnTo>
                  <a:pt x="40" y="40"/>
                </a:lnTo>
                <a:lnTo>
                  <a:pt x="34" y="48"/>
                </a:lnTo>
                <a:lnTo>
                  <a:pt x="30" y="56"/>
                </a:lnTo>
                <a:lnTo>
                  <a:pt x="28" y="66"/>
                </a:lnTo>
                <a:lnTo>
                  <a:pt x="28" y="78"/>
                </a:lnTo>
                <a:lnTo>
                  <a:pt x="28" y="124"/>
                </a:lnTo>
                <a:lnTo>
                  <a:pt x="0" y="124"/>
                </a:lnTo>
                <a:lnTo>
                  <a:pt x="0" y="2"/>
                </a:lnTo>
                <a:close/>
              </a:path>
            </a:pathLst>
          </a:custGeom>
          <a:solidFill>
            <a:srgbClr val="F7D30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32" name="Freeform 227"/>
          <p:cNvSpPr>
            <a:spLocks noEditPoints="1"/>
          </p:cNvSpPr>
          <p:nvPr userDrawn="1"/>
        </p:nvSpPr>
        <p:spPr bwMode="auto">
          <a:xfrm>
            <a:off x="6317602" y="1208077"/>
            <a:ext cx="176507" cy="172233"/>
          </a:xfrm>
          <a:custGeom>
            <a:avLst/>
            <a:gdLst>
              <a:gd name="T0" fmla="*/ 0 w 132"/>
              <a:gd name="T1" fmla="*/ 64 h 128"/>
              <a:gd name="T2" fmla="*/ 2 w 132"/>
              <a:gd name="T3" fmla="*/ 52 h 128"/>
              <a:gd name="T4" fmla="*/ 12 w 132"/>
              <a:gd name="T5" fmla="*/ 30 h 128"/>
              <a:gd name="T6" fmla="*/ 30 w 132"/>
              <a:gd name="T7" fmla="*/ 12 h 128"/>
              <a:gd name="T8" fmla="*/ 52 w 132"/>
              <a:gd name="T9" fmla="*/ 2 h 128"/>
              <a:gd name="T10" fmla="*/ 66 w 132"/>
              <a:gd name="T11" fmla="*/ 0 h 128"/>
              <a:gd name="T12" fmla="*/ 92 w 132"/>
              <a:gd name="T13" fmla="*/ 6 h 128"/>
              <a:gd name="T14" fmla="*/ 112 w 132"/>
              <a:gd name="T15" fmla="*/ 20 h 128"/>
              <a:gd name="T16" fmla="*/ 126 w 132"/>
              <a:gd name="T17" fmla="*/ 40 h 128"/>
              <a:gd name="T18" fmla="*/ 132 w 132"/>
              <a:gd name="T19" fmla="*/ 64 h 128"/>
              <a:gd name="T20" fmla="*/ 132 w 132"/>
              <a:gd name="T21" fmla="*/ 64 h 128"/>
              <a:gd name="T22" fmla="*/ 126 w 132"/>
              <a:gd name="T23" fmla="*/ 90 h 128"/>
              <a:gd name="T24" fmla="*/ 112 w 132"/>
              <a:gd name="T25" fmla="*/ 110 h 128"/>
              <a:gd name="T26" fmla="*/ 92 w 132"/>
              <a:gd name="T27" fmla="*/ 124 h 128"/>
              <a:gd name="T28" fmla="*/ 66 w 132"/>
              <a:gd name="T29" fmla="*/ 128 h 128"/>
              <a:gd name="T30" fmla="*/ 52 w 132"/>
              <a:gd name="T31" fmla="*/ 128 h 128"/>
              <a:gd name="T32" fmla="*/ 28 w 132"/>
              <a:gd name="T33" fmla="*/ 118 h 128"/>
              <a:gd name="T34" fmla="*/ 12 w 132"/>
              <a:gd name="T35" fmla="*/ 100 h 128"/>
              <a:gd name="T36" fmla="*/ 2 w 132"/>
              <a:gd name="T37" fmla="*/ 78 h 128"/>
              <a:gd name="T38" fmla="*/ 0 w 132"/>
              <a:gd name="T39" fmla="*/ 66 h 128"/>
              <a:gd name="T40" fmla="*/ 104 w 132"/>
              <a:gd name="T41" fmla="*/ 64 h 128"/>
              <a:gd name="T42" fmla="*/ 102 w 132"/>
              <a:gd name="T43" fmla="*/ 56 h 128"/>
              <a:gd name="T44" fmla="*/ 98 w 132"/>
              <a:gd name="T45" fmla="*/ 42 h 128"/>
              <a:gd name="T46" fmla="*/ 88 w 132"/>
              <a:gd name="T47" fmla="*/ 32 h 128"/>
              <a:gd name="T48" fmla="*/ 74 w 132"/>
              <a:gd name="T49" fmla="*/ 26 h 128"/>
              <a:gd name="T50" fmla="*/ 66 w 132"/>
              <a:gd name="T51" fmla="*/ 26 h 128"/>
              <a:gd name="T52" fmla="*/ 50 w 132"/>
              <a:gd name="T53" fmla="*/ 28 h 128"/>
              <a:gd name="T54" fmla="*/ 38 w 132"/>
              <a:gd name="T55" fmla="*/ 36 h 128"/>
              <a:gd name="T56" fmla="*/ 32 w 132"/>
              <a:gd name="T57" fmla="*/ 50 h 128"/>
              <a:gd name="T58" fmla="*/ 28 w 132"/>
              <a:gd name="T59" fmla="*/ 64 h 128"/>
              <a:gd name="T60" fmla="*/ 28 w 132"/>
              <a:gd name="T61" fmla="*/ 64 h 128"/>
              <a:gd name="T62" fmla="*/ 32 w 132"/>
              <a:gd name="T63" fmla="*/ 80 h 128"/>
              <a:gd name="T64" fmla="*/ 40 w 132"/>
              <a:gd name="T65" fmla="*/ 92 h 128"/>
              <a:gd name="T66" fmla="*/ 52 w 132"/>
              <a:gd name="T67" fmla="*/ 102 h 128"/>
              <a:gd name="T68" fmla="*/ 66 w 132"/>
              <a:gd name="T69" fmla="*/ 104 h 128"/>
              <a:gd name="T70" fmla="*/ 74 w 132"/>
              <a:gd name="T71" fmla="*/ 104 h 128"/>
              <a:gd name="T72" fmla="*/ 88 w 132"/>
              <a:gd name="T73" fmla="*/ 98 h 128"/>
              <a:gd name="T74" fmla="*/ 98 w 132"/>
              <a:gd name="T75" fmla="*/ 86 h 128"/>
              <a:gd name="T76" fmla="*/ 102 w 132"/>
              <a:gd name="T77" fmla="*/ 74 h 128"/>
              <a:gd name="T78" fmla="*/ 104 w 132"/>
              <a:gd name="T79" fmla="*/ 6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32" h="128">
                <a:moveTo>
                  <a:pt x="0" y="66"/>
                </a:moveTo>
                <a:lnTo>
                  <a:pt x="0" y="64"/>
                </a:lnTo>
                <a:lnTo>
                  <a:pt x="0" y="64"/>
                </a:lnTo>
                <a:lnTo>
                  <a:pt x="2" y="52"/>
                </a:lnTo>
                <a:lnTo>
                  <a:pt x="6" y="40"/>
                </a:lnTo>
                <a:lnTo>
                  <a:pt x="12" y="30"/>
                </a:lnTo>
                <a:lnTo>
                  <a:pt x="20" y="20"/>
                </a:lnTo>
                <a:lnTo>
                  <a:pt x="30" y="12"/>
                </a:lnTo>
                <a:lnTo>
                  <a:pt x="40" y="6"/>
                </a:lnTo>
                <a:lnTo>
                  <a:pt x="52" y="2"/>
                </a:lnTo>
                <a:lnTo>
                  <a:pt x="66" y="0"/>
                </a:lnTo>
                <a:lnTo>
                  <a:pt x="66" y="0"/>
                </a:lnTo>
                <a:lnTo>
                  <a:pt x="80" y="2"/>
                </a:lnTo>
                <a:lnTo>
                  <a:pt x="92" y="6"/>
                </a:lnTo>
                <a:lnTo>
                  <a:pt x="104" y="12"/>
                </a:lnTo>
                <a:lnTo>
                  <a:pt x="112" y="20"/>
                </a:lnTo>
                <a:lnTo>
                  <a:pt x="120" y="28"/>
                </a:lnTo>
                <a:lnTo>
                  <a:pt x="126" y="40"/>
                </a:lnTo>
                <a:lnTo>
                  <a:pt x="130" y="52"/>
                </a:lnTo>
                <a:lnTo>
                  <a:pt x="132" y="64"/>
                </a:lnTo>
                <a:lnTo>
                  <a:pt x="132" y="64"/>
                </a:lnTo>
                <a:lnTo>
                  <a:pt x="132" y="64"/>
                </a:lnTo>
                <a:lnTo>
                  <a:pt x="130" y="78"/>
                </a:lnTo>
                <a:lnTo>
                  <a:pt x="126" y="90"/>
                </a:lnTo>
                <a:lnTo>
                  <a:pt x="120" y="100"/>
                </a:lnTo>
                <a:lnTo>
                  <a:pt x="112" y="110"/>
                </a:lnTo>
                <a:lnTo>
                  <a:pt x="104" y="118"/>
                </a:lnTo>
                <a:lnTo>
                  <a:pt x="92" y="124"/>
                </a:lnTo>
                <a:lnTo>
                  <a:pt x="80" y="128"/>
                </a:lnTo>
                <a:lnTo>
                  <a:pt x="66" y="128"/>
                </a:lnTo>
                <a:lnTo>
                  <a:pt x="66" y="128"/>
                </a:lnTo>
                <a:lnTo>
                  <a:pt x="52" y="128"/>
                </a:lnTo>
                <a:lnTo>
                  <a:pt x="40" y="124"/>
                </a:lnTo>
                <a:lnTo>
                  <a:pt x="28" y="118"/>
                </a:lnTo>
                <a:lnTo>
                  <a:pt x="20" y="110"/>
                </a:lnTo>
                <a:lnTo>
                  <a:pt x="12" y="100"/>
                </a:lnTo>
                <a:lnTo>
                  <a:pt x="6" y="90"/>
                </a:lnTo>
                <a:lnTo>
                  <a:pt x="2" y="78"/>
                </a:lnTo>
                <a:lnTo>
                  <a:pt x="0" y="66"/>
                </a:lnTo>
                <a:lnTo>
                  <a:pt x="0" y="66"/>
                </a:lnTo>
                <a:close/>
                <a:moveTo>
                  <a:pt x="104" y="66"/>
                </a:moveTo>
                <a:lnTo>
                  <a:pt x="104" y="64"/>
                </a:lnTo>
                <a:lnTo>
                  <a:pt x="104" y="64"/>
                </a:lnTo>
                <a:lnTo>
                  <a:pt x="102" y="56"/>
                </a:lnTo>
                <a:lnTo>
                  <a:pt x="100" y="50"/>
                </a:lnTo>
                <a:lnTo>
                  <a:pt x="98" y="42"/>
                </a:lnTo>
                <a:lnTo>
                  <a:pt x="92" y="38"/>
                </a:lnTo>
                <a:lnTo>
                  <a:pt x="88" y="32"/>
                </a:lnTo>
                <a:lnTo>
                  <a:pt x="80" y="28"/>
                </a:lnTo>
                <a:lnTo>
                  <a:pt x="74" y="26"/>
                </a:lnTo>
                <a:lnTo>
                  <a:pt x="66" y="26"/>
                </a:lnTo>
                <a:lnTo>
                  <a:pt x="66" y="26"/>
                </a:lnTo>
                <a:lnTo>
                  <a:pt x="58" y="26"/>
                </a:lnTo>
                <a:lnTo>
                  <a:pt x="50" y="28"/>
                </a:lnTo>
                <a:lnTo>
                  <a:pt x="44" y="32"/>
                </a:lnTo>
                <a:lnTo>
                  <a:pt x="38" y="36"/>
                </a:lnTo>
                <a:lnTo>
                  <a:pt x="34" y="42"/>
                </a:lnTo>
                <a:lnTo>
                  <a:pt x="32" y="50"/>
                </a:lnTo>
                <a:lnTo>
                  <a:pt x="30" y="56"/>
                </a:lnTo>
                <a:lnTo>
                  <a:pt x="28" y="64"/>
                </a:lnTo>
                <a:lnTo>
                  <a:pt x="28" y="64"/>
                </a:lnTo>
                <a:lnTo>
                  <a:pt x="28" y="64"/>
                </a:lnTo>
                <a:lnTo>
                  <a:pt x="30" y="72"/>
                </a:lnTo>
                <a:lnTo>
                  <a:pt x="32" y="80"/>
                </a:lnTo>
                <a:lnTo>
                  <a:pt x="34" y="86"/>
                </a:lnTo>
                <a:lnTo>
                  <a:pt x="40" y="92"/>
                </a:lnTo>
                <a:lnTo>
                  <a:pt x="44" y="98"/>
                </a:lnTo>
                <a:lnTo>
                  <a:pt x="52" y="102"/>
                </a:lnTo>
                <a:lnTo>
                  <a:pt x="58" y="104"/>
                </a:lnTo>
                <a:lnTo>
                  <a:pt x="66" y="104"/>
                </a:lnTo>
                <a:lnTo>
                  <a:pt x="66" y="104"/>
                </a:lnTo>
                <a:lnTo>
                  <a:pt x="74" y="104"/>
                </a:lnTo>
                <a:lnTo>
                  <a:pt x="82" y="102"/>
                </a:lnTo>
                <a:lnTo>
                  <a:pt x="88" y="98"/>
                </a:lnTo>
                <a:lnTo>
                  <a:pt x="94" y="92"/>
                </a:lnTo>
                <a:lnTo>
                  <a:pt x="98" y="86"/>
                </a:lnTo>
                <a:lnTo>
                  <a:pt x="100" y="80"/>
                </a:lnTo>
                <a:lnTo>
                  <a:pt x="102" y="74"/>
                </a:lnTo>
                <a:lnTo>
                  <a:pt x="104" y="66"/>
                </a:lnTo>
                <a:lnTo>
                  <a:pt x="104" y="66"/>
                </a:lnTo>
                <a:close/>
              </a:path>
            </a:pathLst>
          </a:custGeom>
          <a:solidFill>
            <a:srgbClr val="F7D30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33" name="Freeform 228"/>
          <p:cNvSpPr>
            <a:spLocks noEditPoints="1"/>
          </p:cNvSpPr>
          <p:nvPr userDrawn="1"/>
        </p:nvSpPr>
        <p:spPr bwMode="auto">
          <a:xfrm>
            <a:off x="6536898" y="1210768"/>
            <a:ext cx="147089" cy="169542"/>
          </a:xfrm>
          <a:custGeom>
            <a:avLst/>
            <a:gdLst>
              <a:gd name="T0" fmla="*/ 82 w 110"/>
              <a:gd name="T1" fmla="*/ 108 h 126"/>
              <a:gd name="T2" fmla="*/ 76 w 110"/>
              <a:gd name="T3" fmla="*/ 116 h 126"/>
              <a:gd name="T4" fmla="*/ 56 w 110"/>
              <a:gd name="T5" fmla="*/ 126 h 126"/>
              <a:gd name="T6" fmla="*/ 44 w 110"/>
              <a:gd name="T7" fmla="*/ 126 h 126"/>
              <a:gd name="T8" fmla="*/ 26 w 110"/>
              <a:gd name="T9" fmla="*/ 124 h 126"/>
              <a:gd name="T10" fmla="*/ 12 w 110"/>
              <a:gd name="T11" fmla="*/ 116 h 126"/>
              <a:gd name="T12" fmla="*/ 4 w 110"/>
              <a:gd name="T13" fmla="*/ 104 h 126"/>
              <a:gd name="T14" fmla="*/ 0 w 110"/>
              <a:gd name="T15" fmla="*/ 88 h 126"/>
              <a:gd name="T16" fmla="*/ 0 w 110"/>
              <a:gd name="T17" fmla="*/ 88 h 126"/>
              <a:gd name="T18" fmla="*/ 4 w 110"/>
              <a:gd name="T19" fmla="*/ 70 h 126"/>
              <a:gd name="T20" fmla="*/ 14 w 110"/>
              <a:gd name="T21" fmla="*/ 58 h 126"/>
              <a:gd name="T22" fmla="*/ 30 w 110"/>
              <a:gd name="T23" fmla="*/ 50 h 126"/>
              <a:gd name="T24" fmla="*/ 50 w 110"/>
              <a:gd name="T25" fmla="*/ 48 h 126"/>
              <a:gd name="T26" fmla="*/ 68 w 110"/>
              <a:gd name="T27" fmla="*/ 50 h 126"/>
              <a:gd name="T28" fmla="*/ 84 w 110"/>
              <a:gd name="T29" fmla="*/ 50 h 126"/>
              <a:gd name="T30" fmla="*/ 82 w 110"/>
              <a:gd name="T31" fmla="*/ 40 h 126"/>
              <a:gd name="T32" fmla="*/ 76 w 110"/>
              <a:gd name="T33" fmla="*/ 32 h 126"/>
              <a:gd name="T34" fmla="*/ 54 w 110"/>
              <a:gd name="T35" fmla="*/ 24 h 126"/>
              <a:gd name="T36" fmla="*/ 34 w 110"/>
              <a:gd name="T37" fmla="*/ 26 h 126"/>
              <a:gd name="T38" fmla="*/ 10 w 110"/>
              <a:gd name="T39" fmla="*/ 10 h 126"/>
              <a:gd name="T40" fmla="*/ 32 w 110"/>
              <a:gd name="T41" fmla="*/ 2 h 126"/>
              <a:gd name="T42" fmla="*/ 56 w 110"/>
              <a:gd name="T43" fmla="*/ 0 h 126"/>
              <a:gd name="T44" fmla="*/ 70 w 110"/>
              <a:gd name="T45" fmla="*/ 0 h 126"/>
              <a:gd name="T46" fmla="*/ 90 w 110"/>
              <a:gd name="T47" fmla="*/ 8 h 126"/>
              <a:gd name="T48" fmla="*/ 104 w 110"/>
              <a:gd name="T49" fmla="*/ 20 h 126"/>
              <a:gd name="T50" fmla="*/ 110 w 110"/>
              <a:gd name="T51" fmla="*/ 40 h 126"/>
              <a:gd name="T52" fmla="*/ 110 w 110"/>
              <a:gd name="T53" fmla="*/ 124 h 126"/>
              <a:gd name="T54" fmla="*/ 84 w 110"/>
              <a:gd name="T55" fmla="*/ 72 h 126"/>
              <a:gd name="T56" fmla="*/ 72 w 110"/>
              <a:gd name="T57" fmla="*/ 70 h 126"/>
              <a:gd name="T58" fmla="*/ 56 w 110"/>
              <a:gd name="T59" fmla="*/ 68 h 126"/>
              <a:gd name="T60" fmla="*/ 34 w 110"/>
              <a:gd name="T61" fmla="*/ 72 h 126"/>
              <a:gd name="T62" fmla="*/ 28 w 110"/>
              <a:gd name="T63" fmla="*/ 86 h 126"/>
              <a:gd name="T64" fmla="*/ 28 w 110"/>
              <a:gd name="T65" fmla="*/ 88 h 126"/>
              <a:gd name="T66" fmla="*/ 34 w 110"/>
              <a:gd name="T67" fmla="*/ 100 h 126"/>
              <a:gd name="T68" fmla="*/ 52 w 110"/>
              <a:gd name="T69" fmla="*/ 106 h 126"/>
              <a:gd name="T70" fmla="*/ 64 w 110"/>
              <a:gd name="T71" fmla="*/ 104 h 126"/>
              <a:gd name="T72" fmla="*/ 82 w 110"/>
              <a:gd name="T73" fmla="*/ 90 h 126"/>
              <a:gd name="T74" fmla="*/ 84 w 110"/>
              <a:gd name="T75" fmla="*/ 8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10" h="126">
                <a:moveTo>
                  <a:pt x="82" y="124"/>
                </a:moveTo>
                <a:lnTo>
                  <a:pt x="82" y="108"/>
                </a:lnTo>
                <a:lnTo>
                  <a:pt x="82" y="108"/>
                </a:lnTo>
                <a:lnTo>
                  <a:pt x="76" y="116"/>
                </a:lnTo>
                <a:lnTo>
                  <a:pt x="66" y="122"/>
                </a:lnTo>
                <a:lnTo>
                  <a:pt x="56" y="126"/>
                </a:lnTo>
                <a:lnTo>
                  <a:pt x="44" y="126"/>
                </a:lnTo>
                <a:lnTo>
                  <a:pt x="44" y="126"/>
                </a:lnTo>
                <a:lnTo>
                  <a:pt x="34" y="126"/>
                </a:lnTo>
                <a:lnTo>
                  <a:pt x="26" y="124"/>
                </a:lnTo>
                <a:lnTo>
                  <a:pt x="20" y="120"/>
                </a:lnTo>
                <a:lnTo>
                  <a:pt x="12" y="116"/>
                </a:lnTo>
                <a:lnTo>
                  <a:pt x="8" y="112"/>
                </a:lnTo>
                <a:lnTo>
                  <a:pt x="4" y="104"/>
                </a:lnTo>
                <a:lnTo>
                  <a:pt x="0" y="98"/>
                </a:lnTo>
                <a:lnTo>
                  <a:pt x="0" y="88"/>
                </a:lnTo>
                <a:lnTo>
                  <a:pt x="0" y="88"/>
                </a:lnTo>
                <a:lnTo>
                  <a:pt x="0" y="88"/>
                </a:lnTo>
                <a:lnTo>
                  <a:pt x="0" y="78"/>
                </a:lnTo>
                <a:lnTo>
                  <a:pt x="4" y="70"/>
                </a:lnTo>
                <a:lnTo>
                  <a:pt x="8" y="64"/>
                </a:lnTo>
                <a:lnTo>
                  <a:pt x="14" y="58"/>
                </a:lnTo>
                <a:lnTo>
                  <a:pt x="22" y="54"/>
                </a:lnTo>
                <a:lnTo>
                  <a:pt x="30" y="50"/>
                </a:lnTo>
                <a:lnTo>
                  <a:pt x="40" y="48"/>
                </a:lnTo>
                <a:lnTo>
                  <a:pt x="50" y="48"/>
                </a:lnTo>
                <a:lnTo>
                  <a:pt x="50" y="48"/>
                </a:lnTo>
                <a:lnTo>
                  <a:pt x="68" y="50"/>
                </a:lnTo>
                <a:lnTo>
                  <a:pt x="84" y="54"/>
                </a:lnTo>
                <a:lnTo>
                  <a:pt x="84" y="50"/>
                </a:lnTo>
                <a:lnTo>
                  <a:pt x="84" y="50"/>
                </a:lnTo>
                <a:lnTo>
                  <a:pt x="82" y="40"/>
                </a:lnTo>
                <a:lnTo>
                  <a:pt x="78" y="36"/>
                </a:lnTo>
                <a:lnTo>
                  <a:pt x="76" y="32"/>
                </a:lnTo>
                <a:lnTo>
                  <a:pt x="66" y="26"/>
                </a:lnTo>
                <a:lnTo>
                  <a:pt x="54" y="24"/>
                </a:lnTo>
                <a:lnTo>
                  <a:pt x="54" y="24"/>
                </a:lnTo>
                <a:lnTo>
                  <a:pt x="34" y="26"/>
                </a:lnTo>
                <a:lnTo>
                  <a:pt x="18" y="32"/>
                </a:lnTo>
                <a:lnTo>
                  <a:pt x="10" y="10"/>
                </a:lnTo>
                <a:lnTo>
                  <a:pt x="10" y="10"/>
                </a:lnTo>
                <a:lnTo>
                  <a:pt x="32" y="2"/>
                </a:lnTo>
                <a:lnTo>
                  <a:pt x="44" y="0"/>
                </a:lnTo>
                <a:lnTo>
                  <a:pt x="56" y="0"/>
                </a:lnTo>
                <a:lnTo>
                  <a:pt x="56" y="0"/>
                </a:lnTo>
                <a:lnTo>
                  <a:pt x="70" y="0"/>
                </a:lnTo>
                <a:lnTo>
                  <a:pt x="80" y="4"/>
                </a:lnTo>
                <a:lnTo>
                  <a:pt x="90" y="8"/>
                </a:lnTo>
                <a:lnTo>
                  <a:pt x="98" y="14"/>
                </a:lnTo>
                <a:lnTo>
                  <a:pt x="104" y="20"/>
                </a:lnTo>
                <a:lnTo>
                  <a:pt x="108" y="30"/>
                </a:lnTo>
                <a:lnTo>
                  <a:pt x="110" y="40"/>
                </a:lnTo>
                <a:lnTo>
                  <a:pt x="110" y="52"/>
                </a:lnTo>
                <a:lnTo>
                  <a:pt x="110" y="124"/>
                </a:lnTo>
                <a:lnTo>
                  <a:pt x="82" y="124"/>
                </a:lnTo>
                <a:close/>
                <a:moveTo>
                  <a:pt x="84" y="72"/>
                </a:moveTo>
                <a:lnTo>
                  <a:pt x="84" y="72"/>
                </a:lnTo>
                <a:lnTo>
                  <a:pt x="72" y="70"/>
                </a:lnTo>
                <a:lnTo>
                  <a:pt x="56" y="68"/>
                </a:lnTo>
                <a:lnTo>
                  <a:pt x="56" y="68"/>
                </a:lnTo>
                <a:lnTo>
                  <a:pt x="44" y="70"/>
                </a:lnTo>
                <a:lnTo>
                  <a:pt x="34" y="72"/>
                </a:lnTo>
                <a:lnTo>
                  <a:pt x="30" y="78"/>
                </a:lnTo>
                <a:lnTo>
                  <a:pt x="28" y="86"/>
                </a:lnTo>
                <a:lnTo>
                  <a:pt x="28" y="88"/>
                </a:lnTo>
                <a:lnTo>
                  <a:pt x="28" y="88"/>
                </a:lnTo>
                <a:lnTo>
                  <a:pt x="30" y="94"/>
                </a:lnTo>
                <a:lnTo>
                  <a:pt x="34" y="100"/>
                </a:lnTo>
                <a:lnTo>
                  <a:pt x="42" y="104"/>
                </a:lnTo>
                <a:lnTo>
                  <a:pt x="52" y="106"/>
                </a:lnTo>
                <a:lnTo>
                  <a:pt x="52" y="106"/>
                </a:lnTo>
                <a:lnTo>
                  <a:pt x="64" y="104"/>
                </a:lnTo>
                <a:lnTo>
                  <a:pt x="74" y="98"/>
                </a:lnTo>
                <a:lnTo>
                  <a:pt x="82" y="90"/>
                </a:lnTo>
                <a:lnTo>
                  <a:pt x="84" y="86"/>
                </a:lnTo>
                <a:lnTo>
                  <a:pt x="84" y="80"/>
                </a:lnTo>
                <a:lnTo>
                  <a:pt x="84" y="72"/>
                </a:lnTo>
                <a:close/>
              </a:path>
            </a:pathLst>
          </a:custGeom>
          <a:solidFill>
            <a:srgbClr val="F7D30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34" name="Freeform 229"/>
          <p:cNvSpPr>
            <a:spLocks/>
          </p:cNvSpPr>
          <p:nvPr userDrawn="1"/>
        </p:nvSpPr>
        <p:spPr bwMode="auto">
          <a:xfrm>
            <a:off x="6737473" y="1208077"/>
            <a:ext cx="152437" cy="172233"/>
          </a:xfrm>
          <a:custGeom>
            <a:avLst/>
            <a:gdLst>
              <a:gd name="T0" fmla="*/ 0 w 114"/>
              <a:gd name="T1" fmla="*/ 66 h 128"/>
              <a:gd name="T2" fmla="*/ 0 w 114"/>
              <a:gd name="T3" fmla="*/ 64 h 128"/>
              <a:gd name="T4" fmla="*/ 0 w 114"/>
              <a:gd name="T5" fmla="*/ 64 h 128"/>
              <a:gd name="T6" fmla="*/ 2 w 114"/>
              <a:gd name="T7" fmla="*/ 52 h 128"/>
              <a:gd name="T8" fmla="*/ 6 w 114"/>
              <a:gd name="T9" fmla="*/ 40 h 128"/>
              <a:gd name="T10" fmla="*/ 10 w 114"/>
              <a:gd name="T11" fmla="*/ 30 h 128"/>
              <a:gd name="T12" fmla="*/ 18 w 114"/>
              <a:gd name="T13" fmla="*/ 20 h 128"/>
              <a:gd name="T14" fmla="*/ 28 w 114"/>
              <a:gd name="T15" fmla="*/ 12 h 128"/>
              <a:gd name="T16" fmla="*/ 38 w 114"/>
              <a:gd name="T17" fmla="*/ 6 h 128"/>
              <a:gd name="T18" fmla="*/ 50 w 114"/>
              <a:gd name="T19" fmla="*/ 2 h 128"/>
              <a:gd name="T20" fmla="*/ 64 w 114"/>
              <a:gd name="T21" fmla="*/ 0 h 128"/>
              <a:gd name="T22" fmla="*/ 64 w 114"/>
              <a:gd name="T23" fmla="*/ 0 h 128"/>
              <a:gd name="T24" fmla="*/ 80 w 114"/>
              <a:gd name="T25" fmla="*/ 2 h 128"/>
              <a:gd name="T26" fmla="*/ 92 w 114"/>
              <a:gd name="T27" fmla="*/ 6 h 128"/>
              <a:gd name="T28" fmla="*/ 104 w 114"/>
              <a:gd name="T29" fmla="*/ 14 h 128"/>
              <a:gd name="T30" fmla="*/ 114 w 114"/>
              <a:gd name="T31" fmla="*/ 22 h 128"/>
              <a:gd name="T32" fmla="*/ 96 w 114"/>
              <a:gd name="T33" fmla="*/ 40 h 128"/>
              <a:gd name="T34" fmla="*/ 96 w 114"/>
              <a:gd name="T35" fmla="*/ 40 h 128"/>
              <a:gd name="T36" fmla="*/ 90 w 114"/>
              <a:gd name="T37" fmla="*/ 34 h 128"/>
              <a:gd name="T38" fmla="*/ 82 w 114"/>
              <a:gd name="T39" fmla="*/ 30 h 128"/>
              <a:gd name="T40" fmla="*/ 74 w 114"/>
              <a:gd name="T41" fmla="*/ 26 h 128"/>
              <a:gd name="T42" fmla="*/ 64 w 114"/>
              <a:gd name="T43" fmla="*/ 26 h 128"/>
              <a:gd name="T44" fmla="*/ 64 w 114"/>
              <a:gd name="T45" fmla="*/ 26 h 128"/>
              <a:gd name="T46" fmla="*/ 56 w 114"/>
              <a:gd name="T47" fmla="*/ 26 h 128"/>
              <a:gd name="T48" fmla="*/ 50 w 114"/>
              <a:gd name="T49" fmla="*/ 28 h 128"/>
              <a:gd name="T50" fmla="*/ 44 w 114"/>
              <a:gd name="T51" fmla="*/ 32 h 128"/>
              <a:gd name="T52" fmla="*/ 38 w 114"/>
              <a:gd name="T53" fmla="*/ 36 h 128"/>
              <a:gd name="T54" fmla="*/ 34 w 114"/>
              <a:gd name="T55" fmla="*/ 42 h 128"/>
              <a:gd name="T56" fmla="*/ 32 w 114"/>
              <a:gd name="T57" fmla="*/ 50 h 128"/>
              <a:gd name="T58" fmla="*/ 30 w 114"/>
              <a:gd name="T59" fmla="*/ 56 h 128"/>
              <a:gd name="T60" fmla="*/ 28 w 114"/>
              <a:gd name="T61" fmla="*/ 64 h 128"/>
              <a:gd name="T62" fmla="*/ 28 w 114"/>
              <a:gd name="T63" fmla="*/ 64 h 128"/>
              <a:gd name="T64" fmla="*/ 28 w 114"/>
              <a:gd name="T65" fmla="*/ 64 h 128"/>
              <a:gd name="T66" fmla="*/ 30 w 114"/>
              <a:gd name="T67" fmla="*/ 72 h 128"/>
              <a:gd name="T68" fmla="*/ 32 w 114"/>
              <a:gd name="T69" fmla="*/ 80 h 128"/>
              <a:gd name="T70" fmla="*/ 34 w 114"/>
              <a:gd name="T71" fmla="*/ 86 h 128"/>
              <a:gd name="T72" fmla="*/ 38 w 114"/>
              <a:gd name="T73" fmla="*/ 92 h 128"/>
              <a:gd name="T74" fmla="*/ 44 w 114"/>
              <a:gd name="T75" fmla="*/ 98 h 128"/>
              <a:gd name="T76" fmla="*/ 50 w 114"/>
              <a:gd name="T77" fmla="*/ 102 h 128"/>
              <a:gd name="T78" fmla="*/ 58 w 114"/>
              <a:gd name="T79" fmla="*/ 104 h 128"/>
              <a:gd name="T80" fmla="*/ 66 w 114"/>
              <a:gd name="T81" fmla="*/ 104 h 128"/>
              <a:gd name="T82" fmla="*/ 66 w 114"/>
              <a:gd name="T83" fmla="*/ 104 h 128"/>
              <a:gd name="T84" fmla="*/ 74 w 114"/>
              <a:gd name="T85" fmla="*/ 104 h 128"/>
              <a:gd name="T86" fmla="*/ 82 w 114"/>
              <a:gd name="T87" fmla="*/ 100 h 128"/>
              <a:gd name="T88" fmla="*/ 90 w 114"/>
              <a:gd name="T89" fmla="*/ 96 h 128"/>
              <a:gd name="T90" fmla="*/ 98 w 114"/>
              <a:gd name="T91" fmla="*/ 90 h 128"/>
              <a:gd name="T92" fmla="*/ 114 w 114"/>
              <a:gd name="T93" fmla="*/ 106 h 128"/>
              <a:gd name="T94" fmla="*/ 114 w 114"/>
              <a:gd name="T95" fmla="*/ 106 h 128"/>
              <a:gd name="T96" fmla="*/ 104 w 114"/>
              <a:gd name="T97" fmla="*/ 114 h 128"/>
              <a:gd name="T98" fmla="*/ 94 w 114"/>
              <a:gd name="T99" fmla="*/ 122 h 128"/>
              <a:gd name="T100" fmla="*/ 80 w 114"/>
              <a:gd name="T101" fmla="*/ 128 h 128"/>
              <a:gd name="T102" fmla="*/ 64 w 114"/>
              <a:gd name="T103" fmla="*/ 128 h 128"/>
              <a:gd name="T104" fmla="*/ 64 w 114"/>
              <a:gd name="T105" fmla="*/ 128 h 128"/>
              <a:gd name="T106" fmla="*/ 50 w 114"/>
              <a:gd name="T107" fmla="*/ 128 h 128"/>
              <a:gd name="T108" fmla="*/ 38 w 114"/>
              <a:gd name="T109" fmla="*/ 124 h 128"/>
              <a:gd name="T110" fmla="*/ 28 w 114"/>
              <a:gd name="T111" fmla="*/ 118 h 128"/>
              <a:gd name="T112" fmla="*/ 18 w 114"/>
              <a:gd name="T113" fmla="*/ 110 h 128"/>
              <a:gd name="T114" fmla="*/ 10 w 114"/>
              <a:gd name="T115" fmla="*/ 100 h 128"/>
              <a:gd name="T116" fmla="*/ 6 w 114"/>
              <a:gd name="T117" fmla="*/ 90 h 128"/>
              <a:gd name="T118" fmla="*/ 2 w 114"/>
              <a:gd name="T119" fmla="*/ 78 h 128"/>
              <a:gd name="T120" fmla="*/ 0 w 114"/>
              <a:gd name="T121" fmla="*/ 66 h 128"/>
              <a:gd name="T122" fmla="*/ 0 w 114"/>
              <a:gd name="T123" fmla="*/ 6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14" h="128">
                <a:moveTo>
                  <a:pt x="0" y="66"/>
                </a:moveTo>
                <a:lnTo>
                  <a:pt x="0" y="64"/>
                </a:lnTo>
                <a:lnTo>
                  <a:pt x="0" y="64"/>
                </a:lnTo>
                <a:lnTo>
                  <a:pt x="2" y="52"/>
                </a:lnTo>
                <a:lnTo>
                  <a:pt x="6" y="40"/>
                </a:lnTo>
                <a:lnTo>
                  <a:pt x="10" y="30"/>
                </a:lnTo>
                <a:lnTo>
                  <a:pt x="18" y="20"/>
                </a:lnTo>
                <a:lnTo>
                  <a:pt x="28" y="12"/>
                </a:lnTo>
                <a:lnTo>
                  <a:pt x="38" y="6"/>
                </a:lnTo>
                <a:lnTo>
                  <a:pt x="50" y="2"/>
                </a:lnTo>
                <a:lnTo>
                  <a:pt x="64" y="0"/>
                </a:lnTo>
                <a:lnTo>
                  <a:pt x="64" y="0"/>
                </a:lnTo>
                <a:lnTo>
                  <a:pt x="80" y="2"/>
                </a:lnTo>
                <a:lnTo>
                  <a:pt x="92" y="6"/>
                </a:lnTo>
                <a:lnTo>
                  <a:pt x="104" y="14"/>
                </a:lnTo>
                <a:lnTo>
                  <a:pt x="114" y="22"/>
                </a:lnTo>
                <a:lnTo>
                  <a:pt x="96" y="40"/>
                </a:lnTo>
                <a:lnTo>
                  <a:pt x="96" y="40"/>
                </a:lnTo>
                <a:lnTo>
                  <a:pt x="90" y="34"/>
                </a:lnTo>
                <a:lnTo>
                  <a:pt x="82" y="30"/>
                </a:lnTo>
                <a:lnTo>
                  <a:pt x="74" y="26"/>
                </a:lnTo>
                <a:lnTo>
                  <a:pt x="64" y="26"/>
                </a:lnTo>
                <a:lnTo>
                  <a:pt x="64" y="26"/>
                </a:lnTo>
                <a:lnTo>
                  <a:pt x="56" y="26"/>
                </a:lnTo>
                <a:lnTo>
                  <a:pt x="50" y="28"/>
                </a:lnTo>
                <a:lnTo>
                  <a:pt x="44" y="32"/>
                </a:lnTo>
                <a:lnTo>
                  <a:pt x="38" y="36"/>
                </a:lnTo>
                <a:lnTo>
                  <a:pt x="34" y="42"/>
                </a:lnTo>
                <a:lnTo>
                  <a:pt x="32" y="50"/>
                </a:lnTo>
                <a:lnTo>
                  <a:pt x="30" y="56"/>
                </a:lnTo>
                <a:lnTo>
                  <a:pt x="28" y="64"/>
                </a:lnTo>
                <a:lnTo>
                  <a:pt x="28" y="64"/>
                </a:lnTo>
                <a:lnTo>
                  <a:pt x="28" y="64"/>
                </a:lnTo>
                <a:lnTo>
                  <a:pt x="30" y="72"/>
                </a:lnTo>
                <a:lnTo>
                  <a:pt x="32" y="80"/>
                </a:lnTo>
                <a:lnTo>
                  <a:pt x="34" y="86"/>
                </a:lnTo>
                <a:lnTo>
                  <a:pt x="38" y="92"/>
                </a:lnTo>
                <a:lnTo>
                  <a:pt x="44" y="98"/>
                </a:lnTo>
                <a:lnTo>
                  <a:pt x="50" y="102"/>
                </a:lnTo>
                <a:lnTo>
                  <a:pt x="58" y="104"/>
                </a:lnTo>
                <a:lnTo>
                  <a:pt x="66" y="104"/>
                </a:lnTo>
                <a:lnTo>
                  <a:pt x="66" y="104"/>
                </a:lnTo>
                <a:lnTo>
                  <a:pt x="74" y="104"/>
                </a:lnTo>
                <a:lnTo>
                  <a:pt x="82" y="100"/>
                </a:lnTo>
                <a:lnTo>
                  <a:pt x="90" y="96"/>
                </a:lnTo>
                <a:lnTo>
                  <a:pt x="98" y="90"/>
                </a:lnTo>
                <a:lnTo>
                  <a:pt x="114" y="106"/>
                </a:lnTo>
                <a:lnTo>
                  <a:pt x="114" y="106"/>
                </a:lnTo>
                <a:lnTo>
                  <a:pt x="104" y="114"/>
                </a:lnTo>
                <a:lnTo>
                  <a:pt x="94" y="122"/>
                </a:lnTo>
                <a:lnTo>
                  <a:pt x="80" y="128"/>
                </a:lnTo>
                <a:lnTo>
                  <a:pt x="64" y="128"/>
                </a:lnTo>
                <a:lnTo>
                  <a:pt x="64" y="128"/>
                </a:lnTo>
                <a:lnTo>
                  <a:pt x="50" y="128"/>
                </a:lnTo>
                <a:lnTo>
                  <a:pt x="38" y="124"/>
                </a:lnTo>
                <a:lnTo>
                  <a:pt x="28" y="118"/>
                </a:lnTo>
                <a:lnTo>
                  <a:pt x="18" y="110"/>
                </a:lnTo>
                <a:lnTo>
                  <a:pt x="10" y="100"/>
                </a:lnTo>
                <a:lnTo>
                  <a:pt x="6" y="90"/>
                </a:lnTo>
                <a:lnTo>
                  <a:pt x="2" y="78"/>
                </a:lnTo>
                <a:lnTo>
                  <a:pt x="0" y="66"/>
                </a:lnTo>
                <a:lnTo>
                  <a:pt x="0" y="66"/>
                </a:lnTo>
                <a:close/>
              </a:path>
            </a:pathLst>
          </a:custGeom>
          <a:solidFill>
            <a:srgbClr val="F7D30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35" name="Freeform 230"/>
          <p:cNvSpPr>
            <a:spLocks/>
          </p:cNvSpPr>
          <p:nvPr userDrawn="1"/>
        </p:nvSpPr>
        <p:spPr bwMode="auto">
          <a:xfrm>
            <a:off x="6940723" y="1148872"/>
            <a:ext cx="147089" cy="228747"/>
          </a:xfrm>
          <a:custGeom>
            <a:avLst/>
            <a:gdLst>
              <a:gd name="T0" fmla="*/ 0 w 110"/>
              <a:gd name="T1" fmla="*/ 0 h 170"/>
              <a:gd name="T2" fmla="*/ 28 w 110"/>
              <a:gd name="T3" fmla="*/ 0 h 170"/>
              <a:gd name="T4" fmla="*/ 28 w 110"/>
              <a:gd name="T5" fmla="*/ 66 h 170"/>
              <a:gd name="T6" fmla="*/ 28 w 110"/>
              <a:gd name="T7" fmla="*/ 66 h 170"/>
              <a:gd name="T8" fmla="*/ 34 w 110"/>
              <a:gd name="T9" fmla="*/ 58 h 170"/>
              <a:gd name="T10" fmla="*/ 42 w 110"/>
              <a:gd name="T11" fmla="*/ 52 h 170"/>
              <a:gd name="T12" fmla="*/ 52 w 110"/>
              <a:gd name="T13" fmla="*/ 46 h 170"/>
              <a:gd name="T14" fmla="*/ 66 w 110"/>
              <a:gd name="T15" fmla="*/ 44 h 170"/>
              <a:gd name="T16" fmla="*/ 66 w 110"/>
              <a:gd name="T17" fmla="*/ 44 h 170"/>
              <a:gd name="T18" fmla="*/ 76 w 110"/>
              <a:gd name="T19" fmla="*/ 46 h 170"/>
              <a:gd name="T20" fmla="*/ 84 w 110"/>
              <a:gd name="T21" fmla="*/ 48 h 170"/>
              <a:gd name="T22" fmla="*/ 92 w 110"/>
              <a:gd name="T23" fmla="*/ 52 h 170"/>
              <a:gd name="T24" fmla="*/ 98 w 110"/>
              <a:gd name="T25" fmla="*/ 58 h 170"/>
              <a:gd name="T26" fmla="*/ 102 w 110"/>
              <a:gd name="T27" fmla="*/ 64 h 170"/>
              <a:gd name="T28" fmla="*/ 106 w 110"/>
              <a:gd name="T29" fmla="*/ 72 h 170"/>
              <a:gd name="T30" fmla="*/ 108 w 110"/>
              <a:gd name="T31" fmla="*/ 82 h 170"/>
              <a:gd name="T32" fmla="*/ 110 w 110"/>
              <a:gd name="T33" fmla="*/ 92 h 170"/>
              <a:gd name="T34" fmla="*/ 110 w 110"/>
              <a:gd name="T35" fmla="*/ 170 h 170"/>
              <a:gd name="T36" fmla="*/ 82 w 110"/>
              <a:gd name="T37" fmla="*/ 170 h 170"/>
              <a:gd name="T38" fmla="*/ 82 w 110"/>
              <a:gd name="T39" fmla="*/ 100 h 170"/>
              <a:gd name="T40" fmla="*/ 82 w 110"/>
              <a:gd name="T41" fmla="*/ 100 h 170"/>
              <a:gd name="T42" fmla="*/ 80 w 110"/>
              <a:gd name="T43" fmla="*/ 88 h 170"/>
              <a:gd name="T44" fmla="*/ 74 w 110"/>
              <a:gd name="T45" fmla="*/ 78 h 170"/>
              <a:gd name="T46" fmla="*/ 66 w 110"/>
              <a:gd name="T47" fmla="*/ 72 h 170"/>
              <a:gd name="T48" fmla="*/ 54 w 110"/>
              <a:gd name="T49" fmla="*/ 70 h 170"/>
              <a:gd name="T50" fmla="*/ 54 w 110"/>
              <a:gd name="T51" fmla="*/ 70 h 170"/>
              <a:gd name="T52" fmla="*/ 44 w 110"/>
              <a:gd name="T53" fmla="*/ 72 h 170"/>
              <a:gd name="T54" fmla="*/ 36 w 110"/>
              <a:gd name="T55" fmla="*/ 78 h 170"/>
              <a:gd name="T56" fmla="*/ 30 w 110"/>
              <a:gd name="T57" fmla="*/ 88 h 170"/>
              <a:gd name="T58" fmla="*/ 28 w 110"/>
              <a:gd name="T59" fmla="*/ 100 h 170"/>
              <a:gd name="T60" fmla="*/ 28 w 110"/>
              <a:gd name="T61" fmla="*/ 170 h 170"/>
              <a:gd name="T62" fmla="*/ 0 w 110"/>
              <a:gd name="T63" fmla="*/ 170 h 170"/>
              <a:gd name="T64" fmla="*/ 0 w 110"/>
              <a:gd name="T65"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0" h="170">
                <a:moveTo>
                  <a:pt x="0" y="0"/>
                </a:moveTo>
                <a:lnTo>
                  <a:pt x="28" y="0"/>
                </a:lnTo>
                <a:lnTo>
                  <a:pt x="28" y="66"/>
                </a:lnTo>
                <a:lnTo>
                  <a:pt x="28" y="66"/>
                </a:lnTo>
                <a:lnTo>
                  <a:pt x="34" y="58"/>
                </a:lnTo>
                <a:lnTo>
                  <a:pt x="42" y="52"/>
                </a:lnTo>
                <a:lnTo>
                  <a:pt x="52" y="46"/>
                </a:lnTo>
                <a:lnTo>
                  <a:pt x="66" y="44"/>
                </a:lnTo>
                <a:lnTo>
                  <a:pt x="66" y="44"/>
                </a:lnTo>
                <a:lnTo>
                  <a:pt x="76" y="46"/>
                </a:lnTo>
                <a:lnTo>
                  <a:pt x="84" y="48"/>
                </a:lnTo>
                <a:lnTo>
                  <a:pt x="92" y="52"/>
                </a:lnTo>
                <a:lnTo>
                  <a:pt x="98" y="58"/>
                </a:lnTo>
                <a:lnTo>
                  <a:pt x="102" y="64"/>
                </a:lnTo>
                <a:lnTo>
                  <a:pt x="106" y="72"/>
                </a:lnTo>
                <a:lnTo>
                  <a:pt x="108" y="82"/>
                </a:lnTo>
                <a:lnTo>
                  <a:pt x="110" y="92"/>
                </a:lnTo>
                <a:lnTo>
                  <a:pt x="110" y="170"/>
                </a:lnTo>
                <a:lnTo>
                  <a:pt x="82" y="170"/>
                </a:lnTo>
                <a:lnTo>
                  <a:pt x="82" y="100"/>
                </a:lnTo>
                <a:lnTo>
                  <a:pt x="82" y="100"/>
                </a:lnTo>
                <a:lnTo>
                  <a:pt x="80" y="88"/>
                </a:lnTo>
                <a:lnTo>
                  <a:pt x="74" y="78"/>
                </a:lnTo>
                <a:lnTo>
                  <a:pt x="66" y="72"/>
                </a:lnTo>
                <a:lnTo>
                  <a:pt x="54" y="70"/>
                </a:lnTo>
                <a:lnTo>
                  <a:pt x="54" y="70"/>
                </a:lnTo>
                <a:lnTo>
                  <a:pt x="44" y="72"/>
                </a:lnTo>
                <a:lnTo>
                  <a:pt x="36" y="78"/>
                </a:lnTo>
                <a:lnTo>
                  <a:pt x="30" y="88"/>
                </a:lnTo>
                <a:lnTo>
                  <a:pt x="28" y="100"/>
                </a:lnTo>
                <a:lnTo>
                  <a:pt x="28" y="170"/>
                </a:lnTo>
                <a:lnTo>
                  <a:pt x="0" y="170"/>
                </a:lnTo>
                <a:lnTo>
                  <a:pt x="0" y="0"/>
                </a:lnTo>
                <a:close/>
              </a:path>
            </a:pathLst>
          </a:custGeom>
          <a:solidFill>
            <a:srgbClr val="F7D30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36" name="Freeform 232"/>
          <p:cNvSpPr>
            <a:spLocks/>
          </p:cNvSpPr>
          <p:nvPr userDrawn="1"/>
        </p:nvSpPr>
        <p:spPr bwMode="auto">
          <a:xfrm>
            <a:off x="1220412" y="285750"/>
            <a:ext cx="655214" cy="737372"/>
          </a:xfrm>
          <a:custGeom>
            <a:avLst/>
            <a:gdLst>
              <a:gd name="T0" fmla="*/ 0 w 490"/>
              <a:gd name="T1" fmla="*/ 274 h 548"/>
              <a:gd name="T2" fmla="*/ 2 w 490"/>
              <a:gd name="T3" fmla="*/ 246 h 548"/>
              <a:gd name="T4" fmla="*/ 12 w 490"/>
              <a:gd name="T5" fmla="*/ 194 h 548"/>
              <a:gd name="T6" fmla="*/ 32 w 490"/>
              <a:gd name="T7" fmla="*/ 144 h 548"/>
              <a:gd name="T8" fmla="*/ 60 w 490"/>
              <a:gd name="T9" fmla="*/ 100 h 548"/>
              <a:gd name="T10" fmla="*/ 96 w 490"/>
              <a:gd name="T11" fmla="*/ 64 h 548"/>
              <a:gd name="T12" fmla="*/ 140 w 490"/>
              <a:gd name="T13" fmla="*/ 34 h 548"/>
              <a:gd name="T14" fmla="*/ 190 w 490"/>
              <a:gd name="T15" fmla="*/ 12 h 548"/>
              <a:gd name="T16" fmla="*/ 246 w 490"/>
              <a:gd name="T17" fmla="*/ 2 h 548"/>
              <a:gd name="T18" fmla="*/ 276 w 490"/>
              <a:gd name="T19" fmla="*/ 0 h 548"/>
              <a:gd name="T20" fmla="*/ 344 w 490"/>
              <a:gd name="T21" fmla="*/ 6 h 548"/>
              <a:gd name="T22" fmla="*/ 400 w 490"/>
              <a:gd name="T23" fmla="*/ 24 h 548"/>
              <a:gd name="T24" fmla="*/ 446 w 490"/>
              <a:gd name="T25" fmla="*/ 50 h 548"/>
              <a:gd name="T26" fmla="*/ 486 w 490"/>
              <a:gd name="T27" fmla="*/ 82 h 548"/>
              <a:gd name="T28" fmla="*/ 412 w 490"/>
              <a:gd name="T29" fmla="*/ 168 h 548"/>
              <a:gd name="T30" fmla="*/ 380 w 490"/>
              <a:gd name="T31" fmla="*/ 142 h 548"/>
              <a:gd name="T32" fmla="*/ 348 w 490"/>
              <a:gd name="T33" fmla="*/ 124 h 548"/>
              <a:gd name="T34" fmla="*/ 314 w 490"/>
              <a:gd name="T35" fmla="*/ 112 h 548"/>
              <a:gd name="T36" fmla="*/ 276 w 490"/>
              <a:gd name="T37" fmla="*/ 108 h 548"/>
              <a:gd name="T38" fmla="*/ 260 w 490"/>
              <a:gd name="T39" fmla="*/ 108 h 548"/>
              <a:gd name="T40" fmla="*/ 228 w 490"/>
              <a:gd name="T41" fmla="*/ 116 h 548"/>
              <a:gd name="T42" fmla="*/ 200 w 490"/>
              <a:gd name="T43" fmla="*/ 128 h 548"/>
              <a:gd name="T44" fmla="*/ 176 w 490"/>
              <a:gd name="T45" fmla="*/ 146 h 548"/>
              <a:gd name="T46" fmla="*/ 156 w 490"/>
              <a:gd name="T47" fmla="*/ 168 h 548"/>
              <a:gd name="T48" fmla="*/ 140 w 490"/>
              <a:gd name="T49" fmla="*/ 194 h 548"/>
              <a:gd name="T50" fmla="*/ 130 w 490"/>
              <a:gd name="T51" fmla="*/ 224 h 548"/>
              <a:gd name="T52" fmla="*/ 124 w 490"/>
              <a:gd name="T53" fmla="*/ 256 h 548"/>
              <a:gd name="T54" fmla="*/ 122 w 490"/>
              <a:gd name="T55" fmla="*/ 274 h 548"/>
              <a:gd name="T56" fmla="*/ 124 w 490"/>
              <a:gd name="T57" fmla="*/ 292 h 548"/>
              <a:gd name="T58" fmla="*/ 128 w 490"/>
              <a:gd name="T59" fmla="*/ 324 h 548"/>
              <a:gd name="T60" fmla="*/ 140 w 490"/>
              <a:gd name="T61" fmla="*/ 352 h 548"/>
              <a:gd name="T62" fmla="*/ 156 w 490"/>
              <a:gd name="T63" fmla="*/ 380 h 548"/>
              <a:gd name="T64" fmla="*/ 176 w 490"/>
              <a:gd name="T65" fmla="*/ 402 h 548"/>
              <a:gd name="T66" fmla="*/ 200 w 490"/>
              <a:gd name="T67" fmla="*/ 420 h 548"/>
              <a:gd name="T68" fmla="*/ 228 w 490"/>
              <a:gd name="T69" fmla="*/ 432 h 548"/>
              <a:gd name="T70" fmla="*/ 260 w 490"/>
              <a:gd name="T71" fmla="*/ 440 h 548"/>
              <a:gd name="T72" fmla="*/ 276 w 490"/>
              <a:gd name="T73" fmla="*/ 440 h 548"/>
              <a:gd name="T74" fmla="*/ 318 w 490"/>
              <a:gd name="T75" fmla="*/ 436 h 548"/>
              <a:gd name="T76" fmla="*/ 352 w 490"/>
              <a:gd name="T77" fmla="*/ 424 h 548"/>
              <a:gd name="T78" fmla="*/ 384 w 490"/>
              <a:gd name="T79" fmla="*/ 404 h 548"/>
              <a:gd name="T80" fmla="*/ 490 w 490"/>
              <a:gd name="T81" fmla="*/ 454 h 548"/>
              <a:gd name="T82" fmla="*/ 468 w 490"/>
              <a:gd name="T83" fmla="*/ 474 h 548"/>
              <a:gd name="T84" fmla="*/ 424 w 490"/>
              <a:gd name="T85" fmla="*/ 508 h 548"/>
              <a:gd name="T86" fmla="*/ 372 w 490"/>
              <a:gd name="T87" fmla="*/ 534 h 548"/>
              <a:gd name="T88" fmla="*/ 308 w 490"/>
              <a:gd name="T89" fmla="*/ 546 h 548"/>
              <a:gd name="T90" fmla="*/ 272 w 490"/>
              <a:gd name="T91" fmla="*/ 548 h 548"/>
              <a:gd name="T92" fmla="*/ 216 w 490"/>
              <a:gd name="T93" fmla="*/ 542 h 548"/>
              <a:gd name="T94" fmla="*/ 164 w 490"/>
              <a:gd name="T95" fmla="*/ 526 h 548"/>
              <a:gd name="T96" fmla="*/ 118 w 490"/>
              <a:gd name="T97" fmla="*/ 502 h 548"/>
              <a:gd name="T98" fmla="*/ 78 w 490"/>
              <a:gd name="T99" fmla="*/ 468 h 548"/>
              <a:gd name="T100" fmla="*/ 46 w 490"/>
              <a:gd name="T101" fmla="*/ 428 h 548"/>
              <a:gd name="T102" fmla="*/ 22 w 490"/>
              <a:gd name="T103" fmla="*/ 382 h 548"/>
              <a:gd name="T104" fmla="*/ 6 w 490"/>
              <a:gd name="T105" fmla="*/ 332 h 548"/>
              <a:gd name="T106" fmla="*/ 0 w 490"/>
              <a:gd name="T107" fmla="*/ 276 h 5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90" h="548">
                <a:moveTo>
                  <a:pt x="0" y="276"/>
                </a:moveTo>
                <a:lnTo>
                  <a:pt x="0" y="274"/>
                </a:lnTo>
                <a:lnTo>
                  <a:pt x="0" y="274"/>
                </a:lnTo>
                <a:lnTo>
                  <a:pt x="2" y="246"/>
                </a:lnTo>
                <a:lnTo>
                  <a:pt x="6" y="220"/>
                </a:lnTo>
                <a:lnTo>
                  <a:pt x="12" y="194"/>
                </a:lnTo>
                <a:lnTo>
                  <a:pt x="22" y="168"/>
                </a:lnTo>
                <a:lnTo>
                  <a:pt x="32" y="144"/>
                </a:lnTo>
                <a:lnTo>
                  <a:pt x="46" y="122"/>
                </a:lnTo>
                <a:lnTo>
                  <a:pt x="60" y="100"/>
                </a:lnTo>
                <a:lnTo>
                  <a:pt x="78" y="80"/>
                </a:lnTo>
                <a:lnTo>
                  <a:pt x="96" y="64"/>
                </a:lnTo>
                <a:lnTo>
                  <a:pt x="118" y="48"/>
                </a:lnTo>
                <a:lnTo>
                  <a:pt x="140" y="34"/>
                </a:lnTo>
                <a:lnTo>
                  <a:pt x="166" y="22"/>
                </a:lnTo>
                <a:lnTo>
                  <a:pt x="190" y="12"/>
                </a:lnTo>
                <a:lnTo>
                  <a:pt x="218" y="6"/>
                </a:lnTo>
                <a:lnTo>
                  <a:pt x="246" y="2"/>
                </a:lnTo>
                <a:lnTo>
                  <a:pt x="276" y="0"/>
                </a:lnTo>
                <a:lnTo>
                  <a:pt x="276" y="0"/>
                </a:lnTo>
                <a:lnTo>
                  <a:pt x="312" y="2"/>
                </a:lnTo>
                <a:lnTo>
                  <a:pt x="344" y="6"/>
                </a:lnTo>
                <a:lnTo>
                  <a:pt x="374" y="14"/>
                </a:lnTo>
                <a:lnTo>
                  <a:pt x="400" y="24"/>
                </a:lnTo>
                <a:lnTo>
                  <a:pt x="424" y="36"/>
                </a:lnTo>
                <a:lnTo>
                  <a:pt x="446" y="50"/>
                </a:lnTo>
                <a:lnTo>
                  <a:pt x="466" y="64"/>
                </a:lnTo>
                <a:lnTo>
                  <a:pt x="486" y="82"/>
                </a:lnTo>
                <a:lnTo>
                  <a:pt x="412" y="168"/>
                </a:lnTo>
                <a:lnTo>
                  <a:pt x="412" y="168"/>
                </a:lnTo>
                <a:lnTo>
                  <a:pt x="396" y="154"/>
                </a:lnTo>
                <a:lnTo>
                  <a:pt x="380" y="142"/>
                </a:lnTo>
                <a:lnTo>
                  <a:pt x="364" y="132"/>
                </a:lnTo>
                <a:lnTo>
                  <a:pt x="348" y="124"/>
                </a:lnTo>
                <a:lnTo>
                  <a:pt x="332" y="118"/>
                </a:lnTo>
                <a:lnTo>
                  <a:pt x="314" y="112"/>
                </a:lnTo>
                <a:lnTo>
                  <a:pt x="296" y="108"/>
                </a:lnTo>
                <a:lnTo>
                  <a:pt x="276" y="108"/>
                </a:lnTo>
                <a:lnTo>
                  <a:pt x="276" y="108"/>
                </a:lnTo>
                <a:lnTo>
                  <a:pt x="260" y="108"/>
                </a:lnTo>
                <a:lnTo>
                  <a:pt x="244" y="112"/>
                </a:lnTo>
                <a:lnTo>
                  <a:pt x="228" y="116"/>
                </a:lnTo>
                <a:lnTo>
                  <a:pt x="214" y="120"/>
                </a:lnTo>
                <a:lnTo>
                  <a:pt x="200" y="128"/>
                </a:lnTo>
                <a:lnTo>
                  <a:pt x="188" y="136"/>
                </a:lnTo>
                <a:lnTo>
                  <a:pt x="176" y="146"/>
                </a:lnTo>
                <a:lnTo>
                  <a:pt x="166" y="156"/>
                </a:lnTo>
                <a:lnTo>
                  <a:pt x="156" y="168"/>
                </a:lnTo>
                <a:lnTo>
                  <a:pt x="148" y="180"/>
                </a:lnTo>
                <a:lnTo>
                  <a:pt x="140" y="194"/>
                </a:lnTo>
                <a:lnTo>
                  <a:pt x="134" y="208"/>
                </a:lnTo>
                <a:lnTo>
                  <a:pt x="130" y="224"/>
                </a:lnTo>
                <a:lnTo>
                  <a:pt x="126" y="240"/>
                </a:lnTo>
                <a:lnTo>
                  <a:pt x="124" y="256"/>
                </a:lnTo>
                <a:lnTo>
                  <a:pt x="122" y="272"/>
                </a:lnTo>
                <a:lnTo>
                  <a:pt x="122" y="274"/>
                </a:lnTo>
                <a:lnTo>
                  <a:pt x="122" y="274"/>
                </a:lnTo>
                <a:lnTo>
                  <a:pt x="124" y="292"/>
                </a:lnTo>
                <a:lnTo>
                  <a:pt x="126" y="308"/>
                </a:lnTo>
                <a:lnTo>
                  <a:pt x="128" y="324"/>
                </a:lnTo>
                <a:lnTo>
                  <a:pt x="134" y="338"/>
                </a:lnTo>
                <a:lnTo>
                  <a:pt x="140" y="352"/>
                </a:lnTo>
                <a:lnTo>
                  <a:pt x="148" y="366"/>
                </a:lnTo>
                <a:lnTo>
                  <a:pt x="156" y="380"/>
                </a:lnTo>
                <a:lnTo>
                  <a:pt x="166" y="392"/>
                </a:lnTo>
                <a:lnTo>
                  <a:pt x="176" y="402"/>
                </a:lnTo>
                <a:lnTo>
                  <a:pt x="188" y="412"/>
                </a:lnTo>
                <a:lnTo>
                  <a:pt x="200" y="420"/>
                </a:lnTo>
                <a:lnTo>
                  <a:pt x="214" y="428"/>
                </a:lnTo>
                <a:lnTo>
                  <a:pt x="228" y="432"/>
                </a:lnTo>
                <a:lnTo>
                  <a:pt x="244" y="438"/>
                </a:lnTo>
                <a:lnTo>
                  <a:pt x="260" y="440"/>
                </a:lnTo>
                <a:lnTo>
                  <a:pt x="276" y="440"/>
                </a:lnTo>
                <a:lnTo>
                  <a:pt x="276" y="440"/>
                </a:lnTo>
                <a:lnTo>
                  <a:pt x="298" y="440"/>
                </a:lnTo>
                <a:lnTo>
                  <a:pt x="318" y="436"/>
                </a:lnTo>
                <a:lnTo>
                  <a:pt x="336" y="430"/>
                </a:lnTo>
                <a:lnTo>
                  <a:pt x="352" y="424"/>
                </a:lnTo>
                <a:lnTo>
                  <a:pt x="368" y="414"/>
                </a:lnTo>
                <a:lnTo>
                  <a:pt x="384" y="404"/>
                </a:lnTo>
                <a:lnTo>
                  <a:pt x="416" y="378"/>
                </a:lnTo>
                <a:lnTo>
                  <a:pt x="490" y="454"/>
                </a:lnTo>
                <a:lnTo>
                  <a:pt x="490" y="454"/>
                </a:lnTo>
                <a:lnTo>
                  <a:pt x="468" y="474"/>
                </a:lnTo>
                <a:lnTo>
                  <a:pt x="446" y="492"/>
                </a:lnTo>
                <a:lnTo>
                  <a:pt x="424" y="508"/>
                </a:lnTo>
                <a:lnTo>
                  <a:pt x="398" y="522"/>
                </a:lnTo>
                <a:lnTo>
                  <a:pt x="372" y="534"/>
                </a:lnTo>
                <a:lnTo>
                  <a:pt x="342" y="542"/>
                </a:lnTo>
                <a:lnTo>
                  <a:pt x="308" y="546"/>
                </a:lnTo>
                <a:lnTo>
                  <a:pt x="272" y="548"/>
                </a:lnTo>
                <a:lnTo>
                  <a:pt x="272" y="548"/>
                </a:lnTo>
                <a:lnTo>
                  <a:pt x="244" y="546"/>
                </a:lnTo>
                <a:lnTo>
                  <a:pt x="216" y="542"/>
                </a:lnTo>
                <a:lnTo>
                  <a:pt x="190" y="536"/>
                </a:lnTo>
                <a:lnTo>
                  <a:pt x="164" y="526"/>
                </a:lnTo>
                <a:lnTo>
                  <a:pt x="140" y="516"/>
                </a:lnTo>
                <a:lnTo>
                  <a:pt x="118" y="502"/>
                </a:lnTo>
                <a:lnTo>
                  <a:pt x="98" y="486"/>
                </a:lnTo>
                <a:lnTo>
                  <a:pt x="78" y="468"/>
                </a:lnTo>
                <a:lnTo>
                  <a:pt x="60" y="450"/>
                </a:lnTo>
                <a:lnTo>
                  <a:pt x="46" y="428"/>
                </a:lnTo>
                <a:lnTo>
                  <a:pt x="32" y="406"/>
                </a:lnTo>
                <a:lnTo>
                  <a:pt x="22" y="382"/>
                </a:lnTo>
                <a:lnTo>
                  <a:pt x="12" y="358"/>
                </a:lnTo>
                <a:lnTo>
                  <a:pt x="6" y="332"/>
                </a:lnTo>
                <a:lnTo>
                  <a:pt x="2" y="304"/>
                </a:lnTo>
                <a:lnTo>
                  <a:pt x="0" y="276"/>
                </a:lnTo>
                <a:lnTo>
                  <a:pt x="0" y="276"/>
                </a:lnTo>
                <a:close/>
              </a:path>
            </a:pathLst>
          </a:custGeom>
          <a:solidFill>
            <a:srgbClr val="F7D30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37" name="Freeform 233"/>
          <p:cNvSpPr>
            <a:spLocks/>
          </p:cNvSpPr>
          <p:nvPr userDrawn="1"/>
        </p:nvSpPr>
        <p:spPr bwMode="auto">
          <a:xfrm>
            <a:off x="1974576" y="299206"/>
            <a:ext cx="599053" cy="710461"/>
          </a:xfrm>
          <a:custGeom>
            <a:avLst/>
            <a:gdLst>
              <a:gd name="T0" fmla="*/ 0 w 448"/>
              <a:gd name="T1" fmla="*/ 0 h 528"/>
              <a:gd name="T2" fmla="*/ 116 w 448"/>
              <a:gd name="T3" fmla="*/ 0 h 528"/>
              <a:gd name="T4" fmla="*/ 116 w 448"/>
              <a:gd name="T5" fmla="*/ 210 h 528"/>
              <a:gd name="T6" fmla="*/ 332 w 448"/>
              <a:gd name="T7" fmla="*/ 210 h 528"/>
              <a:gd name="T8" fmla="*/ 332 w 448"/>
              <a:gd name="T9" fmla="*/ 0 h 528"/>
              <a:gd name="T10" fmla="*/ 448 w 448"/>
              <a:gd name="T11" fmla="*/ 0 h 528"/>
              <a:gd name="T12" fmla="*/ 448 w 448"/>
              <a:gd name="T13" fmla="*/ 528 h 528"/>
              <a:gd name="T14" fmla="*/ 332 w 448"/>
              <a:gd name="T15" fmla="*/ 528 h 528"/>
              <a:gd name="T16" fmla="*/ 332 w 448"/>
              <a:gd name="T17" fmla="*/ 316 h 528"/>
              <a:gd name="T18" fmla="*/ 116 w 448"/>
              <a:gd name="T19" fmla="*/ 316 h 528"/>
              <a:gd name="T20" fmla="*/ 116 w 448"/>
              <a:gd name="T21" fmla="*/ 528 h 528"/>
              <a:gd name="T22" fmla="*/ 0 w 448"/>
              <a:gd name="T23" fmla="*/ 528 h 528"/>
              <a:gd name="T24" fmla="*/ 0 w 448"/>
              <a:gd name="T25" fmla="*/ 0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8" h="528">
                <a:moveTo>
                  <a:pt x="0" y="0"/>
                </a:moveTo>
                <a:lnTo>
                  <a:pt x="116" y="0"/>
                </a:lnTo>
                <a:lnTo>
                  <a:pt x="116" y="210"/>
                </a:lnTo>
                <a:lnTo>
                  <a:pt x="332" y="210"/>
                </a:lnTo>
                <a:lnTo>
                  <a:pt x="332" y="0"/>
                </a:lnTo>
                <a:lnTo>
                  <a:pt x="448" y="0"/>
                </a:lnTo>
                <a:lnTo>
                  <a:pt x="448" y="528"/>
                </a:lnTo>
                <a:lnTo>
                  <a:pt x="332" y="528"/>
                </a:lnTo>
                <a:lnTo>
                  <a:pt x="332" y="316"/>
                </a:lnTo>
                <a:lnTo>
                  <a:pt x="116" y="316"/>
                </a:lnTo>
                <a:lnTo>
                  <a:pt x="116" y="528"/>
                </a:lnTo>
                <a:lnTo>
                  <a:pt x="0" y="528"/>
                </a:lnTo>
                <a:lnTo>
                  <a:pt x="0" y="0"/>
                </a:lnTo>
                <a:close/>
              </a:path>
            </a:pathLst>
          </a:custGeom>
          <a:solidFill>
            <a:srgbClr val="F7D30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38" name="Freeform 234"/>
          <p:cNvSpPr>
            <a:spLocks/>
          </p:cNvSpPr>
          <p:nvPr userDrawn="1"/>
        </p:nvSpPr>
        <p:spPr bwMode="auto">
          <a:xfrm>
            <a:off x="2734090" y="299206"/>
            <a:ext cx="540217" cy="710461"/>
          </a:xfrm>
          <a:custGeom>
            <a:avLst/>
            <a:gdLst>
              <a:gd name="T0" fmla="*/ 0 w 404"/>
              <a:gd name="T1" fmla="*/ 0 h 528"/>
              <a:gd name="T2" fmla="*/ 400 w 404"/>
              <a:gd name="T3" fmla="*/ 0 h 528"/>
              <a:gd name="T4" fmla="*/ 400 w 404"/>
              <a:gd name="T5" fmla="*/ 104 h 528"/>
              <a:gd name="T6" fmla="*/ 116 w 404"/>
              <a:gd name="T7" fmla="*/ 104 h 528"/>
              <a:gd name="T8" fmla="*/ 116 w 404"/>
              <a:gd name="T9" fmla="*/ 210 h 528"/>
              <a:gd name="T10" fmla="*/ 366 w 404"/>
              <a:gd name="T11" fmla="*/ 210 h 528"/>
              <a:gd name="T12" fmla="*/ 366 w 404"/>
              <a:gd name="T13" fmla="*/ 314 h 528"/>
              <a:gd name="T14" fmla="*/ 116 w 404"/>
              <a:gd name="T15" fmla="*/ 314 h 528"/>
              <a:gd name="T16" fmla="*/ 116 w 404"/>
              <a:gd name="T17" fmla="*/ 426 h 528"/>
              <a:gd name="T18" fmla="*/ 404 w 404"/>
              <a:gd name="T19" fmla="*/ 426 h 528"/>
              <a:gd name="T20" fmla="*/ 404 w 404"/>
              <a:gd name="T21" fmla="*/ 528 h 528"/>
              <a:gd name="T22" fmla="*/ 0 w 404"/>
              <a:gd name="T23" fmla="*/ 528 h 528"/>
              <a:gd name="T24" fmla="*/ 0 w 404"/>
              <a:gd name="T25" fmla="*/ 0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4" h="528">
                <a:moveTo>
                  <a:pt x="0" y="0"/>
                </a:moveTo>
                <a:lnTo>
                  <a:pt x="400" y="0"/>
                </a:lnTo>
                <a:lnTo>
                  <a:pt x="400" y="104"/>
                </a:lnTo>
                <a:lnTo>
                  <a:pt x="116" y="104"/>
                </a:lnTo>
                <a:lnTo>
                  <a:pt x="116" y="210"/>
                </a:lnTo>
                <a:lnTo>
                  <a:pt x="366" y="210"/>
                </a:lnTo>
                <a:lnTo>
                  <a:pt x="366" y="314"/>
                </a:lnTo>
                <a:lnTo>
                  <a:pt x="116" y="314"/>
                </a:lnTo>
                <a:lnTo>
                  <a:pt x="116" y="426"/>
                </a:lnTo>
                <a:lnTo>
                  <a:pt x="404" y="426"/>
                </a:lnTo>
                <a:lnTo>
                  <a:pt x="404" y="528"/>
                </a:lnTo>
                <a:lnTo>
                  <a:pt x="0" y="528"/>
                </a:lnTo>
                <a:lnTo>
                  <a:pt x="0" y="0"/>
                </a:lnTo>
                <a:close/>
              </a:path>
            </a:pathLst>
          </a:custGeom>
          <a:solidFill>
            <a:srgbClr val="F7D30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60" name="Freeform 235"/>
          <p:cNvSpPr>
            <a:spLocks/>
          </p:cNvSpPr>
          <p:nvPr userDrawn="1"/>
        </p:nvSpPr>
        <p:spPr bwMode="auto">
          <a:xfrm>
            <a:off x="3408024" y="299206"/>
            <a:ext cx="708701" cy="710461"/>
          </a:xfrm>
          <a:custGeom>
            <a:avLst/>
            <a:gdLst>
              <a:gd name="T0" fmla="*/ 0 w 530"/>
              <a:gd name="T1" fmla="*/ 0 h 528"/>
              <a:gd name="T2" fmla="*/ 126 w 530"/>
              <a:gd name="T3" fmla="*/ 0 h 528"/>
              <a:gd name="T4" fmla="*/ 264 w 530"/>
              <a:gd name="T5" fmla="*/ 224 h 528"/>
              <a:gd name="T6" fmla="*/ 404 w 530"/>
              <a:gd name="T7" fmla="*/ 0 h 528"/>
              <a:gd name="T8" fmla="*/ 530 w 530"/>
              <a:gd name="T9" fmla="*/ 0 h 528"/>
              <a:gd name="T10" fmla="*/ 530 w 530"/>
              <a:gd name="T11" fmla="*/ 528 h 528"/>
              <a:gd name="T12" fmla="*/ 414 w 530"/>
              <a:gd name="T13" fmla="*/ 528 h 528"/>
              <a:gd name="T14" fmla="*/ 414 w 530"/>
              <a:gd name="T15" fmla="*/ 184 h 528"/>
              <a:gd name="T16" fmla="*/ 264 w 530"/>
              <a:gd name="T17" fmla="*/ 410 h 528"/>
              <a:gd name="T18" fmla="*/ 262 w 530"/>
              <a:gd name="T19" fmla="*/ 410 h 528"/>
              <a:gd name="T20" fmla="*/ 114 w 530"/>
              <a:gd name="T21" fmla="*/ 186 h 528"/>
              <a:gd name="T22" fmla="*/ 114 w 530"/>
              <a:gd name="T23" fmla="*/ 528 h 528"/>
              <a:gd name="T24" fmla="*/ 0 w 530"/>
              <a:gd name="T25" fmla="*/ 528 h 528"/>
              <a:gd name="T26" fmla="*/ 0 w 530"/>
              <a:gd name="T27" fmla="*/ 0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30" h="528">
                <a:moveTo>
                  <a:pt x="0" y="0"/>
                </a:moveTo>
                <a:lnTo>
                  <a:pt x="126" y="0"/>
                </a:lnTo>
                <a:lnTo>
                  <a:pt x="264" y="224"/>
                </a:lnTo>
                <a:lnTo>
                  <a:pt x="404" y="0"/>
                </a:lnTo>
                <a:lnTo>
                  <a:pt x="530" y="0"/>
                </a:lnTo>
                <a:lnTo>
                  <a:pt x="530" y="528"/>
                </a:lnTo>
                <a:lnTo>
                  <a:pt x="414" y="528"/>
                </a:lnTo>
                <a:lnTo>
                  <a:pt x="414" y="184"/>
                </a:lnTo>
                <a:lnTo>
                  <a:pt x="264" y="410"/>
                </a:lnTo>
                <a:lnTo>
                  <a:pt x="262" y="410"/>
                </a:lnTo>
                <a:lnTo>
                  <a:pt x="114" y="186"/>
                </a:lnTo>
                <a:lnTo>
                  <a:pt x="114" y="528"/>
                </a:lnTo>
                <a:lnTo>
                  <a:pt x="0" y="528"/>
                </a:lnTo>
                <a:lnTo>
                  <a:pt x="0" y="0"/>
                </a:lnTo>
                <a:close/>
              </a:path>
            </a:pathLst>
          </a:custGeom>
          <a:solidFill>
            <a:srgbClr val="F7D30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61" name="Rectangle 236"/>
          <p:cNvSpPr>
            <a:spLocks noChangeArrowheads="1"/>
          </p:cNvSpPr>
          <p:nvPr userDrawn="1"/>
        </p:nvSpPr>
        <p:spPr bwMode="auto">
          <a:xfrm>
            <a:off x="4279859" y="299206"/>
            <a:ext cx="157786" cy="710461"/>
          </a:xfrm>
          <a:prstGeom prst="rect">
            <a:avLst/>
          </a:prstGeom>
          <a:solidFill>
            <a:srgbClr val="F7D3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62" name="Freeform 237"/>
          <p:cNvSpPr>
            <a:spLocks/>
          </p:cNvSpPr>
          <p:nvPr userDrawn="1"/>
        </p:nvSpPr>
        <p:spPr bwMode="auto">
          <a:xfrm>
            <a:off x="4547293" y="288441"/>
            <a:ext cx="558937" cy="731990"/>
          </a:xfrm>
          <a:custGeom>
            <a:avLst/>
            <a:gdLst>
              <a:gd name="T0" fmla="*/ 68 w 418"/>
              <a:gd name="T1" fmla="*/ 378 h 544"/>
              <a:gd name="T2" fmla="*/ 124 w 418"/>
              <a:gd name="T3" fmla="*/ 414 h 544"/>
              <a:gd name="T4" fmla="*/ 184 w 418"/>
              <a:gd name="T5" fmla="*/ 438 h 544"/>
              <a:gd name="T6" fmla="*/ 226 w 418"/>
              <a:gd name="T7" fmla="*/ 442 h 544"/>
              <a:gd name="T8" fmla="*/ 272 w 418"/>
              <a:gd name="T9" fmla="*/ 434 h 544"/>
              <a:gd name="T10" fmla="*/ 298 w 418"/>
              <a:gd name="T11" fmla="*/ 412 h 544"/>
              <a:gd name="T12" fmla="*/ 304 w 418"/>
              <a:gd name="T13" fmla="*/ 390 h 544"/>
              <a:gd name="T14" fmla="*/ 300 w 418"/>
              <a:gd name="T15" fmla="*/ 370 h 544"/>
              <a:gd name="T16" fmla="*/ 270 w 418"/>
              <a:gd name="T17" fmla="*/ 346 h 544"/>
              <a:gd name="T18" fmla="*/ 196 w 418"/>
              <a:gd name="T19" fmla="*/ 322 h 544"/>
              <a:gd name="T20" fmla="*/ 124 w 418"/>
              <a:gd name="T21" fmla="*/ 300 h 544"/>
              <a:gd name="T22" fmla="*/ 70 w 418"/>
              <a:gd name="T23" fmla="*/ 272 h 544"/>
              <a:gd name="T24" fmla="*/ 40 w 418"/>
              <a:gd name="T25" fmla="*/ 240 h 544"/>
              <a:gd name="T26" fmla="*/ 24 w 418"/>
              <a:gd name="T27" fmla="*/ 198 h 544"/>
              <a:gd name="T28" fmla="*/ 22 w 418"/>
              <a:gd name="T29" fmla="*/ 160 h 544"/>
              <a:gd name="T30" fmla="*/ 24 w 418"/>
              <a:gd name="T31" fmla="*/ 126 h 544"/>
              <a:gd name="T32" fmla="*/ 42 w 418"/>
              <a:gd name="T33" fmla="*/ 80 h 544"/>
              <a:gd name="T34" fmla="*/ 74 w 418"/>
              <a:gd name="T35" fmla="*/ 44 h 544"/>
              <a:gd name="T36" fmla="*/ 116 w 418"/>
              <a:gd name="T37" fmla="*/ 18 h 544"/>
              <a:gd name="T38" fmla="*/ 168 w 418"/>
              <a:gd name="T39" fmla="*/ 2 h 544"/>
              <a:gd name="T40" fmla="*/ 206 w 418"/>
              <a:gd name="T41" fmla="*/ 0 h 544"/>
              <a:gd name="T42" fmla="*/ 288 w 418"/>
              <a:gd name="T43" fmla="*/ 10 h 544"/>
              <a:gd name="T44" fmla="*/ 360 w 418"/>
              <a:gd name="T45" fmla="*/ 38 h 544"/>
              <a:gd name="T46" fmla="*/ 342 w 418"/>
              <a:gd name="T47" fmla="*/ 156 h 544"/>
              <a:gd name="T48" fmla="*/ 290 w 418"/>
              <a:gd name="T49" fmla="*/ 124 h 544"/>
              <a:gd name="T50" fmla="*/ 238 w 418"/>
              <a:gd name="T51" fmla="*/ 106 h 544"/>
              <a:gd name="T52" fmla="*/ 206 w 418"/>
              <a:gd name="T53" fmla="*/ 102 h 544"/>
              <a:gd name="T54" fmla="*/ 164 w 418"/>
              <a:gd name="T55" fmla="*/ 110 h 544"/>
              <a:gd name="T56" fmla="*/ 142 w 418"/>
              <a:gd name="T57" fmla="*/ 130 h 544"/>
              <a:gd name="T58" fmla="*/ 138 w 418"/>
              <a:gd name="T59" fmla="*/ 150 h 544"/>
              <a:gd name="T60" fmla="*/ 142 w 418"/>
              <a:gd name="T61" fmla="*/ 172 h 544"/>
              <a:gd name="T62" fmla="*/ 174 w 418"/>
              <a:gd name="T63" fmla="*/ 196 h 544"/>
              <a:gd name="T64" fmla="*/ 252 w 418"/>
              <a:gd name="T65" fmla="*/ 220 h 544"/>
              <a:gd name="T66" fmla="*/ 352 w 418"/>
              <a:gd name="T67" fmla="*/ 258 h 544"/>
              <a:gd name="T68" fmla="*/ 386 w 418"/>
              <a:gd name="T69" fmla="*/ 284 h 544"/>
              <a:gd name="T70" fmla="*/ 408 w 418"/>
              <a:gd name="T71" fmla="*/ 320 h 544"/>
              <a:gd name="T72" fmla="*/ 418 w 418"/>
              <a:gd name="T73" fmla="*/ 362 h 544"/>
              <a:gd name="T74" fmla="*/ 418 w 418"/>
              <a:gd name="T75" fmla="*/ 380 h 544"/>
              <a:gd name="T76" fmla="*/ 410 w 418"/>
              <a:gd name="T77" fmla="*/ 434 h 544"/>
              <a:gd name="T78" fmla="*/ 388 w 418"/>
              <a:gd name="T79" fmla="*/ 478 h 544"/>
              <a:gd name="T80" fmla="*/ 352 w 418"/>
              <a:gd name="T81" fmla="*/ 512 h 544"/>
              <a:gd name="T82" fmla="*/ 304 w 418"/>
              <a:gd name="T83" fmla="*/ 534 h 544"/>
              <a:gd name="T84" fmla="*/ 246 w 418"/>
              <a:gd name="T85" fmla="*/ 544 h 544"/>
              <a:gd name="T86" fmla="*/ 194 w 418"/>
              <a:gd name="T87" fmla="*/ 544 h 544"/>
              <a:gd name="T88" fmla="*/ 106 w 418"/>
              <a:gd name="T89" fmla="*/ 524 h 544"/>
              <a:gd name="T90" fmla="*/ 24 w 418"/>
              <a:gd name="T91" fmla="*/ 480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18" h="544">
                <a:moveTo>
                  <a:pt x="0" y="460"/>
                </a:moveTo>
                <a:lnTo>
                  <a:pt x="68" y="378"/>
                </a:lnTo>
                <a:lnTo>
                  <a:pt x="68" y="378"/>
                </a:lnTo>
                <a:lnTo>
                  <a:pt x="86" y="392"/>
                </a:lnTo>
                <a:lnTo>
                  <a:pt x="106" y="404"/>
                </a:lnTo>
                <a:lnTo>
                  <a:pt x="124" y="414"/>
                </a:lnTo>
                <a:lnTo>
                  <a:pt x="144" y="424"/>
                </a:lnTo>
                <a:lnTo>
                  <a:pt x="162" y="432"/>
                </a:lnTo>
                <a:lnTo>
                  <a:pt x="184" y="438"/>
                </a:lnTo>
                <a:lnTo>
                  <a:pt x="204" y="440"/>
                </a:lnTo>
                <a:lnTo>
                  <a:pt x="226" y="442"/>
                </a:lnTo>
                <a:lnTo>
                  <a:pt x="226" y="442"/>
                </a:lnTo>
                <a:lnTo>
                  <a:pt x="244" y="440"/>
                </a:lnTo>
                <a:lnTo>
                  <a:pt x="258" y="438"/>
                </a:lnTo>
                <a:lnTo>
                  <a:pt x="272" y="434"/>
                </a:lnTo>
                <a:lnTo>
                  <a:pt x="284" y="428"/>
                </a:lnTo>
                <a:lnTo>
                  <a:pt x="292" y="422"/>
                </a:lnTo>
                <a:lnTo>
                  <a:pt x="298" y="412"/>
                </a:lnTo>
                <a:lnTo>
                  <a:pt x="302" y="402"/>
                </a:lnTo>
                <a:lnTo>
                  <a:pt x="304" y="392"/>
                </a:lnTo>
                <a:lnTo>
                  <a:pt x="304" y="390"/>
                </a:lnTo>
                <a:lnTo>
                  <a:pt x="304" y="390"/>
                </a:lnTo>
                <a:lnTo>
                  <a:pt x="302" y="380"/>
                </a:lnTo>
                <a:lnTo>
                  <a:pt x="300" y="370"/>
                </a:lnTo>
                <a:lnTo>
                  <a:pt x="292" y="362"/>
                </a:lnTo>
                <a:lnTo>
                  <a:pt x="284" y="354"/>
                </a:lnTo>
                <a:lnTo>
                  <a:pt x="270" y="346"/>
                </a:lnTo>
                <a:lnTo>
                  <a:pt x="250" y="338"/>
                </a:lnTo>
                <a:lnTo>
                  <a:pt x="226" y="332"/>
                </a:lnTo>
                <a:lnTo>
                  <a:pt x="196" y="322"/>
                </a:lnTo>
                <a:lnTo>
                  <a:pt x="196" y="322"/>
                </a:lnTo>
                <a:lnTo>
                  <a:pt x="158" y="312"/>
                </a:lnTo>
                <a:lnTo>
                  <a:pt x="124" y="300"/>
                </a:lnTo>
                <a:lnTo>
                  <a:pt x="94" y="288"/>
                </a:lnTo>
                <a:lnTo>
                  <a:pt x="82" y="280"/>
                </a:lnTo>
                <a:lnTo>
                  <a:pt x="70" y="272"/>
                </a:lnTo>
                <a:lnTo>
                  <a:pt x="58" y="262"/>
                </a:lnTo>
                <a:lnTo>
                  <a:pt x="48" y="252"/>
                </a:lnTo>
                <a:lnTo>
                  <a:pt x="40" y="240"/>
                </a:lnTo>
                <a:lnTo>
                  <a:pt x="34" y="226"/>
                </a:lnTo>
                <a:lnTo>
                  <a:pt x="28" y="212"/>
                </a:lnTo>
                <a:lnTo>
                  <a:pt x="24" y="198"/>
                </a:lnTo>
                <a:lnTo>
                  <a:pt x="22" y="180"/>
                </a:lnTo>
                <a:lnTo>
                  <a:pt x="22" y="162"/>
                </a:lnTo>
                <a:lnTo>
                  <a:pt x="22" y="160"/>
                </a:lnTo>
                <a:lnTo>
                  <a:pt x="22" y="160"/>
                </a:lnTo>
                <a:lnTo>
                  <a:pt x="22" y="142"/>
                </a:lnTo>
                <a:lnTo>
                  <a:pt x="24" y="126"/>
                </a:lnTo>
                <a:lnTo>
                  <a:pt x="30" y="110"/>
                </a:lnTo>
                <a:lnTo>
                  <a:pt x="36" y="94"/>
                </a:lnTo>
                <a:lnTo>
                  <a:pt x="42" y="80"/>
                </a:lnTo>
                <a:lnTo>
                  <a:pt x="52" y="66"/>
                </a:lnTo>
                <a:lnTo>
                  <a:pt x="62" y="54"/>
                </a:lnTo>
                <a:lnTo>
                  <a:pt x="74" y="44"/>
                </a:lnTo>
                <a:lnTo>
                  <a:pt x="86" y="34"/>
                </a:lnTo>
                <a:lnTo>
                  <a:pt x="100" y="26"/>
                </a:lnTo>
                <a:lnTo>
                  <a:pt x="116" y="18"/>
                </a:lnTo>
                <a:lnTo>
                  <a:pt x="132" y="12"/>
                </a:lnTo>
                <a:lnTo>
                  <a:pt x="150" y="6"/>
                </a:lnTo>
                <a:lnTo>
                  <a:pt x="168" y="2"/>
                </a:lnTo>
                <a:lnTo>
                  <a:pt x="186" y="0"/>
                </a:lnTo>
                <a:lnTo>
                  <a:pt x="206" y="0"/>
                </a:lnTo>
                <a:lnTo>
                  <a:pt x="206" y="0"/>
                </a:lnTo>
                <a:lnTo>
                  <a:pt x="234" y="2"/>
                </a:lnTo>
                <a:lnTo>
                  <a:pt x="262" y="4"/>
                </a:lnTo>
                <a:lnTo>
                  <a:pt x="288" y="10"/>
                </a:lnTo>
                <a:lnTo>
                  <a:pt x="314" y="18"/>
                </a:lnTo>
                <a:lnTo>
                  <a:pt x="338" y="28"/>
                </a:lnTo>
                <a:lnTo>
                  <a:pt x="360" y="38"/>
                </a:lnTo>
                <a:lnTo>
                  <a:pt x="382" y="52"/>
                </a:lnTo>
                <a:lnTo>
                  <a:pt x="404" y="68"/>
                </a:lnTo>
                <a:lnTo>
                  <a:pt x="342" y="156"/>
                </a:lnTo>
                <a:lnTo>
                  <a:pt x="342" y="156"/>
                </a:lnTo>
                <a:lnTo>
                  <a:pt x="308" y="134"/>
                </a:lnTo>
                <a:lnTo>
                  <a:pt x="290" y="124"/>
                </a:lnTo>
                <a:lnTo>
                  <a:pt x="272" y="116"/>
                </a:lnTo>
                <a:lnTo>
                  <a:pt x="256" y="110"/>
                </a:lnTo>
                <a:lnTo>
                  <a:pt x="238" y="106"/>
                </a:lnTo>
                <a:lnTo>
                  <a:pt x="222" y="104"/>
                </a:lnTo>
                <a:lnTo>
                  <a:pt x="206" y="102"/>
                </a:lnTo>
                <a:lnTo>
                  <a:pt x="206" y="102"/>
                </a:lnTo>
                <a:lnTo>
                  <a:pt x="190" y="104"/>
                </a:lnTo>
                <a:lnTo>
                  <a:pt x="176" y="106"/>
                </a:lnTo>
                <a:lnTo>
                  <a:pt x="164" y="110"/>
                </a:lnTo>
                <a:lnTo>
                  <a:pt x="154" y="116"/>
                </a:lnTo>
                <a:lnTo>
                  <a:pt x="146" y="124"/>
                </a:lnTo>
                <a:lnTo>
                  <a:pt x="142" y="130"/>
                </a:lnTo>
                <a:lnTo>
                  <a:pt x="138" y="140"/>
                </a:lnTo>
                <a:lnTo>
                  <a:pt x="138" y="148"/>
                </a:lnTo>
                <a:lnTo>
                  <a:pt x="138" y="150"/>
                </a:lnTo>
                <a:lnTo>
                  <a:pt x="138" y="150"/>
                </a:lnTo>
                <a:lnTo>
                  <a:pt x="138" y="162"/>
                </a:lnTo>
                <a:lnTo>
                  <a:pt x="142" y="172"/>
                </a:lnTo>
                <a:lnTo>
                  <a:pt x="150" y="182"/>
                </a:lnTo>
                <a:lnTo>
                  <a:pt x="160" y="190"/>
                </a:lnTo>
                <a:lnTo>
                  <a:pt x="174" y="196"/>
                </a:lnTo>
                <a:lnTo>
                  <a:pt x="194" y="204"/>
                </a:lnTo>
                <a:lnTo>
                  <a:pt x="252" y="220"/>
                </a:lnTo>
                <a:lnTo>
                  <a:pt x="252" y="220"/>
                </a:lnTo>
                <a:lnTo>
                  <a:pt x="290" y="232"/>
                </a:lnTo>
                <a:lnTo>
                  <a:pt x="322" y="244"/>
                </a:lnTo>
                <a:lnTo>
                  <a:pt x="352" y="258"/>
                </a:lnTo>
                <a:lnTo>
                  <a:pt x="364" y="266"/>
                </a:lnTo>
                <a:lnTo>
                  <a:pt x="376" y="276"/>
                </a:lnTo>
                <a:lnTo>
                  <a:pt x="386" y="284"/>
                </a:lnTo>
                <a:lnTo>
                  <a:pt x="394" y="296"/>
                </a:lnTo>
                <a:lnTo>
                  <a:pt x="402" y="306"/>
                </a:lnTo>
                <a:lnTo>
                  <a:pt x="408" y="320"/>
                </a:lnTo>
                <a:lnTo>
                  <a:pt x="412" y="332"/>
                </a:lnTo>
                <a:lnTo>
                  <a:pt x="416" y="346"/>
                </a:lnTo>
                <a:lnTo>
                  <a:pt x="418" y="362"/>
                </a:lnTo>
                <a:lnTo>
                  <a:pt x="418" y="378"/>
                </a:lnTo>
                <a:lnTo>
                  <a:pt x="418" y="380"/>
                </a:lnTo>
                <a:lnTo>
                  <a:pt x="418" y="380"/>
                </a:lnTo>
                <a:lnTo>
                  <a:pt x="418" y="400"/>
                </a:lnTo>
                <a:lnTo>
                  <a:pt x="416" y="418"/>
                </a:lnTo>
                <a:lnTo>
                  <a:pt x="410" y="434"/>
                </a:lnTo>
                <a:lnTo>
                  <a:pt x="404" y="450"/>
                </a:lnTo>
                <a:lnTo>
                  <a:pt x="396" y="464"/>
                </a:lnTo>
                <a:lnTo>
                  <a:pt x="388" y="478"/>
                </a:lnTo>
                <a:lnTo>
                  <a:pt x="376" y="490"/>
                </a:lnTo>
                <a:lnTo>
                  <a:pt x="364" y="502"/>
                </a:lnTo>
                <a:lnTo>
                  <a:pt x="352" y="512"/>
                </a:lnTo>
                <a:lnTo>
                  <a:pt x="336" y="520"/>
                </a:lnTo>
                <a:lnTo>
                  <a:pt x="320" y="528"/>
                </a:lnTo>
                <a:lnTo>
                  <a:pt x="304" y="534"/>
                </a:lnTo>
                <a:lnTo>
                  <a:pt x="286" y="538"/>
                </a:lnTo>
                <a:lnTo>
                  <a:pt x="266" y="542"/>
                </a:lnTo>
                <a:lnTo>
                  <a:pt x="246" y="544"/>
                </a:lnTo>
                <a:lnTo>
                  <a:pt x="224" y="544"/>
                </a:lnTo>
                <a:lnTo>
                  <a:pt x="224" y="544"/>
                </a:lnTo>
                <a:lnTo>
                  <a:pt x="194" y="544"/>
                </a:lnTo>
                <a:lnTo>
                  <a:pt x="164" y="540"/>
                </a:lnTo>
                <a:lnTo>
                  <a:pt x="136" y="532"/>
                </a:lnTo>
                <a:lnTo>
                  <a:pt x="106" y="524"/>
                </a:lnTo>
                <a:lnTo>
                  <a:pt x="78" y="512"/>
                </a:lnTo>
                <a:lnTo>
                  <a:pt x="50" y="496"/>
                </a:lnTo>
                <a:lnTo>
                  <a:pt x="24" y="480"/>
                </a:lnTo>
                <a:lnTo>
                  <a:pt x="0" y="460"/>
                </a:lnTo>
                <a:lnTo>
                  <a:pt x="0" y="460"/>
                </a:lnTo>
                <a:close/>
              </a:path>
            </a:pathLst>
          </a:custGeom>
          <a:solidFill>
            <a:srgbClr val="F7D30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63" name="Freeform 238"/>
          <p:cNvSpPr>
            <a:spLocks/>
          </p:cNvSpPr>
          <p:nvPr userDrawn="1"/>
        </p:nvSpPr>
        <p:spPr bwMode="auto">
          <a:xfrm>
            <a:off x="5173090" y="299206"/>
            <a:ext cx="585681" cy="710461"/>
          </a:xfrm>
          <a:custGeom>
            <a:avLst/>
            <a:gdLst>
              <a:gd name="T0" fmla="*/ 160 w 438"/>
              <a:gd name="T1" fmla="*/ 106 h 528"/>
              <a:gd name="T2" fmla="*/ 0 w 438"/>
              <a:gd name="T3" fmla="*/ 106 h 528"/>
              <a:gd name="T4" fmla="*/ 0 w 438"/>
              <a:gd name="T5" fmla="*/ 0 h 528"/>
              <a:gd name="T6" fmla="*/ 438 w 438"/>
              <a:gd name="T7" fmla="*/ 0 h 528"/>
              <a:gd name="T8" fmla="*/ 438 w 438"/>
              <a:gd name="T9" fmla="*/ 106 h 528"/>
              <a:gd name="T10" fmla="*/ 276 w 438"/>
              <a:gd name="T11" fmla="*/ 106 h 528"/>
              <a:gd name="T12" fmla="*/ 276 w 438"/>
              <a:gd name="T13" fmla="*/ 528 h 528"/>
              <a:gd name="T14" fmla="*/ 160 w 438"/>
              <a:gd name="T15" fmla="*/ 528 h 528"/>
              <a:gd name="T16" fmla="*/ 160 w 438"/>
              <a:gd name="T17" fmla="*/ 106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8" h="528">
                <a:moveTo>
                  <a:pt x="160" y="106"/>
                </a:moveTo>
                <a:lnTo>
                  <a:pt x="0" y="106"/>
                </a:lnTo>
                <a:lnTo>
                  <a:pt x="0" y="0"/>
                </a:lnTo>
                <a:lnTo>
                  <a:pt x="438" y="0"/>
                </a:lnTo>
                <a:lnTo>
                  <a:pt x="438" y="106"/>
                </a:lnTo>
                <a:lnTo>
                  <a:pt x="276" y="106"/>
                </a:lnTo>
                <a:lnTo>
                  <a:pt x="276" y="528"/>
                </a:lnTo>
                <a:lnTo>
                  <a:pt x="160" y="528"/>
                </a:lnTo>
                <a:lnTo>
                  <a:pt x="160" y="106"/>
                </a:lnTo>
                <a:close/>
              </a:path>
            </a:pathLst>
          </a:custGeom>
          <a:solidFill>
            <a:srgbClr val="F7D30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64" name="Freeform 239"/>
          <p:cNvSpPr>
            <a:spLocks/>
          </p:cNvSpPr>
          <p:nvPr userDrawn="1"/>
        </p:nvSpPr>
        <p:spPr bwMode="auto">
          <a:xfrm>
            <a:off x="5849698" y="299206"/>
            <a:ext cx="612424" cy="710461"/>
          </a:xfrm>
          <a:custGeom>
            <a:avLst/>
            <a:gdLst>
              <a:gd name="T0" fmla="*/ 0 w 458"/>
              <a:gd name="T1" fmla="*/ 0 h 528"/>
              <a:gd name="T2" fmla="*/ 242 w 458"/>
              <a:gd name="T3" fmla="*/ 0 h 528"/>
              <a:gd name="T4" fmla="*/ 242 w 458"/>
              <a:gd name="T5" fmla="*/ 0 h 528"/>
              <a:gd name="T6" fmla="*/ 268 w 458"/>
              <a:gd name="T7" fmla="*/ 0 h 528"/>
              <a:gd name="T8" fmla="*/ 290 w 458"/>
              <a:gd name="T9" fmla="*/ 4 h 528"/>
              <a:gd name="T10" fmla="*/ 312 w 458"/>
              <a:gd name="T11" fmla="*/ 8 h 528"/>
              <a:gd name="T12" fmla="*/ 332 w 458"/>
              <a:gd name="T13" fmla="*/ 14 h 528"/>
              <a:gd name="T14" fmla="*/ 350 w 458"/>
              <a:gd name="T15" fmla="*/ 22 h 528"/>
              <a:gd name="T16" fmla="*/ 368 w 458"/>
              <a:gd name="T17" fmla="*/ 30 h 528"/>
              <a:gd name="T18" fmla="*/ 382 w 458"/>
              <a:gd name="T19" fmla="*/ 40 h 528"/>
              <a:gd name="T20" fmla="*/ 396 w 458"/>
              <a:gd name="T21" fmla="*/ 54 h 528"/>
              <a:gd name="T22" fmla="*/ 396 w 458"/>
              <a:gd name="T23" fmla="*/ 54 h 528"/>
              <a:gd name="T24" fmla="*/ 408 w 458"/>
              <a:gd name="T25" fmla="*/ 64 h 528"/>
              <a:gd name="T26" fmla="*/ 416 w 458"/>
              <a:gd name="T27" fmla="*/ 78 h 528"/>
              <a:gd name="T28" fmla="*/ 424 w 458"/>
              <a:gd name="T29" fmla="*/ 92 h 528"/>
              <a:gd name="T30" fmla="*/ 430 w 458"/>
              <a:gd name="T31" fmla="*/ 106 h 528"/>
              <a:gd name="T32" fmla="*/ 436 w 458"/>
              <a:gd name="T33" fmla="*/ 122 h 528"/>
              <a:gd name="T34" fmla="*/ 440 w 458"/>
              <a:gd name="T35" fmla="*/ 138 h 528"/>
              <a:gd name="T36" fmla="*/ 442 w 458"/>
              <a:gd name="T37" fmla="*/ 156 h 528"/>
              <a:gd name="T38" fmla="*/ 442 w 458"/>
              <a:gd name="T39" fmla="*/ 174 h 528"/>
              <a:gd name="T40" fmla="*/ 442 w 458"/>
              <a:gd name="T41" fmla="*/ 176 h 528"/>
              <a:gd name="T42" fmla="*/ 442 w 458"/>
              <a:gd name="T43" fmla="*/ 176 h 528"/>
              <a:gd name="T44" fmla="*/ 440 w 458"/>
              <a:gd name="T45" fmla="*/ 206 h 528"/>
              <a:gd name="T46" fmla="*/ 434 w 458"/>
              <a:gd name="T47" fmla="*/ 234 h 528"/>
              <a:gd name="T48" fmla="*/ 424 w 458"/>
              <a:gd name="T49" fmla="*/ 258 h 528"/>
              <a:gd name="T50" fmla="*/ 410 w 458"/>
              <a:gd name="T51" fmla="*/ 280 h 528"/>
              <a:gd name="T52" fmla="*/ 394 w 458"/>
              <a:gd name="T53" fmla="*/ 300 h 528"/>
              <a:gd name="T54" fmla="*/ 374 w 458"/>
              <a:gd name="T55" fmla="*/ 316 h 528"/>
              <a:gd name="T56" fmla="*/ 352 w 458"/>
              <a:gd name="T57" fmla="*/ 330 h 528"/>
              <a:gd name="T58" fmla="*/ 328 w 458"/>
              <a:gd name="T59" fmla="*/ 340 h 528"/>
              <a:gd name="T60" fmla="*/ 458 w 458"/>
              <a:gd name="T61" fmla="*/ 528 h 528"/>
              <a:gd name="T62" fmla="*/ 322 w 458"/>
              <a:gd name="T63" fmla="*/ 528 h 528"/>
              <a:gd name="T64" fmla="*/ 208 w 458"/>
              <a:gd name="T65" fmla="*/ 360 h 528"/>
              <a:gd name="T66" fmla="*/ 118 w 458"/>
              <a:gd name="T67" fmla="*/ 360 h 528"/>
              <a:gd name="T68" fmla="*/ 118 w 458"/>
              <a:gd name="T69" fmla="*/ 528 h 528"/>
              <a:gd name="T70" fmla="*/ 0 w 458"/>
              <a:gd name="T71" fmla="*/ 528 h 528"/>
              <a:gd name="T72" fmla="*/ 0 w 458"/>
              <a:gd name="T73" fmla="*/ 0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58" h="528">
                <a:moveTo>
                  <a:pt x="0" y="0"/>
                </a:moveTo>
                <a:lnTo>
                  <a:pt x="242" y="0"/>
                </a:lnTo>
                <a:lnTo>
                  <a:pt x="242" y="0"/>
                </a:lnTo>
                <a:lnTo>
                  <a:pt x="268" y="0"/>
                </a:lnTo>
                <a:lnTo>
                  <a:pt x="290" y="4"/>
                </a:lnTo>
                <a:lnTo>
                  <a:pt x="312" y="8"/>
                </a:lnTo>
                <a:lnTo>
                  <a:pt x="332" y="14"/>
                </a:lnTo>
                <a:lnTo>
                  <a:pt x="350" y="22"/>
                </a:lnTo>
                <a:lnTo>
                  <a:pt x="368" y="30"/>
                </a:lnTo>
                <a:lnTo>
                  <a:pt x="382" y="40"/>
                </a:lnTo>
                <a:lnTo>
                  <a:pt x="396" y="54"/>
                </a:lnTo>
                <a:lnTo>
                  <a:pt x="396" y="54"/>
                </a:lnTo>
                <a:lnTo>
                  <a:pt x="408" y="64"/>
                </a:lnTo>
                <a:lnTo>
                  <a:pt x="416" y="78"/>
                </a:lnTo>
                <a:lnTo>
                  <a:pt x="424" y="92"/>
                </a:lnTo>
                <a:lnTo>
                  <a:pt x="430" y="106"/>
                </a:lnTo>
                <a:lnTo>
                  <a:pt x="436" y="122"/>
                </a:lnTo>
                <a:lnTo>
                  <a:pt x="440" y="138"/>
                </a:lnTo>
                <a:lnTo>
                  <a:pt x="442" y="156"/>
                </a:lnTo>
                <a:lnTo>
                  <a:pt x="442" y="174"/>
                </a:lnTo>
                <a:lnTo>
                  <a:pt x="442" y="176"/>
                </a:lnTo>
                <a:lnTo>
                  <a:pt x="442" y="176"/>
                </a:lnTo>
                <a:lnTo>
                  <a:pt x="440" y="206"/>
                </a:lnTo>
                <a:lnTo>
                  <a:pt x="434" y="234"/>
                </a:lnTo>
                <a:lnTo>
                  <a:pt x="424" y="258"/>
                </a:lnTo>
                <a:lnTo>
                  <a:pt x="410" y="280"/>
                </a:lnTo>
                <a:lnTo>
                  <a:pt x="394" y="300"/>
                </a:lnTo>
                <a:lnTo>
                  <a:pt x="374" y="316"/>
                </a:lnTo>
                <a:lnTo>
                  <a:pt x="352" y="330"/>
                </a:lnTo>
                <a:lnTo>
                  <a:pt x="328" y="340"/>
                </a:lnTo>
                <a:lnTo>
                  <a:pt x="458" y="528"/>
                </a:lnTo>
                <a:lnTo>
                  <a:pt x="322" y="528"/>
                </a:lnTo>
                <a:lnTo>
                  <a:pt x="208" y="360"/>
                </a:lnTo>
                <a:lnTo>
                  <a:pt x="118" y="360"/>
                </a:lnTo>
                <a:lnTo>
                  <a:pt x="118" y="528"/>
                </a:lnTo>
                <a:lnTo>
                  <a:pt x="0" y="528"/>
                </a:lnTo>
                <a:lnTo>
                  <a:pt x="0" y="0"/>
                </a:lnTo>
                <a:close/>
              </a:path>
            </a:pathLst>
          </a:custGeom>
          <a:solidFill>
            <a:srgbClr val="F7D30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65" name="Freeform 240"/>
          <p:cNvSpPr>
            <a:spLocks/>
          </p:cNvSpPr>
          <p:nvPr userDrawn="1"/>
        </p:nvSpPr>
        <p:spPr bwMode="auto">
          <a:xfrm>
            <a:off x="6007484" y="439145"/>
            <a:ext cx="275457" cy="204527"/>
          </a:xfrm>
          <a:custGeom>
            <a:avLst/>
            <a:gdLst>
              <a:gd name="T0" fmla="*/ 118 w 206"/>
              <a:gd name="T1" fmla="*/ 152 h 152"/>
              <a:gd name="T2" fmla="*/ 118 w 206"/>
              <a:gd name="T3" fmla="*/ 152 h 152"/>
              <a:gd name="T4" fmla="*/ 138 w 206"/>
              <a:gd name="T5" fmla="*/ 152 h 152"/>
              <a:gd name="T6" fmla="*/ 154 w 206"/>
              <a:gd name="T7" fmla="*/ 148 h 152"/>
              <a:gd name="T8" fmla="*/ 170 w 206"/>
              <a:gd name="T9" fmla="*/ 140 h 152"/>
              <a:gd name="T10" fmla="*/ 182 w 206"/>
              <a:gd name="T11" fmla="*/ 132 h 152"/>
              <a:gd name="T12" fmla="*/ 192 w 206"/>
              <a:gd name="T13" fmla="*/ 122 h 152"/>
              <a:gd name="T14" fmla="*/ 200 w 206"/>
              <a:gd name="T15" fmla="*/ 108 h 152"/>
              <a:gd name="T16" fmla="*/ 204 w 206"/>
              <a:gd name="T17" fmla="*/ 94 h 152"/>
              <a:gd name="T18" fmla="*/ 206 w 206"/>
              <a:gd name="T19" fmla="*/ 78 h 152"/>
              <a:gd name="T20" fmla="*/ 206 w 206"/>
              <a:gd name="T21" fmla="*/ 76 h 152"/>
              <a:gd name="T22" fmla="*/ 206 w 206"/>
              <a:gd name="T23" fmla="*/ 76 h 152"/>
              <a:gd name="T24" fmla="*/ 204 w 206"/>
              <a:gd name="T25" fmla="*/ 58 h 152"/>
              <a:gd name="T26" fmla="*/ 200 w 206"/>
              <a:gd name="T27" fmla="*/ 44 h 152"/>
              <a:gd name="T28" fmla="*/ 192 w 206"/>
              <a:gd name="T29" fmla="*/ 30 h 152"/>
              <a:gd name="T30" fmla="*/ 182 w 206"/>
              <a:gd name="T31" fmla="*/ 20 h 152"/>
              <a:gd name="T32" fmla="*/ 168 w 206"/>
              <a:gd name="T33" fmla="*/ 12 h 152"/>
              <a:gd name="T34" fmla="*/ 152 w 206"/>
              <a:gd name="T35" fmla="*/ 6 h 152"/>
              <a:gd name="T36" fmla="*/ 134 w 206"/>
              <a:gd name="T37" fmla="*/ 2 h 152"/>
              <a:gd name="T38" fmla="*/ 114 w 206"/>
              <a:gd name="T39" fmla="*/ 0 h 152"/>
              <a:gd name="T40" fmla="*/ 0 w 206"/>
              <a:gd name="T41" fmla="*/ 0 h 152"/>
              <a:gd name="T42" fmla="*/ 0 w 206"/>
              <a:gd name="T43" fmla="*/ 152 h 152"/>
              <a:gd name="T44" fmla="*/ 118 w 206"/>
              <a:gd name="T45" fmla="*/ 152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6" h="152">
                <a:moveTo>
                  <a:pt x="118" y="152"/>
                </a:moveTo>
                <a:lnTo>
                  <a:pt x="118" y="152"/>
                </a:lnTo>
                <a:lnTo>
                  <a:pt x="138" y="152"/>
                </a:lnTo>
                <a:lnTo>
                  <a:pt x="154" y="148"/>
                </a:lnTo>
                <a:lnTo>
                  <a:pt x="170" y="140"/>
                </a:lnTo>
                <a:lnTo>
                  <a:pt x="182" y="132"/>
                </a:lnTo>
                <a:lnTo>
                  <a:pt x="192" y="122"/>
                </a:lnTo>
                <a:lnTo>
                  <a:pt x="200" y="108"/>
                </a:lnTo>
                <a:lnTo>
                  <a:pt x="204" y="94"/>
                </a:lnTo>
                <a:lnTo>
                  <a:pt x="206" y="78"/>
                </a:lnTo>
                <a:lnTo>
                  <a:pt x="206" y="76"/>
                </a:lnTo>
                <a:lnTo>
                  <a:pt x="206" y="76"/>
                </a:lnTo>
                <a:lnTo>
                  <a:pt x="204" y="58"/>
                </a:lnTo>
                <a:lnTo>
                  <a:pt x="200" y="44"/>
                </a:lnTo>
                <a:lnTo>
                  <a:pt x="192" y="30"/>
                </a:lnTo>
                <a:lnTo>
                  <a:pt x="182" y="20"/>
                </a:lnTo>
                <a:lnTo>
                  <a:pt x="168" y="12"/>
                </a:lnTo>
                <a:lnTo>
                  <a:pt x="152" y="6"/>
                </a:lnTo>
                <a:lnTo>
                  <a:pt x="134" y="2"/>
                </a:lnTo>
                <a:lnTo>
                  <a:pt x="114" y="0"/>
                </a:lnTo>
                <a:lnTo>
                  <a:pt x="0" y="0"/>
                </a:lnTo>
                <a:lnTo>
                  <a:pt x="0" y="152"/>
                </a:lnTo>
                <a:lnTo>
                  <a:pt x="118" y="152"/>
                </a:lnTo>
                <a:close/>
              </a:path>
            </a:pathLst>
          </a:custGeom>
          <a:solidFill>
            <a:srgbClr val="335359"/>
          </a:solidFill>
          <a:ln>
            <a:noFill/>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66" name="Freeform 241"/>
          <p:cNvSpPr>
            <a:spLocks/>
          </p:cNvSpPr>
          <p:nvPr userDrawn="1"/>
        </p:nvSpPr>
        <p:spPr bwMode="auto">
          <a:xfrm>
            <a:off x="6462122" y="299206"/>
            <a:ext cx="700678" cy="710461"/>
          </a:xfrm>
          <a:custGeom>
            <a:avLst/>
            <a:gdLst>
              <a:gd name="T0" fmla="*/ 204 w 524"/>
              <a:gd name="T1" fmla="*/ 320 h 528"/>
              <a:gd name="T2" fmla="*/ 0 w 524"/>
              <a:gd name="T3" fmla="*/ 0 h 528"/>
              <a:gd name="T4" fmla="*/ 136 w 524"/>
              <a:gd name="T5" fmla="*/ 0 h 528"/>
              <a:gd name="T6" fmla="*/ 262 w 524"/>
              <a:gd name="T7" fmla="*/ 212 h 528"/>
              <a:gd name="T8" fmla="*/ 390 w 524"/>
              <a:gd name="T9" fmla="*/ 0 h 528"/>
              <a:gd name="T10" fmla="*/ 524 w 524"/>
              <a:gd name="T11" fmla="*/ 0 h 528"/>
              <a:gd name="T12" fmla="*/ 320 w 524"/>
              <a:gd name="T13" fmla="*/ 318 h 528"/>
              <a:gd name="T14" fmla="*/ 320 w 524"/>
              <a:gd name="T15" fmla="*/ 528 h 528"/>
              <a:gd name="T16" fmla="*/ 204 w 524"/>
              <a:gd name="T17" fmla="*/ 528 h 528"/>
              <a:gd name="T18" fmla="*/ 204 w 524"/>
              <a:gd name="T19" fmla="*/ 320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4" h="528">
                <a:moveTo>
                  <a:pt x="204" y="320"/>
                </a:moveTo>
                <a:lnTo>
                  <a:pt x="0" y="0"/>
                </a:lnTo>
                <a:lnTo>
                  <a:pt x="136" y="0"/>
                </a:lnTo>
                <a:lnTo>
                  <a:pt x="262" y="212"/>
                </a:lnTo>
                <a:lnTo>
                  <a:pt x="390" y="0"/>
                </a:lnTo>
                <a:lnTo>
                  <a:pt x="524" y="0"/>
                </a:lnTo>
                <a:lnTo>
                  <a:pt x="320" y="318"/>
                </a:lnTo>
                <a:lnTo>
                  <a:pt x="320" y="528"/>
                </a:lnTo>
                <a:lnTo>
                  <a:pt x="204" y="528"/>
                </a:lnTo>
                <a:lnTo>
                  <a:pt x="204" y="320"/>
                </a:lnTo>
                <a:close/>
              </a:path>
            </a:pathLst>
          </a:custGeom>
          <a:solidFill>
            <a:srgbClr val="F7D30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67" name="Rectangle 41"/>
          <p:cNvSpPr>
            <a:spLocks noChangeArrowheads="1"/>
          </p:cNvSpPr>
          <p:nvPr userDrawn="1"/>
        </p:nvSpPr>
        <p:spPr bwMode="auto">
          <a:xfrm>
            <a:off x="7449970" y="272871"/>
            <a:ext cx="1366336" cy="120032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fontAlgn="base">
              <a:spcBef>
                <a:spcPct val="0"/>
              </a:spcBef>
              <a:spcAft>
                <a:spcPct val="0"/>
              </a:spcAft>
            </a:pPr>
            <a:r>
              <a:rPr lang="en-US" sz="2600" b="1" dirty="0">
                <a:solidFill>
                  <a:srgbClr val="FFFFFF"/>
                </a:solidFill>
                <a:latin typeface="Arial Black" pitchFamily="34" charset="0"/>
              </a:rPr>
              <a:t>Gilbert </a:t>
            </a:r>
          </a:p>
          <a:p>
            <a:pPr fontAlgn="base">
              <a:spcBef>
                <a:spcPct val="0"/>
              </a:spcBef>
              <a:spcAft>
                <a:spcPct val="0"/>
              </a:spcAft>
            </a:pPr>
            <a:r>
              <a:rPr lang="en-US" sz="2600" b="1" dirty="0">
                <a:solidFill>
                  <a:srgbClr val="FFFFFF"/>
                </a:solidFill>
                <a:latin typeface="Arial Black" pitchFamily="34" charset="0"/>
              </a:rPr>
              <a:t>Kirss </a:t>
            </a:r>
          </a:p>
          <a:p>
            <a:pPr fontAlgn="base">
              <a:spcBef>
                <a:spcPct val="0"/>
              </a:spcBef>
              <a:spcAft>
                <a:spcPct val="0"/>
              </a:spcAft>
            </a:pPr>
            <a:r>
              <a:rPr lang="en-US" sz="2600" b="1" dirty="0">
                <a:solidFill>
                  <a:srgbClr val="FFFFFF"/>
                </a:solidFill>
                <a:latin typeface="Arial Black" pitchFamily="34" charset="0"/>
              </a:rPr>
              <a:t>Foster</a:t>
            </a:r>
          </a:p>
        </p:txBody>
      </p:sp>
    </p:spTree>
    <p:extLst>
      <p:ext uri="{BB962C8B-B14F-4D97-AF65-F5344CB8AC3E}">
        <p14:creationId xmlns:p14="http://schemas.microsoft.com/office/powerpoint/2010/main" val="41794698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effectLst/>
        </p:spPr>
        <p:txBody>
          <a:bodyPr/>
          <a:lstStyle>
            <a:lvl1pPr>
              <a:defRPr b="0">
                <a:latin typeface="Arial Black" pitchFamily="34" charset="0"/>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3"/>
          <p:cNvSpPr>
            <a:spLocks noGrp="1" noChangeArrowheads="1"/>
          </p:cNvSpPr>
          <p:nvPr>
            <p:ph type="sldNum" sz="quarter" idx="10"/>
          </p:nvPr>
        </p:nvSpPr>
        <p:spPr>
          <a:ln/>
        </p:spPr>
        <p:txBody>
          <a:bodyPr/>
          <a:lstStyle>
            <a:lvl1pPr>
              <a:defRPr/>
            </a:lvl1pPr>
          </a:lstStyle>
          <a:p>
            <a:pPr>
              <a:defRPr/>
            </a:pPr>
            <a:fld id="{3C635E55-CB1D-472F-9901-EBAF6658061D}" type="slidenum">
              <a:rPr lang="en-US"/>
              <a:pPr>
                <a:defRPr/>
              </a:pPr>
              <a:t>‹#›</a:t>
            </a:fld>
            <a:endParaRPr lang="en-US" dirty="0"/>
          </a:p>
        </p:txBody>
      </p:sp>
    </p:spTree>
    <p:extLst>
      <p:ext uri="{BB962C8B-B14F-4D97-AF65-F5344CB8AC3E}">
        <p14:creationId xmlns:p14="http://schemas.microsoft.com/office/powerpoint/2010/main" val="9209067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16625"/>
            <a:ext cx="7620000" cy="869950"/>
          </a:xfrm>
        </p:spPr>
        <p:txBody>
          <a:bodyPr/>
          <a:lstStyle>
            <a:lvl1pPr>
              <a:defRPr b="0">
                <a:latin typeface="Arial Black" pitchFamily="34" charset="0"/>
              </a:defRPr>
            </a:lvl1pPr>
          </a:lstStyle>
          <a:p>
            <a:r>
              <a:rPr lang="en-US" dirty="0"/>
              <a:t>Click to edit Master title style</a:t>
            </a:r>
          </a:p>
        </p:txBody>
      </p:sp>
      <p:sp>
        <p:nvSpPr>
          <p:cNvPr id="3" name="Content Placeholder 2"/>
          <p:cNvSpPr>
            <a:spLocks noGrp="1"/>
          </p:cNvSpPr>
          <p:nvPr>
            <p:ph idx="1"/>
          </p:nvPr>
        </p:nvSpPr>
        <p:spPr>
          <a:xfrm>
            <a:off x="228600" y="1066801"/>
            <a:ext cx="8686800" cy="5410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3"/>
          <p:cNvSpPr>
            <a:spLocks noGrp="1" noChangeArrowheads="1"/>
          </p:cNvSpPr>
          <p:nvPr>
            <p:ph type="sldNum" sz="quarter" idx="10"/>
          </p:nvPr>
        </p:nvSpPr>
        <p:spPr>
          <a:ln/>
        </p:spPr>
        <p:txBody>
          <a:bodyPr/>
          <a:lstStyle>
            <a:lvl1pPr>
              <a:defRPr/>
            </a:lvl1pPr>
          </a:lstStyle>
          <a:p>
            <a:pPr>
              <a:defRPr/>
            </a:pPr>
            <a:fld id="{3C635E55-CB1D-472F-9901-EBAF6658061D}" type="slidenum">
              <a:rPr lang="en-US"/>
              <a:pPr>
                <a:defRPr/>
              </a:pPr>
              <a:t>‹#›</a:t>
            </a:fld>
            <a:endParaRPr lang="en-US" dirty="0"/>
          </a:p>
        </p:txBody>
      </p:sp>
    </p:spTree>
    <p:extLst>
      <p:ext uri="{BB962C8B-B14F-4D97-AF65-F5344CB8AC3E}">
        <p14:creationId xmlns:p14="http://schemas.microsoft.com/office/powerpoint/2010/main" val="102576764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latin typeface="Arial Black" pitchFamily="34" charset="0"/>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3"/>
          <p:cNvSpPr>
            <a:spLocks noGrp="1" noChangeArrowheads="1"/>
          </p:cNvSpPr>
          <p:nvPr>
            <p:ph type="sldNum" sz="quarter" idx="10"/>
          </p:nvPr>
        </p:nvSpPr>
        <p:spPr>
          <a:ln/>
        </p:spPr>
        <p:txBody>
          <a:bodyPr/>
          <a:lstStyle>
            <a:lvl1pPr>
              <a:defRPr/>
            </a:lvl1pPr>
          </a:lstStyle>
          <a:p>
            <a:pPr>
              <a:defRPr/>
            </a:pPr>
            <a:fld id="{3C635E55-CB1D-472F-9901-EBAF6658061D}" type="slidenum">
              <a:rPr lang="en-US"/>
              <a:pPr>
                <a:defRPr/>
              </a:pPr>
              <a:t>‹#›</a:t>
            </a:fld>
            <a:endParaRPr lang="en-US" dirty="0"/>
          </a:p>
        </p:txBody>
      </p:sp>
    </p:spTree>
    <p:extLst>
      <p:ext uri="{BB962C8B-B14F-4D97-AF65-F5344CB8AC3E}">
        <p14:creationId xmlns:p14="http://schemas.microsoft.com/office/powerpoint/2010/main" val="40021606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23"/>
          <p:cNvSpPr>
            <a:spLocks noGrp="1" noChangeArrowheads="1"/>
          </p:cNvSpPr>
          <p:nvPr>
            <p:ph type="sldNum" sz="quarter" idx="10"/>
          </p:nvPr>
        </p:nvSpPr>
        <p:spPr>
          <a:ln/>
        </p:spPr>
        <p:txBody>
          <a:bodyPr/>
          <a:lstStyle>
            <a:lvl1pPr>
              <a:defRPr/>
            </a:lvl1pPr>
          </a:lstStyle>
          <a:p>
            <a:pPr>
              <a:defRPr/>
            </a:pPr>
            <a:fld id="{A79DE1D1-79E8-40BE-B0AB-F99592B24213}" type="slidenum">
              <a:rPr lang="en-US"/>
              <a:pPr>
                <a:defRPr/>
              </a:pPr>
              <a:t>‹#›</a:t>
            </a:fld>
            <a:endParaRPr lang="en-US" dirty="0"/>
          </a:p>
        </p:txBody>
      </p:sp>
    </p:spTree>
    <p:extLst>
      <p:ext uri="{BB962C8B-B14F-4D97-AF65-F5344CB8AC3E}">
        <p14:creationId xmlns:p14="http://schemas.microsoft.com/office/powerpoint/2010/main" val="2850676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1600200"/>
            <a:ext cx="42672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2672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3"/>
          <p:cNvSpPr>
            <a:spLocks noGrp="1" noChangeArrowheads="1"/>
          </p:cNvSpPr>
          <p:nvPr>
            <p:ph type="sldNum" sz="quarter" idx="10"/>
          </p:nvPr>
        </p:nvSpPr>
        <p:spPr>
          <a:ln/>
        </p:spPr>
        <p:txBody>
          <a:bodyPr/>
          <a:lstStyle>
            <a:lvl1pPr>
              <a:defRPr/>
            </a:lvl1pPr>
          </a:lstStyle>
          <a:p>
            <a:pPr>
              <a:defRPr/>
            </a:pPr>
            <a:fld id="{9120F44F-09CE-4E93-ADAB-7E450424D389}" type="slidenum">
              <a:rPr lang="en-US"/>
              <a:pPr>
                <a:defRPr/>
              </a:pPr>
              <a:t>‹#›</a:t>
            </a:fld>
            <a:endParaRPr lang="en-US" dirty="0"/>
          </a:p>
        </p:txBody>
      </p:sp>
    </p:spTree>
    <p:extLst>
      <p:ext uri="{BB962C8B-B14F-4D97-AF65-F5344CB8AC3E}">
        <p14:creationId xmlns:p14="http://schemas.microsoft.com/office/powerpoint/2010/main" val="27638895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3"/>
          <p:cNvSpPr>
            <a:spLocks noGrp="1" noChangeArrowheads="1"/>
          </p:cNvSpPr>
          <p:nvPr>
            <p:ph type="sldNum" sz="quarter" idx="10"/>
          </p:nvPr>
        </p:nvSpPr>
        <p:spPr>
          <a:ln/>
        </p:spPr>
        <p:txBody>
          <a:bodyPr/>
          <a:lstStyle>
            <a:lvl1pPr>
              <a:defRPr/>
            </a:lvl1pPr>
          </a:lstStyle>
          <a:p>
            <a:pPr>
              <a:defRPr/>
            </a:pPr>
            <a:fld id="{CD6FFE01-2B97-4A32-981D-A4A897D0E491}" type="slidenum">
              <a:rPr lang="en-US"/>
              <a:pPr>
                <a:defRPr/>
              </a:pPr>
              <a:t>‹#›</a:t>
            </a:fld>
            <a:endParaRPr lang="en-US" dirty="0"/>
          </a:p>
        </p:txBody>
      </p:sp>
    </p:spTree>
    <p:extLst>
      <p:ext uri="{BB962C8B-B14F-4D97-AF65-F5344CB8AC3E}">
        <p14:creationId xmlns:p14="http://schemas.microsoft.com/office/powerpoint/2010/main" val="273320688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3"/>
          <p:cNvSpPr>
            <a:spLocks noGrp="1" noChangeArrowheads="1"/>
          </p:cNvSpPr>
          <p:nvPr>
            <p:ph type="sldNum" sz="quarter" idx="10"/>
          </p:nvPr>
        </p:nvSpPr>
        <p:spPr>
          <a:ln/>
        </p:spPr>
        <p:txBody>
          <a:bodyPr/>
          <a:lstStyle>
            <a:lvl1pPr>
              <a:defRPr/>
            </a:lvl1pPr>
          </a:lstStyle>
          <a:p>
            <a:pPr>
              <a:defRPr/>
            </a:pPr>
            <a:fld id="{711C17E1-BFDE-40E4-888F-E5FEAE4FDC14}" type="slidenum">
              <a:rPr lang="en-US"/>
              <a:pPr>
                <a:defRPr/>
              </a:pPr>
              <a:t>‹#›</a:t>
            </a:fld>
            <a:endParaRPr lang="en-US" dirty="0"/>
          </a:p>
        </p:txBody>
      </p:sp>
    </p:spTree>
    <p:extLst>
      <p:ext uri="{BB962C8B-B14F-4D97-AF65-F5344CB8AC3E}">
        <p14:creationId xmlns:p14="http://schemas.microsoft.com/office/powerpoint/2010/main" val="179715187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3"/>
          <p:cNvSpPr>
            <a:spLocks noGrp="1" noChangeArrowheads="1"/>
          </p:cNvSpPr>
          <p:nvPr>
            <p:ph type="sldNum" sz="quarter" idx="10"/>
          </p:nvPr>
        </p:nvSpPr>
        <p:spPr>
          <a:ln/>
        </p:spPr>
        <p:txBody>
          <a:bodyPr/>
          <a:lstStyle>
            <a:lvl1pPr>
              <a:defRPr/>
            </a:lvl1pPr>
          </a:lstStyle>
          <a:p>
            <a:pPr>
              <a:defRPr/>
            </a:pPr>
            <a:fld id="{5FD674A7-B45A-45F9-ADA3-AD4637A34DA4}" type="slidenum">
              <a:rPr lang="en-US"/>
              <a:pPr>
                <a:defRPr/>
              </a:pPr>
              <a:t>‹#›</a:t>
            </a:fld>
            <a:endParaRPr lang="en-US" dirty="0"/>
          </a:p>
        </p:txBody>
      </p:sp>
    </p:spTree>
    <p:extLst>
      <p:ext uri="{BB962C8B-B14F-4D97-AF65-F5344CB8AC3E}">
        <p14:creationId xmlns:p14="http://schemas.microsoft.com/office/powerpoint/2010/main" val="402580868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3"/>
          <p:cNvSpPr>
            <a:spLocks noGrp="1" noChangeArrowheads="1"/>
          </p:cNvSpPr>
          <p:nvPr>
            <p:ph type="sldNum" sz="quarter" idx="10"/>
          </p:nvPr>
        </p:nvSpPr>
        <p:spPr>
          <a:ln/>
        </p:spPr>
        <p:txBody>
          <a:bodyPr/>
          <a:lstStyle>
            <a:lvl1pPr>
              <a:defRPr/>
            </a:lvl1pPr>
          </a:lstStyle>
          <a:p>
            <a:pPr>
              <a:defRPr/>
            </a:pPr>
            <a:fld id="{C0C15B6B-A617-442D-B23A-CDE5EAFEF64C}" type="slidenum">
              <a:rPr lang="en-US"/>
              <a:pPr>
                <a:defRPr/>
              </a:pPr>
              <a:t>‹#›</a:t>
            </a:fld>
            <a:endParaRPr lang="en-US" dirty="0"/>
          </a:p>
        </p:txBody>
      </p:sp>
    </p:spTree>
    <p:extLst>
      <p:ext uri="{BB962C8B-B14F-4D97-AF65-F5344CB8AC3E}">
        <p14:creationId xmlns:p14="http://schemas.microsoft.com/office/powerpoint/2010/main" val="11859741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3"/>
          <p:cNvSpPr>
            <a:spLocks noGrp="1" noChangeArrowheads="1"/>
          </p:cNvSpPr>
          <p:nvPr>
            <p:ph type="sldNum" sz="quarter" idx="10"/>
          </p:nvPr>
        </p:nvSpPr>
        <p:spPr>
          <a:ln/>
        </p:spPr>
        <p:txBody>
          <a:bodyPr/>
          <a:lstStyle>
            <a:lvl1pPr>
              <a:defRPr/>
            </a:lvl1pPr>
          </a:lstStyle>
          <a:p>
            <a:pPr>
              <a:defRPr/>
            </a:pPr>
            <a:fld id="{A5BB7E1C-129F-405C-87A8-499A12AF2775}" type="slidenum">
              <a:rPr lang="en-US"/>
              <a:pPr>
                <a:defRPr/>
              </a:pPr>
              <a:t>‹#›</a:t>
            </a:fld>
            <a:endParaRPr lang="en-US" dirty="0"/>
          </a:p>
        </p:txBody>
      </p:sp>
    </p:spTree>
    <p:extLst>
      <p:ext uri="{BB962C8B-B14F-4D97-AF65-F5344CB8AC3E}">
        <p14:creationId xmlns:p14="http://schemas.microsoft.com/office/powerpoint/2010/main" val="291824095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3"/>
          <p:cNvSpPr>
            <a:spLocks noGrp="1" noChangeArrowheads="1"/>
          </p:cNvSpPr>
          <p:nvPr>
            <p:ph type="sldNum" sz="quarter" idx="10"/>
          </p:nvPr>
        </p:nvSpPr>
        <p:spPr>
          <a:ln/>
        </p:spPr>
        <p:txBody>
          <a:bodyPr/>
          <a:lstStyle>
            <a:lvl1pPr>
              <a:defRPr/>
            </a:lvl1pPr>
          </a:lstStyle>
          <a:p>
            <a:pPr>
              <a:defRPr/>
            </a:pPr>
            <a:fld id="{3BB5036F-274C-4B6A-AA92-E32D8C3E43D1}" type="slidenum">
              <a:rPr lang="en-US"/>
              <a:pPr>
                <a:defRPr/>
              </a:pPr>
              <a:t>‹#›</a:t>
            </a:fld>
            <a:endParaRPr lang="en-US" dirty="0"/>
          </a:p>
        </p:txBody>
      </p:sp>
    </p:spTree>
    <p:extLst>
      <p:ext uri="{BB962C8B-B14F-4D97-AF65-F5344CB8AC3E}">
        <p14:creationId xmlns:p14="http://schemas.microsoft.com/office/powerpoint/2010/main" val="44576215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00850" y="228600"/>
            <a:ext cx="2190750" cy="6172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228600"/>
            <a:ext cx="6419850" cy="6172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3"/>
          <p:cNvSpPr>
            <a:spLocks noGrp="1" noChangeArrowheads="1"/>
          </p:cNvSpPr>
          <p:nvPr>
            <p:ph type="sldNum" sz="quarter" idx="10"/>
          </p:nvPr>
        </p:nvSpPr>
        <p:spPr>
          <a:ln/>
        </p:spPr>
        <p:txBody>
          <a:bodyPr/>
          <a:lstStyle>
            <a:lvl1pPr>
              <a:defRPr/>
            </a:lvl1pPr>
          </a:lstStyle>
          <a:p>
            <a:pPr>
              <a:defRPr/>
            </a:pPr>
            <a:fld id="{53C59695-C194-4561-B9CE-5D437492360F}" type="slidenum">
              <a:rPr lang="en-US"/>
              <a:pPr>
                <a:defRPr/>
              </a:pPr>
              <a:t>‹#›</a:t>
            </a:fld>
            <a:endParaRPr lang="en-US" dirty="0"/>
          </a:p>
        </p:txBody>
      </p:sp>
    </p:spTree>
    <p:extLst>
      <p:ext uri="{BB962C8B-B14F-4D97-AF65-F5344CB8AC3E}">
        <p14:creationId xmlns:p14="http://schemas.microsoft.com/office/powerpoint/2010/main" val="37730466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ctrTitle"/>
          </p:nvPr>
        </p:nvSpPr>
        <p:spPr>
          <a:xfrm>
            <a:off x="914400" y="1803405"/>
            <a:ext cx="73152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914400" y="3632201"/>
            <a:ext cx="73152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5932170" y="4323845"/>
            <a:ext cx="2297429" cy="365125"/>
          </a:xfrm>
          <a:prstGeom prst="rect">
            <a:avLst/>
          </a:prstGeom>
        </p:spPr>
        <p:txBody>
          <a:bodyPr/>
          <a:lstStyle/>
          <a:p>
            <a:pPr fontAlgn="base">
              <a:spcBef>
                <a:spcPct val="0"/>
              </a:spcBef>
              <a:spcAft>
                <a:spcPct val="0"/>
              </a:spcAft>
            </a:pPr>
            <a:fld id="{B759308E-9F8C-4EE3-B99A-E3A248BAE64A}" type="datetime1">
              <a:rPr lang="en-US" smtClean="0">
                <a:solidFill>
                  <a:srgbClr val="000000"/>
                </a:solidFill>
              </a:rPr>
              <a:t>10/9/2024</a:t>
            </a:fld>
            <a:endParaRPr lang="en-US">
              <a:solidFill>
                <a:srgbClr val="000000"/>
              </a:solidFill>
            </a:endParaRPr>
          </a:p>
        </p:txBody>
      </p:sp>
      <p:sp>
        <p:nvSpPr>
          <p:cNvPr id="5" name="Footer Placeholder 4"/>
          <p:cNvSpPr>
            <a:spLocks noGrp="1"/>
          </p:cNvSpPr>
          <p:nvPr>
            <p:ph type="ftr" sz="quarter" idx="11"/>
          </p:nvPr>
        </p:nvSpPr>
        <p:spPr>
          <a:xfrm>
            <a:off x="914400" y="4323846"/>
            <a:ext cx="4880610" cy="365125"/>
          </a:xfrm>
          <a:prstGeom prst="rect">
            <a:avLst/>
          </a:prstGeom>
        </p:spPr>
        <p:txBody>
          <a:bodyPr/>
          <a:lstStyle/>
          <a:p>
            <a:pPr fontAlgn="base">
              <a:spcBef>
                <a:spcPct val="0"/>
              </a:spcBef>
              <a:spcAft>
                <a:spcPct val="0"/>
              </a:spcAft>
            </a:pPr>
            <a:endParaRPr lang="en-US">
              <a:solidFill>
                <a:srgbClr val="000000"/>
              </a:solidFill>
            </a:endParaRPr>
          </a:p>
        </p:txBody>
      </p:sp>
      <p:sp>
        <p:nvSpPr>
          <p:cNvPr id="6" name="Slide Number Placeholder 5"/>
          <p:cNvSpPr>
            <a:spLocks noGrp="1"/>
          </p:cNvSpPr>
          <p:nvPr>
            <p:ph type="sldNum" sz="quarter" idx="12"/>
          </p:nvPr>
        </p:nvSpPr>
        <p:spPr>
          <a:xfrm>
            <a:off x="6057900" y="1430867"/>
            <a:ext cx="2171700" cy="365125"/>
          </a:xfrm>
        </p:spPr>
        <p:txBody>
          <a:bodyPr/>
          <a:lstStyle/>
          <a:p>
            <a:fld id="{63C103D7-7FC1-4B9F-A526-BC88A3C4AA47}" type="slidenum">
              <a:rPr lang="en-US"/>
              <a:pPr/>
              <a:t>‹#›</a:t>
            </a:fld>
            <a:endParaRPr lang="en-US"/>
          </a:p>
        </p:txBody>
      </p:sp>
    </p:spTree>
    <p:extLst>
      <p:ext uri="{BB962C8B-B14F-4D97-AF65-F5344CB8AC3E}">
        <p14:creationId xmlns:p14="http://schemas.microsoft.com/office/powerpoint/2010/main" val="66752569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ctrTitle"/>
          </p:nvPr>
        </p:nvSpPr>
        <p:spPr>
          <a:xfrm>
            <a:off x="914400" y="1803405"/>
            <a:ext cx="73152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914400" y="3632201"/>
            <a:ext cx="73152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5932170" y="4323845"/>
            <a:ext cx="2297429" cy="365125"/>
          </a:xfrm>
          <a:prstGeom prst="rect">
            <a:avLst/>
          </a:prstGeom>
        </p:spPr>
        <p:txBody>
          <a:bodyPr/>
          <a:lstStyle/>
          <a:p>
            <a:fld id="{EA8CD7FF-FDB2-440D-A186-3A3DEF0D5949}" type="datetime1">
              <a:rPr lang="en-US" smtClean="0">
                <a:solidFill>
                  <a:prstClr val="white"/>
                </a:solidFill>
              </a:rPr>
              <a:t>10/9/2024</a:t>
            </a:fld>
            <a:endParaRPr lang="en-US">
              <a:solidFill>
                <a:prstClr val="white"/>
              </a:solidFill>
            </a:endParaRPr>
          </a:p>
        </p:txBody>
      </p:sp>
      <p:sp>
        <p:nvSpPr>
          <p:cNvPr id="5" name="Footer Placeholder 4"/>
          <p:cNvSpPr>
            <a:spLocks noGrp="1"/>
          </p:cNvSpPr>
          <p:nvPr>
            <p:ph type="ftr" sz="quarter" idx="11"/>
          </p:nvPr>
        </p:nvSpPr>
        <p:spPr>
          <a:xfrm>
            <a:off x="914400" y="4323846"/>
            <a:ext cx="4880610" cy="365125"/>
          </a:xfrm>
        </p:spPr>
        <p:txBody>
          <a:bodyPr/>
          <a:lstStyle/>
          <a:p>
            <a:endParaRPr lang="en-US">
              <a:solidFill>
                <a:prstClr val="white">
                  <a:tint val="75000"/>
                </a:prstClr>
              </a:solidFill>
            </a:endParaRPr>
          </a:p>
        </p:txBody>
      </p:sp>
      <p:sp>
        <p:nvSpPr>
          <p:cNvPr id="6" name="Slide Number Placeholder 5"/>
          <p:cNvSpPr>
            <a:spLocks noGrp="1"/>
          </p:cNvSpPr>
          <p:nvPr>
            <p:ph type="sldNum" sz="quarter" idx="12"/>
          </p:nvPr>
        </p:nvSpPr>
        <p:spPr>
          <a:xfrm>
            <a:off x="0" y="0"/>
            <a:ext cx="2171700" cy="365125"/>
          </a:xfrm>
        </p:spPr>
        <p:txBody>
          <a:bodyPr/>
          <a:lstStyle>
            <a:lvl1pPr algn="l">
              <a:defRPr b="1">
                <a:solidFill>
                  <a:schemeClr val="bg1"/>
                </a:solidFill>
              </a:defRPr>
            </a:lvl1pPr>
          </a:lstStyle>
          <a:p>
            <a:fld id="{63C103D7-7FC1-4B9F-A526-BC88A3C4AA47}" type="slidenum">
              <a:rPr lang="en-US" smtClean="0">
                <a:solidFill>
                  <a:prstClr val="white"/>
                </a:solidFill>
              </a:rPr>
              <a:pPr/>
              <a:t>‹#›</a:t>
            </a:fld>
            <a:endParaRPr lang="en-US" dirty="0">
              <a:solidFill>
                <a:prstClr val="white"/>
              </a:solidFill>
            </a:endParaRPr>
          </a:p>
        </p:txBody>
      </p:sp>
    </p:spTree>
    <p:extLst>
      <p:ext uri="{BB962C8B-B14F-4D97-AF65-F5344CB8AC3E}">
        <p14:creationId xmlns:p14="http://schemas.microsoft.com/office/powerpoint/2010/main" val="152062416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171700" y="381001"/>
            <a:ext cx="6377940" cy="1254759"/>
          </a:xfrm>
        </p:spPr>
        <p:txBody>
          <a:bodyPr/>
          <a:lstStyle/>
          <a:p>
            <a:r>
              <a:rPr lang="en-US" dirty="0"/>
              <a:t>Click to edit Master title style</a:t>
            </a:r>
          </a:p>
        </p:txBody>
      </p:sp>
      <p:sp>
        <p:nvSpPr>
          <p:cNvPr id="3" name="Content Placeholder 2"/>
          <p:cNvSpPr>
            <a:spLocks noGrp="1"/>
          </p:cNvSpPr>
          <p:nvPr>
            <p:ph idx="1"/>
          </p:nvPr>
        </p:nvSpPr>
        <p:spPr>
          <a:xfrm>
            <a:off x="594360" y="1635760"/>
            <a:ext cx="7955280" cy="47200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412230" y="6356351"/>
            <a:ext cx="2137410" cy="365125"/>
          </a:xfrm>
          <a:prstGeom prst="rect">
            <a:avLst/>
          </a:prstGeom>
        </p:spPr>
        <p:txBody>
          <a:bodyPr/>
          <a:lstStyle/>
          <a:p>
            <a:fld id="{41CF0339-93FE-4BF3-93BD-803C164F6C65}" type="datetime1">
              <a:rPr lang="en-US" smtClean="0">
                <a:solidFill>
                  <a:prstClr val="white"/>
                </a:solidFill>
              </a:rPr>
              <a:t>10/9/2024</a:t>
            </a:fld>
            <a:endParaRPr lang="en-US">
              <a:solidFill>
                <a:prstClr val="white"/>
              </a:solidFill>
            </a:endParaRPr>
          </a:p>
        </p:txBody>
      </p:sp>
      <p:sp>
        <p:nvSpPr>
          <p:cNvPr id="5" name="Footer Placeholder 4"/>
          <p:cNvSpPr>
            <a:spLocks noGrp="1"/>
          </p:cNvSpPr>
          <p:nvPr>
            <p:ph type="ftr" sz="quarter" idx="11"/>
          </p:nvPr>
        </p:nvSpPr>
        <p:spPr/>
        <p:txBody>
          <a:bodyPr/>
          <a:lstStyle/>
          <a:p>
            <a:endParaRPr lang="en-US">
              <a:solidFill>
                <a:prstClr val="white">
                  <a:tint val="75000"/>
                </a:prstClr>
              </a:solidFill>
            </a:endParaRPr>
          </a:p>
        </p:txBody>
      </p:sp>
      <p:sp>
        <p:nvSpPr>
          <p:cNvPr id="6" name="Slide Number Placeholder 5"/>
          <p:cNvSpPr>
            <a:spLocks noGrp="1"/>
          </p:cNvSpPr>
          <p:nvPr>
            <p:ph type="sldNum" sz="quarter" idx="12"/>
          </p:nvPr>
        </p:nvSpPr>
        <p:spPr>
          <a:xfrm>
            <a:off x="0" y="15876"/>
            <a:ext cx="1977390" cy="365125"/>
          </a:xfrm>
        </p:spPr>
        <p:txBody>
          <a:bodyPr lIns="91440"/>
          <a:lstStyle>
            <a:lvl1pPr algn="l">
              <a:defRPr b="1">
                <a:solidFill>
                  <a:schemeClr val="bg1"/>
                </a:solidFill>
              </a:defRPr>
            </a:lvl1pPr>
          </a:lstStyle>
          <a:p>
            <a:fld id="{63C103D7-7FC1-4B9F-A526-BC88A3C4AA47}" type="slidenum">
              <a:rPr lang="en-US" smtClean="0">
                <a:solidFill>
                  <a:prstClr val="white"/>
                </a:solidFill>
              </a:rPr>
              <a:pPr/>
              <a:t>‹#›</a:t>
            </a:fld>
            <a:endParaRPr lang="en-US" dirty="0">
              <a:solidFill>
                <a:prstClr val="white"/>
              </a:solidFill>
            </a:endParaRPr>
          </a:p>
        </p:txBody>
      </p:sp>
    </p:spTree>
    <p:extLst>
      <p:ext uri="{BB962C8B-B14F-4D97-AF65-F5344CB8AC3E}">
        <p14:creationId xmlns:p14="http://schemas.microsoft.com/office/powerpoint/2010/main" val="372359757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4"/>
            <a:ext cx="7955280"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594360" y="3641726"/>
            <a:ext cx="7955281" cy="1354134"/>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562176" y="381001"/>
            <a:ext cx="2183130" cy="365125"/>
          </a:xfrm>
          <a:prstGeom prst="rect">
            <a:avLst/>
          </a:prstGeom>
        </p:spPr>
        <p:txBody>
          <a:bodyPr/>
          <a:lstStyle>
            <a:lvl1pPr algn="r">
              <a:defRPr/>
            </a:lvl1pPr>
          </a:lstStyle>
          <a:p>
            <a:fld id="{0ECEDC61-3AF0-4144-8FB0-CCE8DCDB9BAC}" type="datetime1">
              <a:rPr lang="en-US" smtClean="0">
                <a:solidFill>
                  <a:prstClr val="white"/>
                </a:solidFill>
              </a:rPr>
              <a:t>10/9/2024</a:t>
            </a:fld>
            <a:endParaRPr lang="en-US">
              <a:solidFill>
                <a:prstClr val="white"/>
              </a:solidFill>
            </a:endParaRPr>
          </a:p>
        </p:txBody>
      </p:sp>
      <p:sp>
        <p:nvSpPr>
          <p:cNvPr id="5" name="Footer Placeholder 4"/>
          <p:cNvSpPr>
            <a:spLocks noGrp="1"/>
          </p:cNvSpPr>
          <p:nvPr>
            <p:ph type="ftr" sz="quarter" idx="11"/>
          </p:nvPr>
        </p:nvSpPr>
        <p:spPr>
          <a:xfrm>
            <a:off x="594360" y="381001"/>
            <a:ext cx="4830656" cy="365125"/>
          </a:xfrm>
        </p:spPr>
        <p:txBody>
          <a:bodyPr/>
          <a:lstStyle/>
          <a:p>
            <a:endParaRPr lang="en-US">
              <a:solidFill>
                <a:prstClr val="white">
                  <a:tint val="75000"/>
                </a:prstClr>
              </a:solidFill>
            </a:endParaRPr>
          </a:p>
        </p:txBody>
      </p:sp>
      <p:sp>
        <p:nvSpPr>
          <p:cNvPr id="6" name="Slide Number Placeholder 5"/>
          <p:cNvSpPr>
            <a:spLocks noGrp="1"/>
          </p:cNvSpPr>
          <p:nvPr>
            <p:ph type="sldNum" sz="quarter" idx="12"/>
          </p:nvPr>
        </p:nvSpPr>
        <p:spPr>
          <a:xfrm>
            <a:off x="7882466" y="381001"/>
            <a:ext cx="667173" cy="365125"/>
          </a:xfrm>
        </p:spPr>
        <p:txBody>
          <a:bodyPr/>
          <a:lstStyle/>
          <a:p>
            <a:fld id="{63C103D7-7FC1-4B9F-A526-BC88A3C4AA47}" type="slidenum">
              <a:rPr lang="en-US" smtClean="0">
                <a:solidFill>
                  <a:prstClr val="white">
                    <a:tint val="75000"/>
                  </a:prstClr>
                </a:solidFill>
              </a:rPr>
              <a:pPr/>
              <a:t>‹#›</a:t>
            </a:fld>
            <a:endParaRPr lang="en-US">
              <a:solidFill>
                <a:prstClr val="white">
                  <a:tint val="75000"/>
                </a:prstClr>
              </a:solidFill>
            </a:endParaRPr>
          </a:p>
        </p:txBody>
      </p:sp>
    </p:spTree>
    <p:extLst>
      <p:ext uri="{BB962C8B-B14F-4D97-AF65-F5344CB8AC3E}">
        <p14:creationId xmlns:p14="http://schemas.microsoft.com/office/powerpoint/2010/main" val="265385462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94360" y="2194560"/>
            <a:ext cx="3910579"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2099" y="2194560"/>
            <a:ext cx="3907540"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6412230" y="6356351"/>
            <a:ext cx="2137410" cy="365125"/>
          </a:xfrm>
          <a:prstGeom prst="rect">
            <a:avLst/>
          </a:prstGeom>
        </p:spPr>
        <p:txBody>
          <a:bodyPr/>
          <a:lstStyle/>
          <a:p>
            <a:fld id="{C51870D5-EFDF-47F0-B192-A71B543292DF}" type="datetime1">
              <a:rPr lang="en-US" smtClean="0">
                <a:solidFill>
                  <a:prstClr val="white"/>
                </a:solidFill>
              </a:rPr>
              <a:t>10/9/2024</a:t>
            </a:fld>
            <a:endParaRPr lang="en-US">
              <a:solidFill>
                <a:prstClr val="white"/>
              </a:solidFill>
            </a:endParaRPr>
          </a:p>
        </p:txBody>
      </p:sp>
      <p:sp>
        <p:nvSpPr>
          <p:cNvPr id="6" name="Footer Placeholder 5"/>
          <p:cNvSpPr>
            <a:spLocks noGrp="1"/>
          </p:cNvSpPr>
          <p:nvPr>
            <p:ph type="ftr" sz="quarter" idx="11"/>
          </p:nvPr>
        </p:nvSpPr>
        <p:spPr/>
        <p:txBody>
          <a:bodyPr/>
          <a:lstStyle/>
          <a:p>
            <a:endParaRPr lang="en-US">
              <a:solidFill>
                <a:prstClr val="white">
                  <a:tint val="75000"/>
                </a:prstClr>
              </a:solidFill>
            </a:endParaRPr>
          </a:p>
        </p:txBody>
      </p:sp>
      <p:sp>
        <p:nvSpPr>
          <p:cNvPr id="7" name="Slide Number Placeholder 6"/>
          <p:cNvSpPr>
            <a:spLocks noGrp="1"/>
          </p:cNvSpPr>
          <p:nvPr>
            <p:ph type="sldNum" sz="quarter" idx="12"/>
          </p:nvPr>
        </p:nvSpPr>
        <p:spPr>
          <a:xfrm>
            <a:off x="0" y="0"/>
            <a:ext cx="1977390" cy="365125"/>
          </a:xfrm>
        </p:spPr>
        <p:txBody>
          <a:bodyPr/>
          <a:lstStyle>
            <a:lvl1pPr algn="l">
              <a:defRPr b="1">
                <a:solidFill>
                  <a:schemeClr val="bg1"/>
                </a:solidFill>
              </a:defRPr>
            </a:lvl1pPr>
          </a:lstStyle>
          <a:p>
            <a:fld id="{63C103D7-7FC1-4B9F-A526-BC88A3C4AA47}"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312250922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71700" y="762000"/>
            <a:ext cx="637794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1279" y="2183802"/>
            <a:ext cx="3683659"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94359" y="3132667"/>
            <a:ext cx="3910579"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69018" y="2183802"/>
            <a:ext cx="368062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2098" y="3132667"/>
            <a:ext cx="3907541"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412230" y="6356351"/>
            <a:ext cx="2137410" cy="365125"/>
          </a:xfrm>
          <a:prstGeom prst="rect">
            <a:avLst/>
          </a:prstGeom>
        </p:spPr>
        <p:txBody>
          <a:bodyPr/>
          <a:lstStyle/>
          <a:p>
            <a:fld id="{F5D2D5C2-D93E-497D-AEC9-1CC59CD079FD}" type="datetime1">
              <a:rPr lang="en-US" smtClean="0">
                <a:solidFill>
                  <a:prstClr val="white"/>
                </a:solidFill>
              </a:rPr>
              <a:t>10/9/2024</a:t>
            </a:fld>
            <a:endParaRPr lang="en-US">
              <a:solidFill>
                <a:prstClr val="white"/>
              </a:solidFill>
            </a:endParaRPr>
          </a:p>
        </p:txBody>
      </p:sp>
      <p:sp>
        <p:nvSpPr>
          <p:cNvPr id="8" name="Footer Placeholder 7"/>
          <p:cNvSpPr>
            <a:spLocks noGrp="1"/>
          </p:cNvSpPr>
          <p:nvPr>
            <p:ph type="ftr" sz="quarter" idx="11"/>
          </p:nvPr>
        </p:nvSpPr>
        <p:spPr/>
        <p:txBody>
          <a:bodyPr/>
          <a:lstStyle/>
          <a:p>
            <a:endParaRPr lang="en-US">
              <a:solidFill>
                <a:prstClr val="white">
                  <a:tint val="75000"/>
                </a:prstClr>
              </a:solidFill>
            </a:endParaRPr>
          </a:p>
        </p:txBody>
      </p:sp>
      <p:sp>
        <p:nvSpPr>
          <p:cNvPr id="9" name="Slide Number Placeholder 8"/>
          <p:cNvSpPr>
            <a:spLocks noGrp="1"/>
          </p:cNvSpPr>
          <p:nvPr>
            <p:ph type="sldNum" sz="quarter" idx="12"/>
          </p:nvPr>
        </p:nvSpPr>
        <p:spPr>
          <a:xfrm>
            <a:off x="0" y="0"/>
            <a:ext cx="1977390" cy="365125"/>
          </a:xfrm>
        </p:spPr>
        <p:txBody>
          <a:bodyPr/>
          <a:lstStyle>
            <a:lvl1pPr algn="l">
              <a:defRPr b="1">
                <a:solidFill>
                  <a:schemeClr val="bg1"/>
                </a:solidFill>
              </a:defRPr>
            </a:lvl1pPr>
          </a:lstStyle>
          <a:p>
            <a:fld id="{63C103D7-7FC1-4B9F-A526-BC88A3C4AA47}"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220854836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6412230" y="6356351"/>
            <a:ext cx="2137410" cy="365125"/>
          </a:xfrm>
          <a:prstGeom prst="rect">
            <a:avLst/>
          </a:prstGeom>
        </p:spPr>
        <p:txBody>
          <a:bodyPr/>
          <a:lstStyle/>
          <a:p>
            <a:fld id="{98527061-65EB-40A8-9BBE-4C146B18480A}" type="datetime1">
              <a:rPr lang="en-US" smtClean="0">
                <a:solidFill>
                  <a:prstClr val="white"/>
                </a:solidFill>
              </a:rPr>
              <a:t>10/9/2024</a:t>
            </a:fld>
            <a:endParaRPr lang="en-US">
              <a:solidFill>
                <a:prstClr val="white"/>
              </a:solidFill>
            </a:endParaRPr>
          </a:p>
        </p:txBody>
      </p:sp>
      <p:sp>
        <p:nvSpPr>
          <p:cNvPr id="4" name="Footer Placeholder 3"/>
          <p:cNvSpPr>
            <a:spLocks noGrp="1"/>
          </p:cNvSpPr>
          <p:nvPr>
            <p:ph type="ftr" sz="quarter" idx="11"/>
          </p:nvPr>
        </p:nvSpPr>
        <p:spPr/>
        <p:txBody>
          <a:bodyPr/>
          <a:lstStyle/>
          <a:p>
            <a:endParaRPr lang="en-US">
              <a:solidFill>
                <a:prstClr val="white">
                  <a:tint val="75000"/>
                </a:prstClr>
              </a:solidFill>
            </a:endParaRPr>
          </a:p>
        </p:txBody>
      </p:sp>
      <p:sp>
        <p:nvSpPr>
          <p:cNvPr id="5" name="Slide Number Placeholder 4"/>
          <p:cNvSpPr>
            <a:spLocks noGrp="1"/>
          </p:cNvSpPr>
          <p:nvPr>
            <p:ph type="sldNum" sz="quarter" idx="12"/>
          </p:nvPr>
        </p:nvSpPr>
        <p:spPr>
          <a:xfrm>
            <a:off x="0" y="0"/>
            <a:ext cx="1977390" cy="365125"/>
          </a:xfrm>
        </p:spPr>
        <p:txBody>
          <a:bodyPr/>
          <a:lstStyle>
            <a:lvl1pPr algn="l">
              <a:defRPr b="1">
                <a:solidFill>
                  <a:schemeClr val="bg1"/>
                </a:solidFill>
              </a:defRPr>
            </a:lvl1pPr>
          </a:lstStyle>
          <a:p>
            <a:fld id="{63C103D7-7FC1-4B9F-A526-BC88A3C4AA47}"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10806846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412230" y="6356351"/>
            <a:ext cx="2137410" cy="365125"/>
          </a:xfrm>
          <a:prstGeom prst="rect">
            <a:avLst/>
          </a:prstGeom>
        </p:spPr>
        <p:txBody>
          <a:bodyPr/>
          <a:lstStyle/>
          <a:p>
            <a:fld id="{233A52DB-2908-40A1-A12A-45AA86460853}" type="datetime1">
              <a:rPr lang="en-US" smtClean="0">
                <a:solidFill>
                  <a:prstClr val="white"/>
                </a:solidFill>
              </a:rPr>
              <a:t>10/9/2024</a:t>
            </a:fld>
            <a:endParaRPr lang="en-US">
              <a:solidFill>
                <a:prstClr val="white"/>
              </a:solidFill>
            </a:endParaRPr>
          </a:p>
        </p:txBody>
      </p:sp>
      <p:sp>
        <p:nvSpPr>
          <p:cNvPr id="3" name="Footer Placeholder 2"/>
          <p:cNvSpPr>
            <a:spLocks noGrp="1"/>
          </p:cNvSpPr>
          <p:nvPr>
            <p:ph type="ftr" sz="quarter" idx="11"/>
          </p:nvPr>
        </p:nvSpPr>
        <p:spPr/>
        <p:txBody>
          <a:bodyPr/>
          <a:lstStyle/>
          <a:p>
            <a:endParaRPr lang="en-US">
              <a:solidFill>
                <a:prstClr val="white">
                  <a:tint val="75000"/>
                </a:prstClr>
              </a:solidFill>
            </a:endParaRPr>
          </a:p>
        </p:txBody>
      </p:sp>
      <p:sp>
        <p:nvSpPr>
          <p:cNvPr id="4" name="Slide Number Placeholder 3"/>
          <p:cNvSpPr>
            <a:spLocks noGrp="1"/>
          </p:cNvSpPr>
          <p:nvPr>
            <p:ph type="sldNum" sz="quarter" idx="12"/>
          </p:nvPr>
        </p:nvSpPr>
        <p:spPr>
          <a:xfrm>
            <a:off x="0" y="0"/>
            <a:ext cx="1977390" cy="365125"/>
          </a:xfrm>
        </p:spPr>
        <p:txBody>
          <a:bodyPr/>
          <a:lstStyle>
            <a:lvl1pPr algn="l">
              <a:defRPr b="1">
                <a:solidFill>
                  <a:schemeClr val="bg1"/>
                </a:solidFill>
              </a:defRPr>
            </a:lvl1pPr>
          </a:lstStyle>
          <a:p>
            <a:fld id="{63C103D7-7FC1-4B9F-A526-BC88A3C4AA47}"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364799783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30861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3886200" y="746760"/>
            <a:ext cx="4663440" cy="551688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94360" y="3124200"/>
            <a:ext cx="308610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412230" y="6356351"/>
            <a:ext cx="2137410" cy="365125"/>
          </a:xfrm>
          <a:prstGeom prst="rect">
            <a:avLst/>
          </a:prstGeom>
        </p:spPr>
        <p:txBody>
          <a:bodyPr/>
          <a:lstStyle/>
          <a:p>
            <a:fld id="{51E6F9AE-8A21-4013-B34D-774A690C4B3A}" type="datetime1">
              <a:rPr lang="en-US" smtClean="0">
                <a:solidFill>
                  <a:prstClr val="white"/>
                </a:solidFill>
              </a:rPr>
              <a:t>10/9/2024</a:t>
            </a:fld>
            <a:endParaRPr lang="en-US">
              <a:solidFill>
                <a:prstClr val="white"/>
              </a:solidFill>
            </a:endParaRPr>
          </a:p>
        </p:txBody>
      </p:sp>
      <p:sp>
        <p:nvSpPr>
          <p:cNvPr id="6" name="Footer Placeholder 5"/>
          <p:cNvSpPr>
            <a:spLocks noGrp="1"/>
          </p:cNvSpPr>
          <p:nvPr>
            <p:ph type="ftr" sz="quarter" idx="11"/>
          </p:nvPr>
        </p:nvSpPr>
        <p:spPr/>
        <p:txBody>
          <a:bodyPr/>
          <a:lstStyle/>
          <a:p>
            <a:endParaRPr lang="en-US">
              <a:solidFill>
                <a:prstClr val="white">
                  <a:tint val="75000"/>
                </a:prstClr>
              </a:solidFill>
            </a:endParaRPr>
          </a:p>
        </p:txBody>
      </p:sp>
      <p:sp>
        <p:nvSpPr>
          <p:cNvPr id="7" name="Slide Number Placeholder 6"/>
          <p:cNvSpPr>
            <a:spLocks noGrp="1"/>
          </p:cNvSpPr>
          <p:nvPr>
            <p:ph type="sldNum" sz="quarter" idx="12"/>
          </p:nvPr>
        </p:nvSpPr>
        <p:spPr>
          <a:xfrm>
            <a:off x="0" y="-7882"/>
            <a:ext cx="1977390" cy="365125"/>
          </a:xfrm>
        </p:spPr>
        <p:txBody>
          <a:bodyPr/>
          <a:lstStyle>
            <a:lvl1pPr algn="l">
              <a:defRPr b="1">
                <a:solidFill>
                  <a:schemeClr val="bg1"/>
                </a:solidFill>
              </a:defRPr>
            </a:lvl1pPr>
          </a:lstStyle>
          <a:p>
            <a:fld id="{63C103D7-7FC1-4B9F-A526-BC88A3C4AA47}"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81384742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407573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77524" y="751242"/>
            <a:ext cx="3674234" cy="5512398"/>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3124200"/>
            <a:ext cx="407573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412230" y="6356351"/>
            <a:ext cx="2137410" cy="365125"/>
          </a:xfrm>
          <a:prstGeom prst="rect">
            <a:avLst/>
          </a:prstGeom>
        </p:spPr>
        <p:txBody>
          <a:bodyPr/>
          <a:lstStyle/>
          <a:p>
            <a:fld id="{D95043C6-0B93-4E01-92A4-4B211591F877}" type="datetime1">
              <a:rPr lang="en-US" smtClean="0">
                <a:solidFill>
                  <a:prstClr val="white"/>
                </a:solidFill>
              </a:rPr>
              <a:t>10/9/2024</a:t>
            </a:fld>
            <a:endParaRPr lang="en-US">
              <a:solidFill>
                <a:prstClr val="white"/>
              </a:solidFill>
            </a:endParaRPr>
          </a:p>
        </p:txBody>
      </p:sp>
      <p:sp>
        <p:nvSpPr>
          <p:cNvPr id="6" name="Footer Placeholder 5"/>
          <p:cNvSpPr>
            <a:spLocks noGrp="1"/>
          </p:cNvSpPr>
          <p:nvPr>
            <p:ph type="ftr" sz="quarter" idx="11"/>
          </p:nvPr>
        </p:nvSpPr>
        <p:spPr/>
        <p:txBody>
          <a:bodyPr/>
          <a:lstStyle/>
          <a:p>
            <a:endParaRPr lang="en-US">
              <a:solidFill>
                <a:prstClr val="white">
                  <a:tint val="75000"/>
                </a:prstClr>
              </a:solidFill>
            </a:endParaRPr>
          </a:p>
        </p:txBody>
      </p:sp>
      <p:sp>
        <p:nvSpPr>
          <p:cNvPr id="7" name="Slide Number Placeholder 6"/>
          <p:cNvSpPr>
            <a:spLocks noGrp="1"/>
          </p:cNvSpPr>
          <p:nvPr>
            <p:ph type="sldNum" sz="quarter" idx="12"/>
          </p:nvPr>
        </p:nvSpPr>
        <p:spPr>
          <a:xfrm>
            <a:off x="0" y="0"/>
            <a:ext cx="1977390" cy="365125"/>
          </a:xfrm>
        </p:spPr>
        <p:txBody>
          <a:bodyPr/>
          <a:lstStyle>
            <a:lvl1pPr algn="l">
              <a:defRPr b="1">
                <a:solidFill>
                  <a:schemeClr val="bg1"/>
                </a:solidFill>
              </a:defRPr>
            </a:lvl1pPr>
          </a:lstStyle>
          <a:p>
            <a:fld id="{63C103D7-7FC1-4B9F-A526-BC88A3C4AA47}"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14551274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55" y="4697361"/>
            <a:ext cx="7956482"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94355" y="977035"/>
            <a:ext cx="7950260" cy="3406972"/>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5516716"/>
            <a:ext cx="7955280" cy="746924"/>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412230" y="6356351"/>
            <a:ext cx="2137410" cy="365125"/>
          </a:xfrm>
          <a:prstGeom prst="rect">
            <a:avLst/>
          </a:prstGeom>
        </p:spPr>
        <p:txBody>
          <a:bodyPr/>
          <a:lstStyle/>
          <a:p>
            <a:fld id="{34F034C2-390E-499B-8554-44B839312931}" type="datetime1">
              <a:rPr lang="en-US" smtClean="0">
                <a:solidFill>
                  <a:prstClr val="white"/>
                </a:solidFill>
              </a:rPr>
              <a:t>10/9/2024</a:t>
            </a:fld>
            <a:endParaRPr lang="en-US">
              <a:solidFill>
                <a:prstClr val="white"/>
              </a:solidFill>
            </a:endParaRPr>
          </a:p>
        </p:txBody>
      </p:sp>
      <p:sp>
        <p:nvSpPr>
          <p:cNvPr id="6" name="Footer Placeholder 5"/>
          <p:cNvSpPr>
            <a:spLocks noGrp="1"/>
          </p:cNvSpPr>
          <p:nvPr>
            <p:ph type="ftr" sz="quarter" idx="11"/>
          </p:nvPr>
        </p:nvSpPr>
        <p:spPr/>
        <p:txBody>
          <a:bodyPr/>
          <a:lstStyle/>
          <a:p>
            <a:endParaRPr lang="en-US">
              <a:solidFill>
                <a:prstClr val="white">
                  <a:tint val="75000"/>
                </a:prstClr>
              </a:solidFill>
            </a:endParaRPr>
          </a:p>
        </p:txBody>
      </p:sp>
      <p:sp>
        <p:nvSpPr>
          <p:cNvPr id="7" name="Slide Number Placeholder 6"/>
          <p:cNvSpPr>
            <a:spLocks noGrp="1"/>
          </p:cNvSpPr>
          <p:nvPr>
            <p:ph type="sldNum" sz="quarter" idx="12"/>
          </p:nvPr>
        </p:nvSpPr>
        <p:spPr/>
        <p:txBody>
          <a:bodyPr/>
          <a:lstStyle/>
          <a:p>
            <a:fld id="{63C103D7-7FC1-4B9F-A526-BC88A3C4AA47}" type="slidenum">
              <a:rPr lang="en-US" smtClean="0">
                <a:solidFill>
                  <a:prstClr val="white">
                    <a:tint val="75000"/>
                  </a:prstClr>
                </a:solidFill>
              </a:rPr>
              <a:pPr/>
              <a:t>‹#›</a:t>
            </a:fld>
            <a:endParaRPr lang="en-US">
              <a:solidFill>
                <a:prstClr val="white">
                  <a:tint val="75000"/>
                </a:prstClr>
              </a:solidFill>
            </a:endParaRPr>
          </a:p>
        </p:txBody>
      </p:sp>
    </p:spTree>
    <p:extLst>
      <p:ext uri="{BB962C8B-B14F-4D97-AF65-F5344CB8AC3E}">
        <p14:creationId xmlns:p14="http://schemas.microsoft.com/office/powerpoint/2010/main" val="252926268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3"/>
            <a:ext cx="795528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800" y="3649134"/>
            <a:ext cx="7772400" cy="1330852"/>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a:prstGeom prst="rect">
            <a:avLst/>
          </a:prstGeom>
        </p:spPr>
        <p:txBody>
          <a:bodyPr/>
          <a:lstStyle>
            <a:lvl1pPr algn="r">
              <a:defRPr/>
            </a:lvl1pPr>
          </a:lstStyle>
          <a:p>
            <a:fld id="{48B44991-9621-4176-A9BC-0494715BCEC7}" type="datetime1">
              <a:rPr lang="en-US" smtClean="0">
                <a:solidFill>
                  <a:prstClr val="white"/>
                </a:solidFill>
              </a:rPr>
              <a:t>10/9/2024</a:t>
            </a:fld>
            <a:endParaRPr lang="en-US">
              <a:solidFill>
                <a:prstClr val="white"/>
              </a:solidFill>
            </a:endParaRPr>
          </a:p>
        </p:txBody>
      </p:sp>
      <p:sp>
        <p:nvSpPr>
          <p:cNvPr id="6" name="Footer Placeholder 5"/>
          <p:cNvSpPr>
            <a:spLocks noGrp="1"/>
          </p:cNvSpPr>
          <p:nvPr>
            <p:ph type="ftr" sz="quarter" idx="11"/>
          </p:nvPr>
        </p:nvSpPr>
        <p:spPr>
          <a:xfrm>
            <a:off x="594360" y="381001"/>
            <a:ext cx="4830656" cy="365125"/>
          </a:xfrm>
        </p:spPr>
        <p:txBody>
          <a:bodyPr/>
          <a:lstStyle/>
          <a:p>
            <a:endParaRPr lang="en-US">
              <a:solidFill>
                <a:prstClr val="white">
                  <a:tint val="75000"/>
                </a:prstClr>
              </a:solidFill>
            </a:endParaRPr>
          </a:p>
        </p:txBody>
      </p:sp>
      <p:sp>
        <p:nvSpPr>
          <p:cNvPr id="7" name="Slide Number Placeholder 6"/>
          <p:cNvSpPr>
            <a:spLocks noGrp="1"/>
          </p:cNvSpPr>
          <p:nvPr>
            <p:ph type="sldNum" sz="quarter" idx="12"/>
          </p:nvPr>
        </p:nvSpPr>
        <p:spPr>
          <a:xfrm>
            <a:off x="7882466" y="381001"/>
            <a:ext cx="667174" cy="365125"/>
          </a:xfrm>
        </p:spPr>
        <p:txBody>
          <a:bodyPr/>
          <a:lstStyle/>
          <a:p>
            <a:fld id="{63C103D7-7FC1-4B9F-A526-BC88A3C4AA47}" type="slidenum">
              <a:rPr lang="en-US" smtClean="0">
                <a:solidFill>
                  <a:prstClr val="white">
                    <a:tint val="75000"/>
                  </a:prstClr>
                </a:solidFill>
              </a:rPr>
              <a:pPr/>
              <a:t>‹#›</a:t>
            </a:fld>
            <a:endParaRPr lang="en-US">
              <a:solidFill>
                <a:prstClr val="white">
                  <a:tint val="75000"/>
                </a:prstClr>
              </a:solidFill>
            </a:endParaRPr>
          </a:p>
        </p:txBody>
      </p:sp>
    </p:spTree>
    <p:extLst>
      <p:ext uri="{BB962C8B-B14F-4D97-AF65-F5344CB8AC3E}">
        <p14:creationId xmlns:p14="http://schemas.microsoft.com/office/powerpoint/2010/main" val="171182435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768351" y="753534"/>
            <a:ext cx="7613650" cy="2756234"/>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977899" y="3509768"/>
            <a:ext cx="7194552"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0" y="4174597"/>
            <a:ext cx="7778752" cy="821265"/>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a:prstGeom prst="rect">
            <a:avLst/>
          </a:prstGeom>
        </p:spPr>
        <p:txBody>
          <a:bodyPr/>
          <a:lstStyle>
            <a:lvl1pPr algn="r">
              <a:defRPr/>
            </a:lvl1pPr>
          </a:lstStyle>
          <a:p>
            <a:fld id="{05B3E98A-112D-4F45-A2F5-E23A8C874E6E}" type="datetime1">
              <a:rPr lang="en-US" smtClean="0">
                <a:solidFill>
                  <a:prstClr val="white"/>
                </a:solidFill>
              </a:rPr>
              <a:t>10/9/2024</a:t>
            </a:fld>
            <a:endParaRPr lang="en-US">
              <a:solidFill>
                <a:prstClr val="white"/>
              </a:solidFill>
            </a:endParaRPr>
          </a:p>
        </p:txBody>
      </p:sp>
      <p:sp>
        <p:nvSpPr>
          <p:cNvPr id="6" name="Footer Placeholder 5"/>
          <p:cNvSpPr>
            <a:spLocks noGrp="1"/>
          </p:cNvSpPr>
          <p:nvPr>
            <p:ph type="ftr" sz="quarter" idx="11"/>
          </p:nvPr>
        </p:nvSpPr>
        <p:spPr>
          <a:xfrm>
            <a:off x="594360" y="379438"/>
            <a:ext cx="4830656" cy="365125"/>
          </a:xfrm>
        </p:spPr>
        <p:txBody>
          <a:bodyPr/>
          <a:lstStyle/>
          <a:p>
            <a:endParaRPr lang="en-US">
              <a:solidFill>
                <a:prstClr val="white">
                  <a:tint val="75000"/>
                </a:prstClr>
              </a:solidFill>
            </a:endParaRPr>
          </a:p>
        </p:txBody>
      </p:sp>
      <p:sp>
        <p:nvSpPr>
          <p:cNvPr id="7" name="Slide Number Placeholder 6"/>
          <p:cNvSpPr>
            <a:spLocks noGrp="1"/>
          </p:cNvSpPr>
          <p:nvPr>
            <p:ph type="sldNum" sz="quarter" idx="12"/>
          </p:nvPr>
        </p:nvSpPr>
        <p:spPr>
          <a:xfrm>
            <a:off x="7882466" y="381001"/>
            <a:ext cx="667174" cy="365125"/>
          </a:xfrm>
        </p:spPr>
        <p:txBody>
          <a:bodyPr/>
          <a:lstStyle/>
          <a:p>
            <a:fld id="{63C103D7-7FC1-4B9F-A526-BC88A3C4AA47}" type="slidenum">
              <a:rPr lang="en-US" smtClean="0">
                <a:solidFill>
                  <a:prstClr val="white">
                    <a:tint val="75000"/>
                  </a:prstClr>
                </a:solidFill>
              </a:rPr>
              <a:pPr/>
              <a:t>‹#›</a:t>
            </a:fld>
            <a:endParaRPr lang="en-US">
              <a:solidFill>
                <a:prstClr val="white">
                  <a:tint val="75000"/>
                </a:prstClr>
              </a:solidFill>
            </a:endParaRPr>
          </a:p>
        </p:txBody>
      </p:sp>
      <p:sp>
        <p:nvSpPr>
          <p:cNvPr id="13" name="TextBox 12"/>
          <p:cNvSpPr txBox="1"/>
          <p:nvPr/>
        </p:nvSpPr>
        <p:spPr>
          <a:xfrm>
            <a:off x="231458" y="80772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en-US" sz="8000" dirty="0">
                <a:solidFill>
                  <a:prstClr val="white"/>
                </a:solidFill>
                <a:effectLst/>
              </a:rPr>
              <a:t>“</a:t>
            </a:r>
          </a:p>
        </p:txBody>
      </p:sp>
      <p:sp>
        <p:nvSpPr>
          <p:cNvPr id="14" name="TextBox 13"/>
          <p:cNvSpPr txBox="1"/>
          <p:nvPr/>
        </p:nvSpPr>
        <p:spPr>
          <a:xfrm>
            <a:off x="8146733" y="302133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r"/>
            <a:r>
              <a:rPr lang="en-US" sz="8000" dirty="0">
                <a:solidFill>
                  <a:prstClr val="white"/>
                </a:solidFill>
                <a:effectLst/>
              </a:rPr>
              <a:t>”</a:t>
            </a:r>
          </a:p>
        </p:txBody>
      </p:sp>
    </p:spTree>
    <p:extLst>
      <p:ext uri="{BB962C8B-B14F-4D97-AF65-F5344CB8AC3E}">
        <p14:creationId xmlns:p14="http://schemas.microsoft.com/office/powerpoint/2010/main" val="66760651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685800" y="1124702"/>
            <a:ext cx="7774782"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792" y="3648316"/>
            <a:ext cx="7773608"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78884"/>
            <a:ext cx="2183130" cy="365125"/>
          </a:xfrm>
          <a:prstGeom prst="rect">
            <a:avLst/>
          </a:prstGeom>
        </p:spPr>
        <p:txBody>
          <a:bodyPr/>
          <a:lstStyle>
            <a:lvl1pPr algn="r">
              <a:defRPr/>
            </a:lvl1pPr>
          </a:lstStyle>
          <a:p>
            <a:fld id="{3A89AC60-1123-47E8-9704-E981B2554097}" type="datetime1">
              <a:rPr lang="en-US" smtClean="0">
                <a:solidFill>
                  <a:prstClr val="white"/>
                </a:solidFill>
              </a:rPr>
              <a:t>10/9/2024</a:t>
            </a:fld>
            <a:endParaRPr lang="en-US">
              <a:solidFill>
                <a:prstClr val="white"/>
              </a:solidFill>
            </a:endParaRPr>
          </a:p>
        </p:txBody>
      </p:sp>
      <p:sp>
        <p:nvSpPr>
          <p:cNvPr id="6" name="Footer Placeholder 5"/>
          <p:cNvSpPr>
            <a:spLocks noGrp="1"/>
          </p:cNvSpPr>
          <p:nvPr>
            <p:ph type="ftr" sz="quarter" idx="11"/>
          </p:nvPr>
        </p:nvSpPr>
        <p:spPr>
          <a:xfrm>
            <a:off x="594360" y="378884"/>
            <a:ext cx="4830656" cy="365125"/>
          </a:xfrm>
        </p:spPr>
        <p:txBody>
          <a:bodyPr/>
          <a:lstStyle/>
          <a:p>
            <a:endParaRPr lang="en-US">
              <a:solidFill>
                <a:prstClr val="white">
                  <a:tint val="75000"/>
                </a:prstClr>
              </a:solidFill>
            </a:endParaRPr>
          </a:p>
        </p:txBody>
      </p:sp>
      <p:sp>
        <p:nvSpPr>
          <p:cNvPr id="7" name="Slide Number Placeholder 6"/>
          <p:cNvSpPr>
            <a:spLocks noGrp="1"/>
          </p:cNvSpPr>
          <p:nvPr>
            <p:ph type="sldNum" sz="quarter" idx="12"/>
          </p:nvPr>
        </p:nvSpPr>
        <p:spPr>
          <a:xfrm>
            <a:off x="7882466" y="381001"/>
            <a:ext cx="667174" cy="365125"/>
          </a:xfrm>
        </p:spPr>
        <p:txBody>
          <a:bodyPr/>
          <a:lstStyle/>
          <a:p>
            <a:fld id="{63C103D7-7FC1-4B9F-A526-BC88A3C4AA47}" type="slidenum">
              <a:rPr lang="en-US" smtClean="0">
                <a:solidFill>
                  <a:prstClr val="white">
                    <a:tint val="75000"/>
                  </a:prstClr>
                </a:solidFill>
              </a:rPr>
              <a:pPr/>
              <a:t>‹#›</a:t>
            </a:fld>
            <a:endParaRPr lang="en-US">
              <a:solidFill>
                <a:prstClr val="white">
                  <a:tint val="75000"/>
                </a:prstClr>
              </a:solidFill>
            </a:endParaRPr>
          </a:p>
        </p:txBody>
      </p:sp>
    </p:spTree>
    <p:extLst>
      <p:ext uri="{BB962C8B-B14F-4D97-AF65-F5344CB8AC3E}">
        <p14:creationId xmlns:p14="http://schemas.microsoft.com/office/powerpoint/2010/main" val="214112997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171701" y="762000"/>
            <a:ext cx="637793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594361" y="2202080"/>
            <a:ext cx="2560320"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59436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02237" y="2201333"/>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00781" y="2904068"/>
            <a:ext cx="2560320" cy="335957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89319" y="2192866"/>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8932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a:xfrm>
            <a:off x="6412230" y="6356351"/>
            <a:ext cx="2137410" cy="365125"/>
          </a:xfrm>
          <a:prstGeom prst="rect">
            <a:avLst/>
          </a:prstGeom>
        </p:spPr>
        <p:txBody>
          <a:bodyPr/>
          <a:lstStyle/>
          <a:p>
            <a:fld id="{60C9D4E8-45E3-45BE-BEE6-DB1AD8410C73}" type="datetime1">
              <a:rPr lang="en-US" smtClean="0">
                <a:solidFill>
                  <a:prstClr val="white"/>
                </a:solidFill>
              </a:rPr>
              <a:t>10/9/2024</a:t>
            </a:fld>
            <a:endParaRPr lang="en-US">
              <a:solidFill>
                <a:prstClr val="white"/>
              </a:solidFill>
            </a:endParaRPr>
          </a:p>
        </p:txBody>
      </p:sp>
      <p:sp>
        <p:nvSpPr>
          <p:cNvPr id="4" name="Footer Placeholder 3"/>
          <p:cNvSpPr>
            <a:spLocks noGrp="1"/>
          </p:cNvSpPr>
          <p:nvPr>
            <p:ph type="ftr" sz="quarter" idx="11"/>
          </p:nvPr>
        </p:nvSpPr>
        <p:spPr/>
        <p:txBody>
          <a:bodyPr/>
          <a:lstStyle/>
          <a:p>
            <a:endParaRPr lang="en-US">
              <a:solidFill>
                <a:prstClr val="white">
                  <a:tint val="75000"/>
                </a:prstClr>
              </a:solidFill>
            </a:endParaRPr>
          </a:p>
        </p:txBody>
      </p:sp>
      <p:sp>
        <p:nvSpPr>
          <p:cNvPr id="5" name="Slide Number Placeholder 4"/>
          <p:cNvSpPr>
            <a:spLocks noGrp="1"/>
          </p:cNvSpPr>
          <p:nvPr>
            <p:ph type="sldNum" sz="quarter" idx="12"/>
          </p:nvPr>
        </p:nvSpPr>
        <p:spPr>
          <a:xfrm>
            <a:off x="0" y="0"/>
            <a:ext cx="1977390" cy="365125"/>
          </a:xfrm>
        </p:spPr>
        <p:txBody>
          <a:bodyPr/>
          <a:lstStyle>
            <a:lvl1pPr algn="l">
              <a:defRPr b="1">
                <a:solidFill>
                  <a:schemeClr val="bg1"/>
                </a:solidFill>
              </a:defRPr>
            </a:lvl1pPr>
          </a:lstStyle>
          <a:p>
            <a:fld id="{63C103D7-7FC1-4B9F-A526-BC88A3C4AA47}"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125614580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171702" y="762000"/>
            <a:ext cx="6381984"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94360"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594360" y="2331720"/>
            <a:ext cx="2560320" cy="15073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594360" y="4796103"/>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291873"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291872" y="2331720"/>
            <a:ext cx="2560320" cy="1509862"/>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290858" y="4796102"/>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93365"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993364" y="2331721"/>
            <a:ext cx="2560320" cy="1508919"/>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93272" y="4796100"/>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a:xfrm>
            <a:off x="6412230" y="6356351"/>
            <a:ext cx="2137410" cy="365125"/>
          </a:xfrm>
          <a:prstGeom prst="rect">
            <a:avLst/>
          </a:prstGeom>
        </p:spPr>
        <p:txBody>
          <a:bodyPr/>
          <a:lstStyle/>
          <a:p>
            <a:fld id="{7834E425-C69F-4E5C-BB88-9FE45090A073}" type="datetime1">
              <a:rPr lang="en-US" smtClean="0">
                <a:solidFill>
                  <a:prstClr val="white"/>
                </a:solidFill>
              </a:rPr>
              <a:t>10/9/2024</a:t>
            </a:fld>
            <a:endParaRPr lang="en-US">
              <a:solidFill>
                <a:prstClr val="white"/>
              </a:solidFill>
            </a:endParaRPr>
          </a:p>
        </p:txBody>
      </p:sp>
      <p:sp>
        <p:nvSpPr>
          <p:cNvPr id="4" name="Footer Placeholder 3"/>
          <p:cNvSpPr>
            <a:spLocks noGrp="1"/>
          </p:cNvSpPr>
          <p:nvPr>
            <p:ph type="ftr" sz="quarter" idx="11"/>
          </p:nvPr>
        </p:nvSpPr>
        <p:spPr/>
        <p:txBody>
          <a:bodyPr/>
          <a:lstStyle/>
          <a:p>
            <a:endParaRPr lang="en-US">
              <a:solidFill>
                <a:prstClr val="white">
                  <a:tint val="75000"/>
                </a:prstClr>
              </a:solidFill>
            </a:endParaRPr>
          </a:p>
        </p:txBody>
      </p:sp>
      <p:sp>
        <p:nvSpPr>
          <p:cNvPr id="5" name="Slide Number Placeholder 4"/>
          <p:cNvSpPr>
            <a:spLocks noGrp="1"/>
          </p:cNvSpPr>
          <p:nvPr>
            <p:ph type="sldNum" sz="quarter" idx="12"/>
          </p:nvPr>
        </p:nvSpPr>
        <p:spPr>
          <a:xfrm>
            <a:off x="3284" y="0"/>
            <a:ext cx="1977390" cy="365125"/>
          </a:xfrm>
        </p:spPr>
        <p:txBody>
          <a:bodyPr/>
          <a:lstStyle>
            <a:lvl1pPr algn="l">
              <a:defRPr b="1">
                <a:solidFill>
                  <a:schemeClr val="bg1"/>
                </a:solidFill>
              </a:defRPr>
            </a:lvl1pPr>
          </a:lstStyle>
          <a:p>
            <a:fld id="{63C103D7-7FC1-4B9F-A526-BC88A3C4AA47}"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401373838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2194560"/>
            <a:ext cx="7955280" cy="40690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412230" y="6356351"/>
            <a:ext cx="2137410" cy="365125"/>
          </a:xfrm>
          <a:prstGeom prst="rect">
            <a:avLst/>
          </a:prstGeom>
        </p:spPr>
        <p:txBody>
          <a:bodyPr/>
          <a:lstStyle/>
          <a:p>
            <a:fld id="{9D9AF33C-E5E1-4F82-8F21-C22B907A6E1A}" type="datetime1">
              <a:rPr lang="en-US" smtClean="0">
                <a:solidFill>
                  <a:prstClr val="white"/>
                </a:solidFill>
              </a:rPr>
              <a:t>10/9/2024</a:t>
            </a:fld>
            <a:endParaRPr lang="en-US">
              <a:solidFill>
                <a:prstClr val="white"/>
              </a:solidFill>
            </a:endParaRPr>
          </a:p>
        </p:txBody>
      </p:sp>
      <p:sp>
        <p:nvSpPr>
          <p:cNvPr id="5" name="Footer Placeholder 4"/>
          <p:cNvSpPr>
            <a:spLocks noGrp="1"/>
          </p:cNvSpPr>
          <p:nvPr>
            <p:ph type="ftr" sz="quarter" idx="11"/>
          </p:nvPr>
        </p:nvSpPr>
        <p:spPr/>
        <p:txBody>
          <a:bodyPr/>
          <a:lstStyle/>
          <a:p>
            <a:endParaRPr lang="en-US">
              <a:solidFill>
                <a:prstClr val="white">
                  <a:tint val="75000"/>
                </a:prstClr>
              </a:solidFill>
            </a:endParaRPr>
          </a:p>
        </p:txBody>
      </p:sp>
      <p:sp>
        <p:nvSpPr>
          <p:cNvPr id="6" name="Slide Number Placeholder 5"/>
          <p:cNvSpPr>
            <a:spLocks noGrp="1"/>
          </p:cNvSpPr>
          <p:nvPr>
            <p:ph type="sldNum" sz="quarter" idx="12"/>
          </p:nvPr>
        </p:nvSpPr>
        <p:spPr>
          <a:xfrm>
            <a:off x="0" y="-108"/>
            <a:ext cx="1977390" cy="365125"/>
          </a:xfrm>
        </p:spPr>
        <p:txBody>
          <a:bodyPr/>
          <a:lstStyle>
            <a:lvl1pPr algn="l">
              <a:defRPr b="1">
                <a:solidFill>
                  <a:schemeClr val="bg1"/>
                </a:solidFill>
              </a:defRPr>
            </a:lvl1pPr>
          </a:lstStyle>
          <a:p>
            <a:fld id="{63C103D7-7FC1-4B9F-A526-BC88A3C4AA47}"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51928171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Vertical Title 1"/>
          <p:cNvSpPr>
            <a:spLocks noGrp="1"/>
          </p:cNvSpPr>
          <p:nvPr>
            <p:ph type="title" orient="vert"/>
          </p:nvPr>
        </p:nvSpPr>
        <p:spPr>
          <a:xfrm>
            <a:off x="7006590" y="747183"/>
            <a:ext cx="1543050" cy="4248675"/>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746126"/>
            <a:ext cx="6278035" cy="424973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562176" y="381001"/>
            <a:ext cx="2183130" cy="365125"/>
          </a:xfrm>
          <a:prstGeom prst="rect">
            <a:avLst/>
          </a:prstGeom>
        </p:spPr>
        <p:txBody>
          <a:bodyPr/>
          <a:lstStyle>
            <a:lvl1pPr algn="r">
              <a:defRPr/>
            </a:lvl1pPr>
          </a:lstStyle>
          <a:p>
            <a:fld id="{FB410BCB-B5CE-4AD7-8AE4-523A06B6266E}" type="datetime1">
              <a:rPr lang="en-US" smtClean="0">
                <a:solidFill>
                  <a:prstClr val="white"/>
                </a:solidFill>
              </a:rPr>
              <a:t>10/9/2024</a:t>
            </a:fld>
            <a:endParaRPr lang="en-US">
              <a:solidFill>
                <a:prstClr val="white"/>
              </a:solidFill>
            </a:endParaRPr>
          </a:p>
        </p:txBody>
      </p:sp>
      <p:sp>
        <p:nvSpPr>
          <p:cNvPr id="5" name="Footer Placeholder 4"/>
          <p:cNvSpPr>
            <a:spLocks noGrp="1"/>
          </p:cNvSpPr>
          <p:nvPr>
            <p:ph type="ftr" sz="quarter" idx="11"/>
          </p:nvPr>
        </p:nvSpPr>
        <p:spPr>
          <a:xfrm>
            <a:off x="594360" y="381001"/>
            <a:ext cx="4830656" cy="365125"/>
          </a:xfrm>
        </p:spPr>
        <p:txBody>
          <a:bodyPr/>
          <a:lstStyle/>
          <a:p>
            <a:endParaRPr lang="en-US">
              <a:solidFill>
                <a:prstClr val="white">
                  <a:tint val="75000"/>
                </a:prstClr>
              </a:solidFill>
            </a:endParaRPr>
          </a:p>
        </p:txBody>
      </p:sp>
      <p:sp>
        <p:nvSpPr>
          <p:cNvPr id="6" name="Slide Number Placeholder 5"/>
          <p:cNvSpPr>
            <a:spLocks noGrp="1"/>
          </p:cNvSpPr>
          <p:nvPr>
            <p:ph type="sldNum" sz="quarter" idx="12"/>
          </p:nvPr>
        </p:nvSpPr>
        <p:spPr>
          <a:xfrm>
            <a:off x="7882466" y="381001"/>
            <a:ext cx="667174" cy="365125"/>
          </a:xfrm>
        </p:spPr>
        <p:txBody>
          <a:bodyPr/>
          <a:lstStyle/>
          <a:p>
            <a:fld id="{63C103D7-7FC1-4B9F-A526-BC88A3C4AA47}" type="slidenum">
              <a:rPr lang="en-US" smtClean="0">
                <a:solidFill>
                  <a:prstClr val="white">
                    <a:tint val="75000"/>
                  </a:prstClr>
                </a:solidFill>
              </a:rPr>
              <a:pPr/>
              <a:t>‹#›</a:t>
            </a:fld>
            <a:endParaRPr lang="en-US">
              <a:solidFill>
                <a:prstClr val="white">
                  <a:tint val="75000"/>
                </a:prstClr>
              </a:solidFill>
            </a:endParaRPr>
          </a:p>
        </p:txBody>
      </p:sp>
    </p:spTree>
    <p:extLst>
      <p:ext uri="{BB962C8B-B14F-4D97-AF65-F5344CB8AC3E}">
        <p14:creationId xmlns:p14="http://schemas.microsoft.com/office/powerpoint/2010/main" val="266660148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ctrTitle"/>
          </p:nvPr>
        </p:nvSpPr>
        <p:spPr>
          <a:xfrm>
            <a:off x="914400" y="1803405"/>
            <a:ext cx="73152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914400" y="3632201"/>
            <a:ext cx="73152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5932170" y="4323845"/>
            <a:ext cx="2297429"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09BB33D-B6EB-4179-B7E2-947C17C510AB}" type="datetimeFigureOut">
              <a:rPr kumimoji="0" lang="en-US" sz="18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10/9/2024</a:t>
            </a:fld>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5" name="Footer Placeholder 4"/>
          <p:cNvSpPr>
            <a:spLocks noGrp="1"/>
          </p:cNvSpPr>
          <p:nvPr>
            <p:ph type="ftr" sz="quarter" idx="11"/>
          </p:nvPr>
        </p:nvSpPr>
        <p:spPr>
          <a:xfrm>
            <a:off x="914400" y="4323846"/>
            <a:ext cx="488061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white">
                  <a:tint val="75000"/>
                </a:prstClr>
              </a:solidFill>
              <a:effectLst/>
              <a:uLnTx/>
              <a:uFillTx/>
              <a:latin typeface="Arial"/>
              <a:ea typeface="+mn-ea"/>
              <a:cs typeface="+mn-cs"/>
            </a:endParaRPr>
          </a:p>
        </p:txBody>
      </p:sp>
      <p:sp>
        <p:nvSpPr>
          <p:cNvPr id="6" name="Slide Number Placeholder 5"/>
          <p:cNvSpPr>
            <a:spLocks noGrp="1"/>
          </p:cNvSpPr>
          <p:nvPr>
            <p:ph type="sldNum" sz="quarter" idx="12"/>
          </p:nvPr>
        </p:nvSpPr>
        <p:spPr>
          <a:xfrm>
            <a:off x="6057900" y="1430867"/>
            <a:ext cx="21717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C103D7-7FC1-4B9F-A526-BC88A3C4AA47}" type="slidenum">
              <a:rPr kumimoji="0" lang="en-US" sz="1050" b="0" i="0" u="none" strike="noStrike" kern="1200" cap="none" spc="0" normalizeH="0" baseline="0" noProof="0" smtClean="0">
                <a:ln>
                  <a:noFill/>
                </a:ln>
                <a:solidFill>
                  <a:prstClr val="white">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a:ln>
                <a:noFill/>
              </a:ln>
              <a:solidFill>
                <a:prstClr val="white">
                  <a:tint val="75000"/>
                </a:prstClr>
              </a:solidFill>
              <a:effectLst/>
              <a:uLnTx/>
              <a:uFillTx/>
              <a:latin typeface="Arial"/>
              <a:ea typeface="+mn-ea"/>
              <a:cs typeface="+mn-cs"/>
            </a:endParaRPr>
          </a:p>
        </p:txBody>
      </p:sp>
    </p:spTree>
    <p:extLst>
      <p:ext uri="{BB962C8B-B14F-4D97-AF65-F5344CB8AC3E}">
        <p14:creationId xmlns:p14="http://schemas.microsoft.com/office/powerpoint/2010/main" val="257986369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171700" y="381001"/>
            <a:ext cx="6377940" cy="1254759"/>
          </a:xfrm>
        </p:spPr>
        <p:txBody>
          <a:bodyPr/>
          <a:lstStyle/>
          <a:p>
            <a:r>
              <a:rPr lang="en-US" dirty="0"/>
              <a:t>Click to edit Master title style</a:t>
            </a:r>
          </a:p>
        </p:txBody>
      </p:sp>
      <p:sp>
        <p:nvSpPr>
          <p:cNvPr id="3" name="Content Placeholder 2"/>
          <p:cNvSpPr>
            <a:spLocks noGrp="1"/>
          </p:cNvSpPr>
          <p:nvPr>
            <p:ph idx="1"/>
          </p:nvPr>
        </p:nvSpPr>
        <p:spPr>
          <a:xfrm>
            <a:off x="594360" y="1635760"/>
            <a:ext cx="7955280" cy="47200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412230" y="6356351"/>
            <a:ext cx="213741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09BB33D-B6EB-4179-B7E2-947C17C510AB}" type="datetimeFigureOut">
              <a:rPr kumimoji="0" lang="en-US" sz="18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10/9/2024</a:t>
            </a:fld>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white">
                  <a:tint val="75000"/>
                </a:prstClr>
              </a:solidFill>
              <a:effectLst/>
              <a:uLnTx/>
              <a:uFillTx/>
              <a:latin typeface="Arial"/>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C103D7-7FC1-4B9F-A526-BC88A3C4AA47}" type="slidenum">
              <a:rPr kumimoji="0" lang="en-US" sz="1050" b="0" i="0" u="none" strike="noStrike" kern="1200" cap="none" spc="0" normalizeH="0" baseline="0" noProof="0" smtClean="0">
                <a:ln>
                  <a:noFill/>
                </a:ln>
                <a:solidFill>
                  <a:prstClr val="white">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a:ln>
                <a:noFill/>
              </a:ln>
              <a:solidFill>
                <a:prstClr val="white">
                  <a:tint val="75000"/>
                </a:prstClr>
              </a:solidFill>
              <a:effectLst/>
              <a:uLnTx/>
              <a:uFillTx/>
              <a:latin typeface="Arial"/>
              <a:ea typeface="+mn-ea"/>
              <a:cs typeface="+mn-cs"/>
            </a:endParaRPr>
          </a:p>
        </p:txBody>
      </p:sp>
    </p:spTree>
    <p:extLst>
      <p:ext uri="{BB962C8B-B14F-4D97-AF65-F5344CB8AC3E}">
        <p14:creationId xmlns:p14="http://schemas.microsoft.com/office/powerpoint/2010/main" val="231415069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4"/>
            <a:ext cx="7955280"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594360" y="3641726"/>
            <a:ext cx="7955281" cy="1354134"/>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562176" y="381001"/>
            <a:ext cx="2183130" cy="365125"/>
          </a:xfrm>
          <a:prstGeom prst="rect">
            <a:avLst/>
          </a:prstGeom>
        </p:spPr>
        <p:txBody>
          <a:bodyPr/>
          <a:lstStyle>
            <a:lvl1pPr algn="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09BB33D-B6EB-4179-B7E2-947C17C510AB}" type="datetimeFigureOut">
              <a:rPr kumimoji="0" lang="en-US" sz="1800" b="0" i="0" u="none" strike="noStrike" kern="1200" cap="none" spc="0" normalizeH="0" baseline="0" noProof="0" smtClean="0">
                <a:ln>
                  <a:noFill/>
                </a:ln>
                <a:solidFill>
                  <a:prstClr val="white"/>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10/9/2024</a:t>
            </a:fld>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5" name="Footer Placeholder 4"/>
          <p:cNvSpPr>
            <a:spLocks noGrp="1"/>
          </p:cNvSpPr>
          <p:nvPr>
            <p:ph type="ftr" sz="quarter" idx="11"/>
          </p:nvPr>
        </p:nvSpPr>
        <p:spPr>
          <a:xfrm>
            <a:off x="594360" y="381001"/>
            <a:ext cx="4830656"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white">
                  <a:tint val="75000"/>
                </a:prstClr>
              </a:solidFill>
              <a:effectLst/>
              <a:uLnTx/>
              <a:uFillTx/>
              <a:latin typeface="Arial"/>
              <a:ea typeface="+mn-ea"/>
              <a:cs typeface="+mn-cs"/>
            </a:endParaRPr>
          </a:p>
        </p:txBody>
      </p:sp>
      <p:sp>
        <p:nvSpPr>
          <p:cNvPr id="6" name="Slide Number Placeholder 5"/>
          <p:cNvSpPr>
            <a:spLocks noGrp="1"/>
          </p:cNvSpPr>
          <p:nvPr>
            <p:ph type="sldNum" sz="quarter" idx="12"/>
          </p:nvPr>
        </p:nvSpPr>
        <p:spPr>
          <a:xfrm>
            <a:off x="7882466" y="381001"/>
            <a:ext cx="667173"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C103D7-7FC1-4B9F-A526-BC88A3C4AA47}" type="slidenum">
              <a:rPr kumimoji="0" lang="en-US" sz="1050" b="0" i="0" u="none" strike="noStrike" kern="1200" cap="none" spc="0" normalizeH="0" baseline="0" noProof="0" smtClean="0">
                <a:ln>
                  <a:noFill/>
                </a:ln>
                <a:solidFill>
                  <a:prstClr val="white">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a:ln>
                <a:noFill/>
              </a:ln>
              <a:solidFill>
                <a:prstClr val="white">
                  <a:tint val="75000"/>
                </a:prstClr>
              </a:solidFill>
              <a:effectLst/>
              <a:uLnTx/>
              <a:uFillTx/>
              <a:latin typeface="Arial"/>
              <a:ea typeface="+mn-ea"/>
              <a:cs typeface="+mn-cs"/>
            </a:endParaRPr>
          </a:p>
        </p:txBody>
      </p:sp>
    </p:spTree>
    <p:extLst>
      <p:ext uri="{BB962C8B-B14F-4D97-AF65-F5344CB8AC3E}">
        <p14:creationId xmlns:p14="http://schemas.microsoft.com/office/powerpoint/2010/main" val="60777355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94360" y="2194560"/>
            <a:ext cx="3910579"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2099" y="2194560"/>
            <a:ext cx="3907540"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6412230" y="6356351"/>
            <a:ext cx="213741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09BB33D-B6EB-4179-B7E2-947C17C510AB}" type="datetimeFigureOut">
              <a:rPr kumimoji="0" lang="en-US" sz="18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10/9/2024</a:t>
            </a:fld>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6" name="Footer Placeholder 5"/>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white">
                  <a:tint val="75000"/>
                </a:prstClr>
              </a:solidFill>
              <a:effectLst/>
              <a:uLnTx/>
              <a:uFillTx/>
              <a:latin typeface="Arial"/>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C103D7-7FC1-4B9F-A526-BC88A3C4AA47}" type="slidenum">
              <a:rPr kumimoji="0" lang="en-US" sz="1050" b="0" i="0" u="none" strike="noStrike" kern="1200" cap="none" spc="0" normalizeH="0" baseline="0" noProof="0" smtClean="0">
                <a:ln>
                  <a:noFill/>
                </a:ln>
                <a:solidFill>
                  <a:prstClr val="white">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a:ln>
                <a:noFill/>
              </a:ln>
              <a:solidFill>
                <a:prstClr val="white">
                  <a:tint val="75000"/>
                </a:prstClr>
              </a:solidFill>
              <a:effectLst/>
              <a:uLnTx/>
              <a:uFillTx/>
              <a:latin typeface="Arial"/>
              <a:ea typeface="+mn-ea"/>
              <a:cs typeface="+mn-cs"/>
            </a:endParaRPr>
          </a:p>
        </p:txBody>
      </p:sp>
    </p:spTree>
    <p:extLst>
      <p:ext uri="{BB962C8B-B14F-4D97-AF65-F5344CB8AC3E}">
        <p14:creationId xmlns:p14="http://schemas.microsoft.com/office/powerpoint/2010/main" val="63644727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71700" y="762000"/>
            <a:ext cx="637794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1279" y="2183802"/>
            <a:ext cx="3683659"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94359" y="3132667"/>
            <a:ext cx="3910579"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69018" y="2183802"/>
            <a:ext cx="368062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2098" y="3132667"/>
            <a:ext cx="3907541"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412230" y="6356351"/>
            <a:ext cx="213741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09BB33D-B6EB-4179-B7E2-947C17C510AB}" type="datetimeFigureOut">
              <a:rPr kumimoji="0" lang="en-US" sz="18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10/9/2024</a:t>
            </a:fld>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8" name="Footer Placeholder 7"/>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white">
                  <a:tint val="75000"/>
                </a:prstClr>
              </a:solidFill>
              <a:effectLst/>
              <a:uLnTx/>
              <a:uFillTx/>
              <a:latin typeface="Arial"/>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C103D7-7FC1-4B9F-A526-BC88A3C4AA47}" type="slidenum">
              <a:rPr kumimoji="0" lang="en-US" sz="1050" b="0" i="0" u="none" strike="noStrike" kern="1200" cap="none" spc="0" normalizeH="0" baseline="0" noProof="0" smtClean="0">
                <a:ln>
                  <a:noFill/>
                </a:ln>
                <a:solidFill>
                  <a:prstClr val="white">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a:ln>
                <a:noFill/>
              </a:ln>
              <a:solidFill>
                <a:prstClr val="white">
                  <a:tint val="75000"/>
                </a:prstClr>
              </a:solidFill>
              <a:effectLst/>
              <a:uLnTx/>
              <a:uFillTx/>
              <a:latin typeface="Arial"/>
              <a:ea typeface="+mn-ea"/>
              <a:cs typeface="+mn-cs"/>
            </a:endParaRPr>
          </a:p>
        </p:txBody>
      </p:sp>
    </p:spTree>
    <p:extLst>
      <p:ext uri="{BB962C8B-B14F-4D97-AF65-F5344CB8AC3E}">
        <p14:creationId xmlns:p14="http://schemas.microsoft.com/office/powerpoint/2010/main" val="33370746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6412230" y="6356351"/>
            <a:ext cx="213741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09BB33D-B6EB-4179-B7E2-947C17C510AB}" type="datetimeFigureOut">
              <a:rPr kumimoji="0" lang="en-US" sz="18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10/9/2024</a:t>
            </a:fld>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4" name="Footer Placeholder 3"/>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white">
                  <a:tint val="75000"/>
                </a:prstClr>
              </a:solidFill>
              <a:effectLst/>
              <a:uLnTx/>
              <a:uFillTx/>
              <a:latin typeface="Arial"/>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C103D7-7FC1-4B9F-A526-BC88A3C4AA47}" type="slidenum">
              <a:rPr kumimoji="0" lang="en-US" sz="1050" b="0" i="0" u="none" strike="noStrike" kern="1200" cap="none" spc="0" normalizeH="0" baseline="0" noProof="0" smtClean="0">
                <a:ln>
                  <a:noFill/>
                </a:ln>
                <a:solidFill>
                  <a:prstClr val="white">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a:ln>
                <a:noFill/>
              </a:ln>
              <a:solidFill>
                <a:prstClr val="white">
                  <a:tint val="75000"/>
                </a:prstClr>
              </a:solidFill>
              <a:effectLst/>
              <a:uLnTx/>
              <a:uFillTx/>
              <a:latin typeface="Arial"/>
              <a:ea typeface="+mn-ea"/>
              <a:cs typeface="+mn-cs"/>
            </a:endParaRPr>
          </a:p>
        </p:txBody>
      </p:sp>
    </p:spTree>
    <p:extLst>
      <p:ext uri="{BB962C8B-B14F-4D97-AF65-F5344CB8AC3E}">
        <p14:creationId xmlns:p14="http://schemas.microsoft.com/office/powerpoint/2010/main" val="163521690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412230" y="6356351"/>
            <a:ext cx="213741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09BB33D-B6EB-4179-B7E2-947C17C510AB}" type="datetimeFigureOut">
              <a:rPr kumimoji="0" lang="en-US" sz="18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10/9/2024</a:t>
            </a:fld>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3" name="Footer Placeholder 2"/>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white">
                  <a:tint val="75000"/>
                </a:prstClr>
              </a:solidFill>
              <a:effectLst/>
              <a:uLnTx/>
              <a:uFillTx/>
              <a:latin typeface="Arial"/>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C103D7-7FC1-4B9F-A526-BC88A3C4AA47}" type="slidenum">
              <a:rPr kumimoji="0" lang="en-US" sz="1050" b="0" i="0" u="none" strike="noStrike" kern="1200" cap="none" spc="0" normalizeH="0" baseline="0" noProof="0" smtClean="0">
                <a:ln>
                  <a:noFill/>
                </a:ln>
                <a:solidFill>
                  <a:prstClr val="white">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a:ln>
                <a:noFill/>
              </a:ln>
              <a:solidFill>
                <a:prstClr val="white">
                  <a:tint val="75000"/>
                </a:prstClr>
              </a:solidFill>
              <a:effectLst/>
              <a:uLnTx/>
              <a:uFillTx/>
              <a:latin typeface="Arial"/>
              <a:ea typeface="+mn-ea"/>
              <a:cs typeface="+mn-cs"/>
            </a:endParaRPr>
          </a:p>
        </p:txBody>
      </p:sp>
    </p:spTree>
    <p:extLst>
      <p:ext uri="{BB962C8B-B14F-4D97-AF65-F5344CB8AC3E}">
        <p14:creationId xmlns:p14="http://schemas.microsoft.com/office/powerpoint/2010/main" val="420692269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30861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3886200" y="746760"/>
            <a:ext cx="4663440" cy="551688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94360" y="3124200"/>
            <a:ext cx="308610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412230" y="6356351"/>
            <a:ext cx="213741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09BB33D-B6EB-4179-B7E2-947C17C510AB}" type="datetimeFigureOut">
              <a:rPr kumimoji="0" lang="en-US" sz="18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10/9/2024</a:t>
            </a:fld>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6" name="Footer Placeholder 5"/>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white">
                  <a:tint val="75000"/>
                </a:prstClr>
              </a:solidFill>
              <a:effectLst/>
              <a:uLnTx/>
              <a:uFillTx/>
              <a:latin typeface="Arial"/>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C103D7-7FC1-4B9F-A526-BC88A3C4AA47}" type="slidenum">
              <a:rPr kumimoji="0" lang="en-US" sz="1050" b="0" i="0" u="none" strike="noStrike" kern="1200" cap="none" spc="0" normalizeH="0" baseline="0" noProof="0" smtClean="0">
                <a:ln>
                  <a:noFill/>
                </a:ln>
                <a:solidFill>
                  <a:prstClr val="white">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a:ln>
                <a:noFill/>
              </a:ln>
              <a:solidFill>
                <a:prstClr val="white">
                  <a:tint val="75000"/>
                </a:prstClr>
              </a:solidFill>
              <a:effectLst/>
              <a:uLnTx/>
              <a:uFillTx/>
              <a:latin typeface="Arial"/>
              <a:ea typeface="+mn-ea"/>
              <a:cs typeface="+mn-cs"/>
            </a:endParaRPr>
          </a:p>
        </p:txBody>
      </p:sp>
    </p:spTree>
    <p:extLst>
      <p:ext uri="{BB962C8B-B14F-4D97-AF65-F5344CB8AC3E}">
        <p14:creationId xmlns:p14="http://schemas.microsoft.com/office/powerpoint/2010/main" val="270037206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407573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77524" y="751242"/>
            <a:ext cx="3674234" cy="5512398"/>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3124200"/>
            <a:ext cx="407573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412230" y="6356351"/>
            <a:ext cx="213741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09BB33D-B6EB-4179-B7E2-947C17C510AB}" type="datetimeFigureOut">
              <a:rPr kumimoji="0" lang="en-US" sz="18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10/9/2024</a:t>
            </a:fld>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6" name="Footer Placeholder 5"/>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white">
                  <a:tint val="75000"/>
                </a:prstClr>
              </a:solidFill>
              <a:effectLst/>
              <a:uLnTx/>
              <a:uFillTx/>
              <a:latin typeface="Arial"/>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C103D7-7FC1-4B9F-A526-BC88A3C4AA47}" type="slidenum">
              <a:rPr kumimoji="0" lang="en-US" sz="1050" b="0" i="0" u="none" strike="noStrike" kern="1200" cap="none" spc="0" normalizeH="0" baseline="0" noProof="0" smtClean="0">
                <a:ln>
                  <a:noFill/>
                </a:ln>
                <a:solidFill>
                  <a:prstClr val="white">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a:ln>
                <a:noFill/>
              </a:ln>
              <a:solidFill>
                <a:prstClr val="white">
                  <a:tint val="75000"/>
                </a:prstClr>
              </a:solidFill>
              <a:effectLst/>
              <a:uLnTx/>
              <a:uFillTx/>
              <a:latin typeface="Arial"/>
              <a:ea typeface="+mn-ea"/>
              <a:cs typeface="+mn-cs"/>
            </a:endParaRPr>
          </a:p>
        </p:txBody>
      </p:sp>
    </p:spTree>
    <p:extLst>
      <p:ext uri="{BB962C8B-B14F-4D97-AF65-F5344CB8AC3E}">
        <p14:creationId xmlns:p14="http://schemas.microsoft.com/office/powerpoint/2010/main" val="43736867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55" y="4697361"/>
            <a:ext cx="7956482"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94355" y="977035"/>
            <a:ext cx="7950260" cy="3406972"/>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5516716"/>
            <a:ext cx="7955280" cy="746924"/>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412230" y="6356351"/>
            <a:ext cx="213741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09BB33D-B6EB-4179-B7E2-947C17C510AB}" type="datetimeFigureOut">
              <a:rPr kumimoji="0" lang="en-US" sz="18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10/9/2024</a:t>
            </a:fld>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6" name="Footer Placeholder 5"/>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white">
                  <a:tint val="75000"/>
                </a:prstClr>
              </a:solidFill>
              <a:effectLst/>
              <a:uLnTx/>
              <a:uFillTx/>
              <a:latin typeface="Arial"/>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C103D7-7FC1-4B9F-A526-BC88A3C4AA47}" type="slidenum">
              <a:rPr kumimoji="0" lang="en-US" sz="1050" b="0" i="0" u="none" strike="noStrike" kern="1200" cap="none" spc="0" normalizeH="0" baseline="0" noProof="0" smtClean="0">
                <a:ln>
                  <a:noFill/>
                </a:ln>
                <a:solidFill>
                  <a:prstClr val="white">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a:ln>
                <a:noFill/>
              </a:ln>
              <a:solidFill>
                <a:prstClr val="white">
                  <a:tint val="75000"/>
                </a:prstClr>
              </a:solidFill>
              <a:effectLst/>
              <a:uLnTx/>
              <a:uFillTx/>
              <a:latin typeface="Arial"/>
              <a:ea typeface="+mn-ea"/>
              <a:cs typeface="+mn-cs"/>
            </a:endParaRPr>
          </a:p>
        </p:txBody>
      </p:sp>
    </p:spTree>
    <p:extLst>
      <p:ext uri="{BB962C8B-B14F-4D97-AF65-F5344CB8AC3E}">
        <p14:creationId xmlns:p14="http://schemas.microsoft.com/office/powerpoint/2010/main" val="72889099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3"/>
            <a:ext cx="795528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800" y="3649134"/>
            <a:ext cx="7772400" cy="1330852"/>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a:prstGeom prst="rect">
            <a:avLst/>
          </a:prstGeom>
        </p:spPr>
        <p:txBody>
          <a:bodyPr/>
          <a:lstStyle>
            <a:lvl1pPr algn="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09BB33D-B6EB-4179-B7E2-947C17C510AB}" type="datetimeFigureOut">
              <a:rPr kumimoji="0" lang="en-US" sz="1800" b="0" i="0" u="none" strike="noStrike" kern="1200" cap="none" spc="0" normalizeH="0" baseline="0" noProof="0" smtClean="0">
                <a:ln>
                  <a:noFill/>
                </a:ln>
                <a:solidFill>
                  <a:prstClr val="white"/>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10/9/2024</a:t>
            </a:fld>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6" name="Footer Placeholder 5"/>
          <p:cNvSpPr>
            <a:spLocks noGrp="1"/>
          </p:cNvSpPr>
          <p:nvPr>
            <p:ph type="ftr" sz="quarter" idx="11"/>
          </p:nvPr>
        </p:nvSpPr>
        <p:spPr>
          <a:xfrm>
            <a:off x="594360" y="381001"/>
            <a:ext cx="4830656"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white">
                  <a:tint val="75000"/>
                </a:prstClr>
              </a:solidFill>
              <a:effectLst/>
              <a:uLnTx/>
              <a:uFillTx/>
              <a:latin typeface="Arial"/>
              <a:ea typeface="+mn-ea"/>
              <a:cs typeface="+mn-cs"/>
            </a:endParaRPr>
          </a:p>
        </p:txBody>
      </p:sp>
      <p:sp>
        <p:nvSpPr>
          <p:cNvPr id="7" name="Slide Number Placeholder 6"/>
          <p:cNvSpPr>
            <a:spLocks noGrp="1"/>
          </p:cNvSpPr>
          <p:nvPr>
            <p:ph type="sldNum" sz="quarter" idx="12"/>
          </p:nvPr>
        </p:nvSpPr>
        <p:spPr>
          <a:xfrm>
            <a:off x="7882466" y="381001"/>
            <a:ext cx="667174"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C103D7-7FC1-4B9F-A526-BC88A3C4AA47}" type="slidenum">
              <a:rPr kumimoji="0" lang="en-US" sz="1050" b="0" i="0" u="none" strike="noStrike" kern="1200" cap="none" spc="0" normalizeH="0" baseline="0" noProof="0" smtClean="0">
                <a:ln>
                  <a:noFill/>
                </a:ln>
                <a:solidFill>
                  <a:prstClr val="white">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a:ln>
                <a:noFill/>
              </a:ln>
              <a:solidFill>
                <a:prstClr val="white">
                  <a:tint val="75000"/>
                </a:prstClr>
              </a:solidFill>
              <a:effectLst/>
              <a:uLnTx/>
              <a:uFillTx/>
              <a:latin typeface="Arial"/>
              <a:ea typeface="+mn-ea"/>
              <a:cs typeface="+mn-cs"/>
            </a:endParaRPr>
          </a:p>
        </p:txBody>
      </p:sp>
    </p:spTree>
    <p:extLst>
      <p:ext uri="{BB962C8B-B14F-4D97-AF65-F5344CB8AC3E}">
        <p14:creationId xmlns:p14="http://schemas.microsoft.com/office/powerpoint/2010/main" val="2046454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768351" y="753534"/>
            <a:ext cx="7613650" cy="2756234"/>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977899" y="3509768"/>
            <a:ext cx="7194552"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0" y="4174597"/>
            <a:ext cx="7778752" cy="821265"/>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a:prstGeom prst="rect">
            <a:avLst/>
          </a:prstGeom>
        </p:spPr>
        <p:txBody>
          <a:bodyPr/>
          <a:lstStyle>
            <a:lvl1pPr algn="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09BB33D-B6EB-4179-B7E2-947C17C510AB}" type="datetimeFigureOut">
              <a:rPr kumimoji="0" lang="en-US" sz="1800" b="0" i="0" u="none" strike="noStrike" kern="1200" cap="none" spc="0" normalizeH="0" baseline="0" noProof="0" smtClean="0">
                <a:ln>
                  <a:noFill/>
                </a:ln>
                <a:solidFill>
                  <a:prstClr val="white"/>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10/9/2024</a:t>
            </a:fld>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6" name="Footer Placeholder 5"/>
          <p:cNvSpPr>
            <a:spLocks noGrp="1"/>
          </p:cNvSpPr>
          <p:nvPr>
            <p:ph type="ftr" sz="quarter" idx="11"/>
          </p:nvPr>
        </p:nvSpPr>
        <p:spPr>
          <a:xfrm>
            <a:off x="594360" y="379438"/>
            <a:ext cx="4830656"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white">
                  <a:tint val="75000"/>
                </a:prstClr>
              </a:solidFill>
              <a:effectLst/>
              <a:uLnTx/>
              <a:uFillTx/>
              <a:latin typeface="Arial"/>
              <a:ea typeface="+mn-ea"/>
              <a:cs typeface="+mn-cs"/>
            </a:endParaRPr>
          </a:p>
        </p:txBody>
      </p:sp>
      <p:sp>
        <p:nvSpPr>
          <p:cNvPr id="7" name="Slide Number Placeholder 6"/>
          <p:cNvSpPr>
            <a:spLocks noGrp="1"/>
          </p:cNvSpPr>
          <p:nvPr>
            <p:ph type="sldNum" sz="quarter" idx="12"/>
          </p:nvPr>
        </p:nvSpPr>
        <p:spPr>
          <a:xfrm>
            <a:off x="7882466" y="381001"/>
            <a:ext cx="667174"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C103D7-7FC1-4B9F-A526-BC88A3C4AA47}" type="slidenum">
              <a:rPr kumimoji="0" lang="en-US" sz="1050" b="0" i="0" u="none" strike="noStrike" kern="1200" cap="none" spc="0" normalizeH="0" baseline="0" noProof="0" smtClean="0">
                <a:ln>
                  <a:noFill/>
                </a:ln>
                <a:solidFill>
                  <a:prstClr val="white">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a:ln>
                <a:noFill/>
              </a:ln>
              <a:solidFill>
                <a:prstClr val="white">
                  <a:tint val="75000"/>
                </a:prstClr>
              </a:solidFill>
              <a:effectLst/>
              <a:uLnTx/>
              <a:uFillTx/>
              <a:latin typeface="Arial"/>
              <a:ea typeface="+mn-ea"/>
              <a:cs typeface="+mn-cs"/>
            </a:endParaRPr>
          </a:p>
        </p:txBody>
      </p:sp>
      <p:sp>
        <p:nvSpPr>
          <p:cNvPr id="13" name="TextBox 12"/>
          <p:cNvSpPr txBox="1"/>
          <p:nvPr/>
        </p:nvSpPr>
        <p:spPr>
          <a:xfrm>
            <a:off x="231458" y="80772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all" spc="0" normalizeH="0" baseline="0" noProof="0" dirty="0">
                <a:ln w="3175" cmpd="sng">
                  <a:noFill/>
                </a:ln>
                <a:solidFill>
                  <a:prstClr val="white"/>
                </a:solidFill>
                <a:effectLst/>
                <a:uLnTx/>
                <a:uFillTx/>
                <a:latin typeface="Arial"/>
                <a:ea typeface="+mn-ea"/>
                <a:cs typeface="+mn-cs"/>
              </a:rPr>
              <a:t>“</a:t>
            </a:r>
          </a:p>
        </p:txBody>
      </p:sp>
      <p:sp>
        <p:nvSpPr>
          <p:cNvPr id="14" name="TextBox 13"/>
          <p:cNvSpPr txBox="1"/>
          <p:nvPr/>
        </p:nvSpPr>
        <p:spPr>
          <a:xfrm>
            <a:off x="8146733" y="302133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all" spc="0" normalizeH="0" baseline="0" noProof="0" dirty="0">
                <a:ln w="3175" cmpd="sng">
                  <a:noFill/>
                </a:ln>
                <a:solidFill>
                  <a:prstClr val="white"/>
                </a:solidFill>
                <a:effectLst/>
                <a:uLnTx/>
                <a:uFillTx/>
                <a:latin typeface="Arial"/>
                <a:ea typeface="+mn-ea"/>
                <a:cs typeface="+mn-cs"/>
              </a:rPr>
              <a:t>”</a:t>
            </a:r>
          </a:p>
        </p:txBody>
      </p:sp>
    </p:spTree>
    <p:extLst>
      <p:ext uri="{BB962C8B-B14F-4D97-AF65-F5344CB8AC3E}">
        <p14:creationId xmlns:p14="http://schemas.microsoft.com/office/powerpoint/2010/main" val="26398702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685800" y="1124702"/>
            <a:ext cx="7774782"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792" y="3648316"/>
            <a:ext cx="7773608"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78884"/>
            <a:ext cx="2183130" cy="365125"/>
          </a:xfrm>
          <a:prstGeom prst="rect">
            <a:avLst/>
          </a:prstGeom>
        </p:spPr>
        <p:txBody>
          <a:bodyPr/>
          <a:lstStyle>
            <a:lvl1pPr algn="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09BB33D-B6EB-4179-B7E2-947C17C510AB}" type="datetimeFigureOut">
              <a:rPr kumimoji="0" lang="en-US" sz="1800" b="0" i="0" u="none" strike="noStrike" kern="1200" cap="none" spc="0" normalizeH="0" baseline="0" noProof="0" smtClean="0">
                <a:ln>
                  <a:noFill/>
                </a:ln>
                <a:solidFill>
                  <a:prstClr val="white"/>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10/9/2024</a:t>
            </a:fld>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6" name="Footer Placeholder 5"/>
          <p:cNvSpPr>
            <a:spLocks noGrp="1"/>
          </p:cNvSpPr>
          <p:nvPr>
            <p:ph type="ftr" sz="quarter" idx="11"/>
          </p:nvPr>
        </p:nvSpPr>
        <p:spPr>
          <a:xfrm>
            <a:off x="594360" y="378884"/>
            <a:ext cx="4830656"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white">
                  <a:tint val="75000"/>
                </a:prstClr>
              </a:solidFill>
              <a:effectLst/>
              <a:uLnTx/>
              <a:uFillTx/>
              <a:latin typeface="Arial"/>
              <a:ea typeface="+mn-ea"/>
              <a:cs typeface="+mn-cs"/>
            </a:endParaRPr>
          </a:p>
        </p:txBody>
      </p:sp>
      <p:sp>
        <p:nvSpPr>
          <p:cNvPr id="7" name="Slide Number Placeholder 6"/>
          <p:cNvSpPr>
            <a:spLocks noGrp="1"/>
          </p:cNvSpPr>
          <p:nvPr>
            <p:ph type="sldNum" sz="quarter" idx="12"/>
          </p:nvPr>
        </p:nvSpPr>
        <p:spPr>
          <a:xfrm>
            <a:off x="7882466" y="381001"/>
            <a:ext cx="667174"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C103D7-7FC1-4B9F-A526-BC88A3C4AA47}" type="slidenum">
              <a:rPr kumimoji="0" lang="en-US" sz="1050" b="0" i="0" u="none" strike="noStrike" kern="1200" cap="none" spc="0" normalizeH="0" baseline="0" noProof="0" smtClean="0">
                <a:ln>
                  <a:noFill/>
                </a:ln>
                <a:solidFill>
                  <a:prstClr val="white">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a:ln>
                <a:noFill/>
              </a:ln>
              <a:solidFill>
                <a:prstClr val="white">
                  <a:tint val="75000"/>
                </a:prstClr>
              </a:solidFill>
              <a:effectLst/>
              <a:uLnTx/>
              <a:uFillTx/>
              <a:latin typeface="Arial"/>
              <a:ea typeface="+mn-ea"/>
              <a:cs typeface="+mn-cs"/>
            </a:endParaRPr>
          </a:p>
        </p:txBody>
      </p:sp>
    </p:spTree>
    <p:extLst>
      <p:ext uri="{BB962C8B-B14F-4D97-AF65-F5344CB8AC3E}">
        <p14:creationId xmlns:p14="http://schemas.microsoft.com/office/powerpoint/2010/main" val="144699228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171701" y="762000"/>
            <a:ext cx="637793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594361" y="2202080"/>
            <a:ext cx="2560320"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59436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02237" y="2201333"/>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00781" y="2904068"/>
            <a:ext cx="2560320" cy="335957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89319" y="2192866"/>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8932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a:xfrm>
            <a:off x="6412230" y="6356351"/>
            <a:ext cx="213741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09BB33D-B6EB-4179-B7E2-947C17C510AB}" type="datetimeFigureOut">
              <a:rPr kumimoji="0" lang="en-US" sz="18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10/9/2024</a:t>
            </a:fld>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4" name="Footer Placeholder 3"/>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white">
                  <a:tint val="75000"/>
                </a:prstClr>
              </a:solidFill>
              <a:effectLst/>
              <a:uLnTx/>
              <a:uFillTx/>
              <a:latin typeface="Arial"/>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C103D7-7FC1-4B9F-A526-BC88A3C4AA47}" type="slidenum">
              <a:rPr kumimoji="0" lang="en-US" sz="1050" b="0" i="0" u="none" strike="noStrike" kern="1200" cap="none" spc="0" normalizeH="0" baseline="0" noProof="0" smtClean="0">
                <a:ln>
                  <a:noFill/>
                </a:ln>
                <a:solidFill>
                  <a:prstClr val="white">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a:ln>
                <a:noFill/>
              </a:ln>
              <a:solidFill>
                <a:prstClr val="white">
                  <a:tint val="75000"/>
                </a:prstClr>
              </a:solidFill>
              <a:effectLst/>
              <a:uLnTx/>
              <a:uFillTx/>
              <a:latin typeface="Arial"/>
              <a:ea typeface="+mn-ea"/>
              <a:cs typeface="+mn-cs"/>
            </a:endParaRPr>
          </a:p>
        </p:txBody>
      </p:sp>
    </p:spTree>
    <p:extLst>
      <p:ext uri="{BB962C8B-B14F-4D97-AF65-F5344CB8AC3E}">
        <p14:creationId xmlns:p14="http://schemas.microsoft.com/office/powerpoint/2010/main" val="236495621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171702" y="762000"/>
            <a:ext cx="6381984"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94360"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594360" y="2331720"/>
            <a:ext cx="2560320" cy="15073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594360" y="4796103"/>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291873"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291872" y="2331720"/>
            <a:ext cx="2560320" cy="1509862"/>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290858" y="4796102"/>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93365"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993364" y="2331721"/>
            <a:ext cx="2560320" cy="1508919"/>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93272" y="4796100"/>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a:xfrm>
            <a:off x="6412230" y="6356351"/>
            <a:ext cx="213741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09BB33D-B6EB-4179-B7E2-947C17C510AB}" type="datetimeFigureOut">
              <a:rPr kumimoji="0" lang="en-US" sz="18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10/9/2024</a:t>
            </a:fld>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4" name="Footer Placeholder 3"/>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white">
                  <a:tint val="75000"/>
                </a:prstClr>
              </a:solidFill>
              <a:effectLst/>
              <a:uLnTx/>
              <a:uFillTx/>
              <a:latin typeface="Arial"/>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C103D7-7FC1-4B9F-A526-BC88A3C4AA47}" type="slidenum">
              <a:rPr kumimoji="0" lang="en-US" sz="1050" b="0" i="0" u="none" strike="noStrike" kern="1200" cap="none" spc="0" normalizeH="0" baseline="0" noProof="0" smtClean="0">
                <a:ln>
                  <a:noFill/>
                </a:ln>
                <a:solidFill>
                  <a:prstClr val="white">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a:ln>
                <a:noFill/>
              </a:ln>
              <a:solidFill>
                <a:prstClr val="white">
                  <a:tint val="75000"/>
                </a:prstClr>
              </a:solidFill>
              <a:effectLst/>
              <a:uLnTx/>
              <a:uFillTx/>
              <a:latin typeface="Arial"/>
              <a:ea typeface="+mn-ea"/>
              <a:cs typeface="+mn-cs"/>
            </a:endParaRPr>
          </a:p>
        </p:txBody>
      </p:sp>
    </p:spTree>
    <p:extLst>
      <p:ext uri="{BB962C8B-B14F-4D97-AF65-F5344CB8AC3E}">
        <p14:creationId xmlns:p14="http://schemas.microsoft.com/office/powerpoint/2010/main" val="29623998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2194560"/>
            <a:ext cx="7955280" cy="40690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412230" y="6356351"/>
            <a:ext cx="213741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09BB33D-B6EB-4179-B7E2-947C17C510AB}" type="datetimeFigureOut">
              <a:rPr kumimoji="0" lang="en-US" sz="18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10/9/2024</a:t>
            </a:fld>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white">
                  <a:tint val="75000"/>
                </a:prstClr>
              </a:solidFill>
              <a:effectLst/>
              <a:uLnTx/>
              <a:uFillTx/>
              <a:latin typeface="Arial"/>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C103D7-7FC1-4B9F-A526-BC88A3C4AA47}" type="slidenum">
              <a:rPr kumimoji="0" lang="en-US" sz="1050" b="0" i="0" u="none" strike="noStrike" kern="1200" cap="none" spc="0" normalizeH="0" baseline="0" noProof="0" smtClean="0">
                <a:ln>
                  <a:noFill/>
                </a:ln>
                <a:solidFill>
                  <a:prstClr val="white">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a:ln>
                <a:noFill/>
              </a:ln>
              <a:solidFill>
                <a:prstClr val="white">
                  <a:tint val="75000"/>
                </a:prstClr>
              </a:solidFill>
              <a:effectLst/>
              <a:uLnTx/>
              <a:uFillTx/>
              <a:latin typeface="Arial"/>
              <a:ea typeface="+mn-ea"/>
              <a:cs typeface="+mn-cs"/>
            </a:endParaRPr>
          </a:p>
        </p:txBody>
      </p:sp>
    </p:spTree>
    <p:extLst>
      <p:ext uri="{BB962C8B-B14F-4D97-AF65-F5344CB8AC3E}">
        <p14:creationId xmlns:p14="http://schemas.microsoft.com/office/powerpoint/2010/main" val="237835853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Vertical Title 1"/>
          <p:cNvSpPr>
            <a:spLocks noGrp="1"/>
          </p:cNvSpPr>
          <p:nvPr>
            <p:ph type="title" orient="vert"/>
          </p:nvPr>
        </p:nvSpPr>
        <p:spPr>
          <a:xfrm>
            <a:off x="7006590" y="747183"/>
            <a:ext cx="1543050" cy="4248675"/>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746126"/>
            <a:ext cx="6278035" cy="424973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562176" y="381001"/>
            <a:ext cx="2183130" cy="365125"/>
          </a:xfrm>
          <a:prstGeom prst="rect">
            <a:avLst/>
          </a:prstGeom>
        </p:spPr>
        <p:txBody>
          <a:bodyPr/>
          <a:lstStyle>
            <a:lvl1pPr algn="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09BB33D-B6EB-4179-B7E2-947C17C510AB}" type="datetimeFigureOut">
              <a:rPr kumimoji="0" lang="en-US" sz="1800" b="0" i="0" u="none" strike="noStrike" kern="1200" cap="none" spc="0" normalizeH="0" baseline="0" noProof="0" smtClean="0">
                <a:ln>
                  <a:noFill/>
                </a:ln>
                <a:solidFill>
                  <a:prstClr val="white"/>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10/9/2024</a:t>
            </a:fld>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5" name="Footer Placeholder 4"/>
          <p:cNvSpPr>
            <a:spLocks noGrp="1"/>
          </p:cNvSpPr>
          <p:nvPr>
            <p:ph type="ftr" sz="quarter" idx="11"/>
          </p:nvPr>
        </p:nvSpPr>
        <p:spPr>
          <a:xfrm>
            <a:off x="594360" y="381001"/>
            <a:ext cx="4830656"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white">
                  <a:tint val="75000"/>
                </a:prstClr>
              </a:solidFill>
              <a:effectLst/>
              <a:uLnTx/>
              <a:uFillTx/>
              <a:latin typeface="Arial"/>
              <a:ea typeface="+mn-ea"/>
              <a:cs typeface="+mn-cs"/>
            </a:endParaRPr>
          </a:p>
        </p:txBody>
      </p:sp>
      <p:sp>
        <p:nvSpPr>
          <p:cNvPr id="6" name="Slide Number Placeholder 5"/>
          <p:cNvSpPr>
            <a:spLocks noGrp="1"/>
          </p:cNvSpPr>
          <p:nvPr>
            <p:ph type="sldNum" sz="quarter" idx="12"/>
          </p:nvPr>
        </p:nvSpPr>
        <p:spPr>
          <a:xfrm>
            <a:off x="7882466" y="381001"/>
            <a:ext cx="667174"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C103D7-7FC1-4B9F-A526-BC88A3C4AA47}" type="slidenum">
              <a:rPr kumimoji="0" lang="en-US" sz="1050" b="0" i="0" u="none" strike="noStrike" kern="1200" cap="none" spc="0" normalizeH="0" baseline="0" noProof="0" smtClean="0">
                <a:ln>
                  <a:noFill/>
                </a:ln>
                <a:solidFill>
                  <a:prstClr val="white">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a:ln>
                <a:noFill/>
              </a:ln>
              <a:solidFill>
                <a:prstClr val="white">
                  <a:tint val="75000"/>
                </a:prstClr>
              </a:solidFill>
              <a:effectLst/>
              <a:uLnTx/>
              <a:uFillTx/>
              <a:latin typeface="Arial"/>
              <a:ea typeface="+mn-ea"/>
              <a:cs typeface="+mn-cs"/>
            </a:endParaRPr>
          </a:p>
        </p:txBody>
      </p:sp>
    </p:spTree>
    <p:extLst>
      <p:ext uri="{BB962C8B-B14F-4D97-AF65-F5344CB8AC3E}">
        <p14:creationId xmlns:p14="http://schemas.microsoft.com/office/powerpoint/2010/main" val="38526755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theme" Target="../theme/theme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9.xml"/><Relationship Id="rId13" Type="http://schemas.openxmlformats.org/officeDocument/2006/relationships/slideLayout" Target="../slideLayouts/slideLayout44.xml"/><Relationship Id="rId18" Type="http://schemas.openxmlformats.org/officeDocument/2006/relationships/theme" Target="../theme/theme3.xml"/><Relationship Id="rId3" Type="http://schemas.openxmlformats.org/officeDocument/2006/relationships/slideLayout" Target="../slideLayouts/slideLayout34.xml"/><Relationship Id="rId7" Type="http://schemas.openxmlformats.org/officeDocument/2006/relationships/slideLayout" Target="../slideLayouts/slideLayout38.xml"/><Relationship Id="rId12" Type="http://schemas.openxmlformats.org/officeDocument/2006/relationships/slideLayout" Target="../slideLayouts/slideLayout43.xml"/><Relationship Id="rId17" Type="http://schemas.openxmlformats.org/officeDocument/2006/relationships/slideLayout" Target="../slideLayouts/slideLayout48.xml"/><Relationship Id="rId2" Type="http://schemas.openxmlformats.org/officeDocument/2006/relationships/slideLayout" Target="../slideLayouts/slideLayout33.xml"/><Relationship Id="rId16" Type="http://schemas.openxmlformats.org/officeDocument/2006/relationships/slideLayout" Target="../slideLayouts/slideLayout47.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5" Type="http://schemas.openxmlformats.org/officeDocument/2006/relationships/slideLayout" Target="../slideLayouts/slideLayout36.xml"/><Relationship Id="rId15" Type="http://schemas.openxmlformats.org/officeDocument/2006/relationships/slideLayout" Target="../slideLayouts/slideLayout46.xml"/><Relationship Id="rId10" Type="http://schemas.openxmlformats.org/officeDocument/2006/relationships/slideLayout" Target="../slideLayouts/slideLayout41.xml"/><Relationship Id="rId19" Type="http://schemas.openxmlformats.org/officeDocument/2006/relationships/image" Target="../media/image1.png"/><Relationship Id="rId4" Type="http://schemas.openxmlformats.org/officeDocument/2006/relationships/slideLayout" Target="../slideLayouts/slideLayout35.xml"/><Relationship Id="rId9" Type="http://schemas.openxmlformats.org/officeDocument/2006/relationships/slideLayout" Target="../slideLayouts/slideLayout40.xml"/><Relationship Id="rId14" Type="http://schemas.openxmlformats.org/officeDocument/2006/relationships/slideLayout" Target="../slideLayouts/slideLayout4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slideLayout" Target="../slideLayouts/slideLayout61.xml"/><Relationship Id="rId18" Type="http://schemas.openxmlformats.org/officeDocument/2006/relationships/theme" Target="../theme/theme4.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17" Type="http://schemas.openxmlformats.org/officeDocument/2006/relationships/slideLayout" Target="../slideLayouts/slideLayout65.xml"/><Relationship Id="rId2" Type="http://schemas.openxmlformats.org/officeDocument/2006/relationships/slideLayout" Target="../slideLayouts/slideLayout50.xml"/><Relationship Id="rId16" Type="http://schemas.openxmlformats.org/officeDocument/2006/relationships/slideLayout" Target="../slideLayouts/slideLayout64.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5" Type="http://schemas.openxmlformats.org/officeDocument/2006/relationships/slideLayout" Target="../slideLayouts/slideLayout63.xml"/><Relationship Id="rId10" Type="http://schemas.openxmlformats.org/officeDocument/2006/relationships/slideLayout" Target="../slideLayouts/slideLayout58.xml"/><Relationship Id="rId19" Type="http://schemas.openxmlformats.org/officeDocument/2006/relationships/image" Target="../media/image1.png"/><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1081088"/>
          </a:xfrm>
          <a:prstGeom prst="rect">
            <a:avLst/>
          </a:prstGeom>
        </p:spPr>
      </p:pic>
      <p:sp>
        <p:nvSpPr>
          <p:cNvPr id="2" name="Title Placeholder 1"/>
          <p:cNvSpPr>
            <a:spLocks noGrp="1"/>
          </p:cNvSpPr>
          <p:nvPr>
            <p:ph type="title"/>
          </p:nvPr>
        </p:nvSpPr>
        <p:spPr>
          <a:xfrm>
            <a:off x="2171700" y="381001"/>
            <a:ext cx="6377940" cy="1293028"/>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36880" y="1674029"/>
            <a:ext cx="8321040" cy="477757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594360" y="6355846"/>
            <a:ext cx="568071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solidFill>
                <a:prstClr val="white">
                  <a:tint val="75000"/>
                </a:prstClr>
              </a:solidFill>
            </a:endParaRPr>
          </a:p>
        </p:txBody>
      </p:sp>
      <p:sp>
        <p:nvSpPr>
          <p:cNvPr id="6" name="Slide Number Placeholder 5"/>
          <p:cNvSpPr>
            <a:spLocks noGrp="1"/>
          </p:cNvSpPr>
          <p:nvPr>
            <p:ph type="sldNum" sz="quarter" idx="4"/>
          </p:nvPr>
        </p:nvSpPr>
        <p:spPr>
          <a:xfrm>
            <a:off x="0" y="0"/>
            <a:ext cx="1977390" cy="365125"/>
          </a:xfrm>
          <a:prstGeom prst="rect">
            <a:avLst/>
          </a:prstGeom>
        </p:spPr>
        <p:txBody>
          <a:bodyPr vert="horz" lIns="91440" tIns="45720" rIns="91440" bIns="45720" rtlCol="0" anchor="ctr"/>
          <a:lstStyle>
            <a:lvl1pPr algn="l">
              <a:defRPr sz="1200" b="1">
                <a:solidFill>
                  <a:schemeClr val="bg1"/>
                </a:solidFill>
              </a:defRPr>
            </a:lvl1pPr>
          </a:lstStyle>
          <a:p>
            <a:fld id="{63C103D7-7FC1-4B9F-A526-BC88A3C4AA47}" type="slidenum">
              <a:rPr lang="en-US" smtClean="0"/>
              <a:pPr/>
              <a:t>‹#›</a:t>
            </a:fld>
            <a:endParaRPr lang="en-US"/>
          </a:p>
        </p:txBody>
      </p:sp>
    </p:spTree>
    <p:extLst>
      <p:ext uri="{BB962C8B-B14F-4D97-AF65-F5344CB8AC3E}">
        <p14:creationId xmlns:p14="http://schemas.microsoft.com/office/powerpoint/2010/main" val="3504424874"/>
      </p:ext>
    </p:extLst>
  </p:cSld>
  <p:clrMap bg1="lt1" tx1="dk1" bg2="lt2" tx2="dk2" accent1="accent1" accent2="accent2" accent3="accent3" accent4="accent4" accent5="accent5" accent6="accent6" hlink="hlink" folHlink="folHlink"/>
  <p:sldLayoutIdLst>
    <p:sldLayoutId id="2147484028" r:id="rId1"/>
    <p:sldLayoutId id="2147484029" r:id="rId2"/>
    <p:sldLayoutId id="2147484030" r:id="rId3"/>
    <p:sldLayoutId id="2147484031" r:id="rId4"/>
    <p:sldLayoutId id="2147484032" r:id="rId5"/>
    <p:sldLayoutId id="2147484033" r:id="rId6"/>
    <p:sldLayoutId id="2147484034" r:id="rId7"/>
    <p:sldLayoutId id="2147484035" r:id="rId8"/>
    <p:sldLayoutId id="2147484036" r:id="rId9"/>
    <p:sldLayoutId id="2147484037" r:id="rId10"/>
    <p:sldLayoutId id="2147484038" r:id="rId11"/>
    <p:sldLayoutId id="2147484039" r:id="rId12"/>
    <p:sldLayoutId id="2147484040" r:id="rId13"/>
    <p:sldLayoutId id="2147484041" r:id="rId14"/>
    <p:sldLayoutId id="2147484042" r:id="rId15"/>
    <p:sldLayoutId id="2147484043" r:id="rId16"/>
    <p:sldLayoutId id="2147484044" r:id="rId17"/>
  </p:sldLayoutIdLst>
  <p:hf hdr="0" ftr="0" dt="0"/>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8" name="Rectangle 27"/>
          <p:cNvSpPr>
            <a:spLocks noChangeArrowheads="1"/>
          </p:cNvSpPr>
          <p:nvPr userDrawn="1"/>
        </p:nvSpPr>
        <p:spPr bwMode="auto">
          <a:xfrm>
            <a:off x="0" y="6583680"/>
            <a:ext cx="9144000" cy="274320"/>
          </a:xfrm>
          <a:prstGeom prst="rect">
            <a:avLst/>
          </a:prstGeom>
          <a:solidFill>
            <a:srgbClr val="335359"/>
          </a:solidFill>
          <a:ln>
            <a:solidFill>
              <a:srgbClr val="335359"/>
            </a:solidFill>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026" name="Rectangle 27"/>
          <p:cNvSpPr>
            <a:spLocks noChangeArrowheads="1"/>
          </p:cNvSpPr>
          <p:nvPr userDrawn="1"/>
        </p:nvSpPr>
        <p:spPr bwMode="auto">
          <a:xfrm>
            <a:off x="0" y="0"/>
            <a:ext cx="9144000" cy="1219200"/>
          </a:xfrm>
          <a:prstGeom prst="rect">
            <a:avLst/>
          </a:prstGeom>
          <a:solidFill>
            <a:srgbClr val="335359"/>
          </a:solidFill>
          <a:ln>
            <a:noFill/>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sz="1600">
              <a:solidFill>
                <a:srgbClr val="000000"/>
              </a:solidFill>
            </a:endParaRPr>
          </a:p>
        </p:txBody>
      </p:sp>
      <p:sp>
        <p:nvSpPr>
          <p:cNvPr id="1029" name="Rectangle 21"/>
          <p:cNvSpPr>
            <a:spLocks noGrp="1" noChangeArrowheads="1"/>
          </p:cNvSpPr>
          <p:nvPr>
            <p:ph type="title"/>
          </p:nvPr>
        </p:nvSpPr>
        <p:spPr bwMode="auto">
          <a:xfrm>
            <a:off x="228600" y="120650"/>
            <a:ext cx="7239000" cy="106680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vert="horz" wrap="square" lIns="91440" tIns="91440" rIns="91440" bIns="91440" numCol="1" anchor="ctr" anchorCtr="0" compatLnSpc="1">
            <a:prstTxWarp prst="textNoShape">
              <a:avLst/>
            </a:prstTxWarp>
          </a:bodyPr>
          <a:lstStyle/>
          <a:p>
            <a:pPr lvl="0"/>
            <a:r>
              <a:rPr lang="en-US" dirty="0"/>
              <a:t>Click to edit Master title style</a:t>
            </a:r>
          </a:p>
        </p:txBody>
      </p:sp>
      <p:sp>
        <p:nvSpPr>
          <p:cNvPr id="1030" name="Rectangle 22"/>
          <p:cNvSpPr>
            <a:spLocks noGrp="1" noChangeArrowheads="1"/>
          </p:cNvSpPr>
          <p:nvPr>
            <p:ph type="body" idx="1"/>
          </p:nvPr>
        </p:nvSpPr>
        <p:spPr bwMode="auto">
          <a:xfrm>
            <a:off x="228600" y="1449729"/>
            <a:ext cx="8686800" cy="538270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47" name="Rectangle 23"/>
          <p:cNvSpPr>
            <a:spLocks noGrp="1" noChangeArrowheads="1"/>
          </p:cNvSpPr>
          <p:nvPr>
            <p:ph type="sldNum" sz="quarter" idx="4"/>
          </p:nvPr>
        </p:nvSpPr>
        <p:spPr bwMode="auto">
          <a:xfrm>
            <a:off x="8606191" y="6625590"/>
            <a:ext cx="339725" cy="1905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18288" rIns="91440" bIns="18288" numCol="1" anchor="ctr" anchorCtr="0" compatLnSpc="1">
            <a:prstTxWarp prst="textNoShape">
              <a:avLst/>
            </a:prstTxWarp>
            <a:spAutoFit/>
          </a:bodyPr>
          <a:lstStyle>
            <a:lvl1pPr algn="r">
              <a:defRPr sz="1000" b="1" smtClean="0">
                <a:solidFill>
                  <a:srgbClr val="F7D300"/>
                </a:solidFill>
              </a:defRPr>
            </a:lvl1pPr>
          </a:lstStyle>
          <a:p>
            <a:pPr fontAlgn="base">
              <a:spcBef>
                <a:spcPct val="0"/>
              </a:spcBef>
              <a:spcAft>
                <a:spcPct val="0"/>
              </a:spcAft>
              <a:defRPr/>
            </a:pPr>
            <a:fld id="{473E995E-6982-4670-AE9E-E91CD3C76706}" type="slidenum">
              <a:rPr lang="en-US"/>
              <a:pPr fontAlgn="base">
                <a:spcBef>
                  <a:spcPct val="0"/>
                </a:spcBef>
                <a:spcAft>
                  <a:spcPct val="0"/>
                </a:spcAft>
                <a:defRPr/>
              </a:pPr>
              <a:t>‹#›</a:t>
            </a:fld>
            <a:endParaRPr lang="en-US" dirty="0"/>
          </a:p>
        </p:txBody>
      </p:sp>
      <p:grpSp>
        <p:nvGrpSpPr>
          <p:cNvPr id="12" name="Group 11"/>
          <p:cNvGrpSpPr/>
          <p:nvPr userDrawn="1"/>
        </p:nvGrpSpPr>
        <p:grpSpPr>
          <a:xfrm>
            <a:off x="7848600" y="76200"/>
            <a:ext cx="1143000" cy="990600"/>
            <a:chOff x="7687152" y="136449"/>
            <a:chExt cx="1221083" cy="1192649"/>
          </a:xfrm>
          <a:effectLst>
            <a:outerShdw blurRad="50800" dist="38100" algn="l" rotWithShape="0">
              <a:prstClr val="black">
                <a:alpha val="40000"/>
              </a:prstClr>
            </a:outerShdw>
          </a:effectLst>
        </p:grpSpPr>
        <p:sp>
          <p:nvSpPr>
            <p:cNvPr id="4" name="AutoShape 3"/>
            <p:cNvSpPr>
              <a:spLocks noChangeAspect="1" noChangeArrowheads="1" noTextEdit="1"/>
            </p:cNvSpPr>
            <p:nvPr userDrawn="1"/>
          </p:nvSpPr>
          <p:spPr bwMode="auto">
            <a:xfrm rot="1164575">
              <a:off x="7687152" y="196992"/>
              <a:ext cx="1221083" cy="1071563"/>
            </a:xfrm>
            <a:prstGeom prst="rect">
              <a:avLst/>
            </a:prstGeom>
            <a:noFill/>
            <a:ln>
              <a:noFill/>
            </a:ln>
            <a:scene3d>
              <a:camera prst="orthographicFront"/>
              <a:lightRig rig="threePt" dir="t"/>
            </a:scene3d>
            <a:sp3d>
              <a:bevelT/>
            </a:sp3d>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5" name="Freeform 5"/>
            <p:cNvSpPr>
              <a:spLocks/>
            </p:cNvSpPr>
            <p:nvPr userDrawn="1"/>
          </p:nvSpPr>
          <p:spPr bwMode="auto">
            <a:xfrm rot="1164575">
              <a:off x="7734223" y="244063"/>
              <a:ext cx="1126941" cy="977421"/>
            </a:xfrm>
            <a:custGeom>
              <a:avLst/>
              <a:gdLst>
                <a:gd name="T0" fmla="*/ 204 w 814"/>
                <a:gd name="T1" fmla="*/ 706 h 706"/>
                <a:gd name="T2" fmla="*/ 0 w 814"/>
                <a:gd name="T3" fmla="*/ 352 h 706"/>
                <a:gd name="T4" fmla="*/ 204 w 814"/>
                <a:gd name="T5" fmla="*/ 0 h 706"/>
                <a:gd name="T6" fmla="*/ 612 w 814"/>
                <a:gd name="T7" fmla="*/ 0 h 706"/>
                <a:gd name="T8" fmla="*/ 814 w 814"/>
                <a:gd name="T9" fmla="*/ 352 h 706"/>
                <a:gd name="T10" fmla="*/ 612 w 814"/>
                <a:gd name="T11" fmla="*/ 706 h 706"/>
                <a:gd name="T12" fmla="*/ 204 w 814"/>
                <a:gd name="T13" fmla="*/ 706 h 706"/>
              </a:gdLst>
              <a:ahLst/>
              <a:cxnLst>
                <a:cxn ang="0">
                  <a:pos x="T0" y="T1"/>
                </a:cxn>
                <a:cxn ang="0">
                  <a:pos x="T2" y="T3"/>
                </a:cxn>
                <a:cxn ang="0">
                  <a:pos x="T4" y="T5"/>
                </a:cxn>
                <a:cxn ang="0">
                  <a:pos x="T6" y="T7"/>
                </a:cxn>
                <a:cxn ang="0">
                  <a:pos x="T8" y="T9"/>
                </a:cxn>
                <a:cxn ang="0">
                  <a:pos x="T10" y="T11"/>
                </a:cxn>
                <a:cxn ang="0">
                  <a:pos x="T12" y="T13"/>
                </a:cxn>
              </a:cxnLst>
              <a:rect l="0" t="0" r="r" b="b"/>
              <a:pathLst>
                <a:path w="814" h="706">
                  <a:moveTo>
                    <a:pt x="204" y="706"/>
                  </a:moveTo>
                  <a:lnTo>
                    <a:pt x="0" y="352"/>
                  </a:lnTo>
                  <a:lnTo>
                    <a:pt x="204" y="0"/>
                  </a:lnTo>
                  <a:lnTo>
                    <a:pt x="612" y="0"/>
                  </a:lnTo>
                  <a:lnTo>
                    <a:pt x="814" y="352"/>
                  </a:lnTo>
                  <a:lnTo>
                    <a:pt x="612" y="706"/>
                  </a:lnTo>
                  <a:lnTo>
                    <a:pt x="204" y="706"/>
                  </a:lnTo>
                  <a:close/>
                </a:path>
              </a:pathLst>
            </a:custGeom>
            <a:noFill/>
            <a:ln w="28575">
              <a:solidFill>
                <a:srgbClr val="FCEA10"/>
              </a:solidFill>
              <a:prstDash val="solid"/>
              <a:round/>
              <a:headEnd/>
              <a:tailEnd/>
            </a:ln>
            <a:scene3d>
              <a:camera prst="orthographicFront"/>
              <a:lightRig rig="threePt" dir="t"/>
            </a:scene3d>
            <a:sp3d>
              <a:bevelT/>
            </a:sp3d>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6" name="Freeform 6"/>
            <p:cNvSpPr>
              <a:spLocks/>
            </p:cNvSpPr>
            <p:nvPr userDrawn="1"/>
          </p:nvSpPr>
          <p:spPr bwMode="auto">
            <a:xfrm rot="1164575">
              <a:off x="8361513" y="1246031"/>
              <a:ext cx="80298" cy="83067"/>
            </a:xfrm>
            <a:custGeom>
              <a:avLst/>
              <a:gdLst>
                <a:gd name="T0" fmla="*/ 58 w 58"/>
                <a:gd name="T1" fmla="*/ 30 h 60"/>
                <a:gd name="T2" fmla="*/ 58 w 58"/>
                <a:gd name="T3" fmla="*/ 30 h 60"/>
                <a:gd name="T4" fmla="*/ 58 w 58"/>
                <a:gd name="T5" fmla="*/ 36 h 60"/>
                <a:gd name="T6" fmla="*/ 56 w 58"/>
                <a:gd name="T7" fmla="*/ 42 h 60"/>
                <a:gd name="T8" fmla="*/ 50 w 58"/>
                <a:gd name="T9" fmla="*/ 50 h 60"/>
                <a:gd name="T10" fmla="*/ 40 w 58"/>
                <a:gd name="T11" fmla="*/ 58 h 60"/>
                <a:gd name="T12" fmla="*/ 36 w 58"/>
                <a:gd name="T13" fmla="*/ 58 h 60"/>
                <a:gd name="T14" fmla="*/ 30 w 58"/>
                <a:gd name="T15" fmla="*/ 60 h 60"/>
                <a:gd name="T16" fmla="*/ 30 w 58"/>
                <a:gd name="T17" fmla="*/ 60 h 60"/>
                <a:gd name="T18" fmla="*/ 24 w 58"/>
                <a:gd name="T19" fmla="*/ 58 h 60"/>
                <a:gd name="T20" fmla="*/ 18 w 58"/>
                <a:gd name="T21" fmla="*/ 58 h 60"/>
                <a:gd name="T22" fmla="*/ 8 w 58"/>
                <a:gd name="T23" fmla="*/ 50 h 60"/>
                <a:gd name="T24" fmla="*/ 2 w 58"/>
                <a:gd name="T25" fmla="*/ 42 h 60"/>
                <a:gd name="T26" fmla="*/ 0 w 58"/>
                <a:gd name="T27" fmla="*/ 36 h 60"/>
                <a:gd name="T28" fmla="*/ 0 w 58"/>
                <a:gd name="T29" fmla="*/ 30 h 60"/>
                <a:gd name="T30" fmla="*/ 0 w 58"/>
                <a:gd name="T31" fmla="*/ 30 h 60"/>
                <a:gd name="T32" fmla="*/ 0 w 58"/>
                <a:gd name="T33" fmla="*/ 24 h 60"/>
                <a:gd name="T34" fmla="*/ 2 w 58"/>
                <a:gd name="T35" fmla="*/ 18 h 60"/>
                <a:gd name="T36" fmla="*/ 8 w 58"/>
                <a:gd name="T37" fmla="*/ 10 h 60"/>
                <a:gd name="T38" fmla="*/ 18 w 58"/>
                <a:gd name="T39" fmla="*/ 2 h 60"/>
                <a:gd name="T40" fmla="*/ 24 w 58"/>
                <a:gd name="T41" fmla="*/ 2 h 60"/>
                <a:gd name="T42" fmla="*/ 30 w 58"/>
                <a:gd name="T43" fmla="*/ 0 h 60"/>
                <a:gd name="T44" fmla="*/ 30 w 58"/>
                <a:gd name="T45" fmla="*/ 0 h 60"/>
                <a:gd name="T46" fmla="*/ 36 w 58"/>
                <a:gd name="T47" fmla="*/ 2 h 60"/>
                <a:gd name="T48" fmla="*/ 40 w 58"/>
                <a:gd name="T49" fmla="*/ 2 h 60"/>
                <a:gd name="T50" fmla="*/ 50 w 58"/>
                <a:gd name="T51" fmla="*/ 10 h 60"/>
                <a:gd name="T52" fmla="*/ 56 w 58"/>
                <a:gd name="T53" fmla="*/ 18 h 60"/>
                <a:gd name="T54" fmla="*/ 58 w 58"/>
                <a:gd name="T55" fmla="*/ 24 h 60"/>
                <a:gd name="T56" fmla="*/ 58 w 58"/>
                <a:gd name="T57" fmla="*/ 30 h 60"/>
                <a:gd name="T58" fmla="*/ 58 w 58"/>
                <a:gd name="T59" fmla="*/ 3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58" y="30"/>
                  </a:moveTo>
                  <a:lnTo>
                    <a:pt x="58" y="30"/>
                  </a:lnTo>
                  <a:lnTo>
                    <a:pt x="58" y="36"/>
                  </a:lnTo>
                  <a:lnTo>
                    <a:pt x="56" y="42"/>
                  </a:lnTo>
                  <a:lnTo>
                    <a:pt x="50" y="50"/>
                  </a:lnTo>
                  <a:lnTo>
                    <a:pt x="40" y="58"/>
                  </a:lnTo>
                  <a:lnTo>
                    <a:pt x="36" y="58"/>
                  </a:lnTo>
                  <a:lnTo>
                    <a:pt x="30" y="60"/>
                  </a:lnTo>
                  <a:lnTo>
                    <a:pt x="30" y="60"/>
                  </a:lnTo>
                  <a:lnTo>
                    <a:pt x="24" y="58"/>
                  </a:lnTo>
                  <a:lnTo>
                    <a:pt x="18" y="58"/>
                  </a:lnTo>
                  <a:lnTo>
                    <a:pt x="8" y="50"/>
                  </a:lnTo>
                  <a:lnTo>
                    <a:pt x="2" y="42"/>
                  </a:lnTo>
                  <a:lnTo>
                    <a:pt x="0" y="36"/>
                  </a:lnTo>
                  <a:lnTo>
                    <a:pt x="0" y="30"/>
                  </a:lnTo>
                  <a:lnTo>
                    <a:pt x="0" y="30"/>
                  </a:lnTo>
                  <a:lnTo>
                    <a:pt x="0" y="24"/>
                  </a:lnTo>
                  <a:lnTo>
                    <a:pt x="2" y="18"/>
                  </a:lnTo>
                  <a:lnTo>
                    <a:pt x="8" y="10"/>
                  </a:lnTo>
                  <a:lnTo>
                    <a:pt x="18" y="2"/>
                  </a:lnTo>
                  <a:lnTo>
                    <a:pt x="24" y="2"/>
                  </a:lnTo>
                  <a:lnTo>
                    <a:pt x="30" y="0"/>
                  </a:lnTo>
                  <a:lnTo>
                    <a:pt x="30" y="0"/>
                  </a:lnTo>
                  <a:lnTo>
                    <a:pt x="36" y="2"/>
                  </a:lnTo>
                  <a:lnTo>
                    <a:pt x="40" y="2"/>
                  </a:lnTo>
                  <a:lnTo>
                    <a:pt x="50" y="10"/>
                  </a:lnTo>
                  <a:lnTo>
                    <a:pt x="56" y="18"/>
                  </a:lnTo>
                  <a:lnTo>
                    <a:pt x="58" y="24"/>
                  </a:lnTo>
                  <a:lnTo>
                    <a:pt x="58" y="30"/>
                  </a:lnTo>
                  <a:lnTo>
                    <a:pt x="58" y="30"/>
                  </a:lnTo>
                  <a:close/>
                </a:path>
              </a:pathLst>
            </a:custGeom>
            <a:solidFill>
              <a:srgbClr val="FCEA10"/>
            </a:solidFill>
            <a:ln w="38100">
              <a:solidFill>
                <a:srgbClr val="FCEA10"/>
              </a:solidFill>
              <a:prstDash val="solid"/>
              <a:round/>
              <a:headEnd/>
              <a:tailEnd/>
            </a:ln>
            <a:scene3d>
              <a:camera prst="orthographicFront"/>
              <a:lightRig rig="threePt" dir="t"/>
            </a:scene3d>
            <a:sp3d>
              <a:bevelT/>
            </a:sp3d>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7" name="Freeform 7"/>
            <p:cNvSpPr>
              <a:spLocks/>
            </p:cNvSpPr>
            <p:nvPr userDrawn="1"/>
          </p:nvSpPr>
          <p:spPr bwMode="auto">
            <a:xfrm rot="1164575">
              <a:off x="8790297" y="880336"/>
              <a:ext cx="80298" cy="80298"/>
            </a:xfrm>
            <a:custGeom>
              <a:avLst/>
              <a:gdLst>
                <a:gd name="T0" fmla="*/ 58 w 58"/>
                <a:gd name="T1" fmla="*/ 28 h 58"/>
                <a:gd name="T2" fmla="*/ 58 w 58"/>
                <a:gd name="T3" fmla="*/ 28 h 58"/>
                <a:gd name="T4" fmla="*/ 58 w 58"/>
                <a:gd name="T5" fmla="*/ 34 h 58"/>
                <a:gd name="T6" fmla="*/ 56 w 58"/>
                <a:gd name="T7" fmla="*/ 40 h 58"/>
                <a:gd name="T8" fmla="*/ 50 w 58"/>
                <a:gd name="T9" fmla="*/ 50 h 58"/>
                <a:gd name="T10" fmla="*/ 40 w 58"/>
                <a:gd name="T11" fmla="*/ 56 h 58"/>
                <a:gd name="T12" fmla="*/ 34 w 58"/>
                <a:gd name="T13" fmla="*/ 58 h 58"/>
                <a:gd name="T14" fmla="*/ 28 w 58"/>
                <a:gd name="T15" fmla="*/ 58 h 58"/>
                <a:gd name="T16" fmla="*/ 28 w 58"/>
                <a:gd name="T17" fmla="*/ 58 h 58"/>
                <a:gd name="T18" fmla="*/ 24 w 58"/>
                <a:gd name="T19" fmla="*/ 58 h 58"/>
                <a:gd name="T20" fmla="*/ 18 w 58"/>
                <a:gd name="T21" fmla="*/ 56 h 58"/>
                <a:gd name="T22" fmla="*/ 8 w 58"/>
                <a:gd name="T23" fmla="*/ 50 h 58"/>
                <a:gd name="T24" fmla="*/ 2 w 58"/>
                <a:gd name="T25" fmla="*/ 40 h 58"/>
                <a:gd name="T26" fmla="*/ 0 w 58"/>
                <a:gd name="T27" fmla="*/ 34 h 58"/>
                <a:gd name="T28" fmla="*/ 0 w 58"/>
                <a:gd name="T29" fmla="*/ 28 h 58"/>
                <a:gd name="T30" fmla="*/ 0 w 58"/>
                <a:gd name="T31" fmla="*/ 28 h 58"/>
                <a:gd name="T32" fmla="*/ 0 w 58"/>
                <a:gd name="T33" fmla="*/ 22 h 58"/>
                <a:gd name="T34" fmla="*/ 2 w 58"/>
                <a:gd name="T35" fmla="*/ 18 h 58"/>
                <a:gd name="T36" fmla="*/ 8 w 58"/>
                <a:gd name="T37" fmla="*/ 8 h 58"/>
                <a:gd name="T38" fmla="*/ 18 w 58"/>
                <a:gd name="T39" fmla="*/ 2 h 58"/>
                <a:gd name="T40" fmla="*/ 24 w 58"/>
                <a:gd name="T41" fmla="*/ 0 h 58"/>
                <a:gd name="T42" fmla="*/ 28 w 58"/>
                <a:gd name="T43" fmla="*/ 0 h 58"/>
                <a:gd name="T44" fmla="*/ 28 w 58"/>
                <a:gd name="T45" fmla="*/ 0 h 58"/>
                <a:gd name="T46" fmla="*/ 34 w 58"/>
                <a:gd name="T47" fmla="*/ 0 h 58"/>
                <a:gd name="T48" fmla="*/ 40 w 58"/>
                <a:gd name="T49" fmla="*/ 2 h 58"/>
                <a:gd name="T50" fmla="*/ 50 w 58"/>
                <a:gd name="T51" fmla="*/ 8 h 58"/>
                <a:gd name="T52" fmla="*/ 56 w 58"/>
                <a:gd name="T53" fmla="*/ 18 h 58"/>
                <a:gd name="T54" fmla="*/ 58 w 58"/>
                <a:gd name="T55" fmla="*/ 22 h 58"/>
                <a:gd name="T56" fmla="*/ 58 w 58"/>
                <a:gd name="T57" fmla="*/ 28 h 58"/>
                <a:gd name="T58" fmla="*/ 58 w 58"/>
                <a:gd name="T59" fmla="*/ 28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58" y="28"/>
                  </a:moveTo>
                  <a:lnTo>
                    <a:pt x="58" y="28"/>
                  </a:lnTo>
                  <a:lnTo>
                    <a:pt x="58" y="34"/>
                  </a:lnTo>
                  <a:lnTo>
                    <a:pt x="56" y="40"/>
                  </a:lnTo>
                  <a:lnTo>
                    <a:pt x="50" y="50"/>
                  </a:lnTo>
                  <a:lnTo>
                    <a:pt x="40" y="56"/>
                  </a:lnTo>
                  <a:lnTo>
                    <a:pt x="34" y="58"/>
                  </a:lnTo>
                  <a:lnTo>
                    <a:pt x="28" y="58"/>
                  </a:lnTo>
                  <a:lnTo>
                    <a:pt x="28" y="58"/>
                  </a:lnTo>
                  <a:lnTo>
                    <a:pt x="24" y="58"/>
                  </a:lnTo>
                  <a:lnTo>
                    <a:pt x="18" y="56"/>
                  </a:lnTo>
                  <a:lnTo>
                    <a:pt x="8" y="50"/>
                  </a:lnTo>
                  <a:lnTo>
                    <a:pt x="2" y="40"/>
                  </a:lnTo>
                  <a:lnTo>
                    <a:pt x="0" y="34"/>
                  </a:lnTo>
                  <a:lnTo>
                    <a:pt x="0" y="28"/>
                  </a:lnTo>
                  <a:lnTo>
                    <a:pt x="0" y="28"/>
                  </a:lnTo>
                  <a:lnTo>
                    <a:pt x="0" y="22"/>
                  </a:lnTo>
                  <a:lnTo>
                    <a:pt x="2" y="18"/>
                  </a:lnTo>
                  <a:lnTo>
                    <a:pt x="8" y="8"/>
                  </a:lnTo>
                  <a:lnTo>
                    <a:pt x="18" y="2"/>
                  </a:lnTo>
                  <a:lnTo>
                    <a:pt x="24" y="0"/>
                  </a:lnTo>
                  <a:lnTo>
                    <a:pt x="28" y="0"/>
                  </a:lnTo>
                  <a:lnTo>
                    <a:pt x="28" y="0"/>
                  </a:lnTo>
                  <a:lnTo>
                    <a:pt x="34" y="0"/>
                  </a:lnTo>
                  <a:lnTo>
                    <a:pt x="40" y="2"/>
                  </a:lnTo>
                  <a:lnTo>
                    <a:pt x="50" y="8"/>
                  </a:lnTo>
                  <a:lnTo>
                    <a:pt x="56" y="18"/>
                  </a:lnTo>
                  <a:lnTo>
                    <a:pt x="58" y="22"/>
                  </a:lnTo>
                  <a:lnTo>
                    <a:pt x="58" y="28"/>
                  </a:lnTo>
                  <a:lnTo>
                    <a:pt x="58" y="28"/>
                  </a:lnTo>
                  <a:close/>
                </a:path>
              </a:pathLst>
            </a:custGeom>
            <a:solidFill>
              <a:srgbClr val="FCEA10"/>
            </a:solidFill>
            <a:ln w="38100">
              <a:solidFill>
                <a:srgbClr val="FCEA10"/>
              </a:solidFill>
              <a:prstDash val="solid"/>
              <a:round/>
              <a:headEnd/>
              <a:tailEnd/>
            </a:ln>
            <a:scene3d>
              <a:camera prst="orthographicFront"/>
              <a:lightRig rig="threePt" dir="t"/>
            </a:scene3d>
            <a:sp3d>
              <a:bevelT/>
            </a:sp3d>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8" name="Freeform 8"/>
            <p:cNvSpPr>
              <a:spLocks/>
            </p:cNvSpPr>
            <p:nvPr userDrawn="1"/>
          </p:nvSpPr>
          <p:spPr bwMode="auto">
            <a:xfrm rot="1164575">
              <a:off x="8686328" y="324161"/>
              <a:ext cx="80298" cy="83067"/>
            </a:xfrm>
            <a:custGeom>
              <a:avLst/>
              <a:gdLst>
                <a:gd name="T0" fmla="*/ 58 w 58"/>
                <a:gd name="T1" fmla="*/ 30 h 60"/>
                <a:gd name="T2" fmla="*/ 58 w 58"/>
                <a:gd name="T3" fmla="*/ 30 h 60"/>
                <a:gd name="T4" fmla="*/ 58 w 58"/>
                <a:gd name="T5" fmla="*/ 36 h 60"/>
                <a:gd name="T6" fmla="*/ 56 w 58"/>
                <a:gd name="T7" fmla="*/ 42 h 60"/>
                <a:gd name="T8" fmla="*/ 50 w 58"/>
                <a:gd name="T9" fmla="*/ 50 h 60"/>
                <a:gd name="T10" fmla="*/ 40 w 58"/>
                <a:gd name="T11" fmla="*/ 56 h 60"/>
                <a:gd name="T12" fmla="*/ 36 w 58"/>
                <a:gd name="T13" fmla="*/ 58 h 60"/>
                <a:gd name="T14" fmla="*/ 30 w 58"/>
                <a:gd name="T15" fmla="*/ 60 h 60"/>
                <a:gd name="T16" fmla="*/ 30 w 58"/>
                <a:gd name="T17" fmla="*/ 60 h 60"/>
                <a:gd name="T18" fmla="*/ 24 w 58"/>
                <a:gd name="T19" fmla="*/ 58 h 60"/>
                <a:gd name="T20" fmla="*/ 18 w 58"/>
                <a:gd name="T21" fmla="*/ 56 h 60"/>
                <a:gd name="T22" fmla="*/ 8 w 58"/>
                <a:gd name="T23" fmla="*/ 50 h 60"/>
                <a:gd name="T24" fmla="*/ 2 w 58"/>
                <a:gd name="T25" fmla="*/ 42 h 60"/>
                <a:gd name="T26" fmla="*/ 0 w 58"/>
                <a:gd name="T27" fmla="*/ 36 h 60"/>
                <a:gd name="T28" fmla="*/ 0 w 58"/>
                <a:gd name="T29" fmla="*/ 30 h 60"/>
                <a:gd name="T30" fmla="*/ 0 w 58"/>
                <a:gd name="T31" fmla="*/ 30 h 60"/>
                <a:gd name="T32" fmla="*/ 0 w 58"/>
                <a:gd name="T33" fmla="*/ 24 h 60"/>
                <a:gd name="T34" fmla="*/ 2 w 58"/>
                <a:gd name="T35" fmla="*/ 18 h 60"/>
                <a:gd name="T36" fmla="*/ 8 w 58"/>
                <a:gd name="T37" fmla="*/ 10 h 60"/>
                <a:gd name="T38" fmla="*/ 18 w 58"/>
                <a:gd name="T39" fmla="*/ 2 h 60"/>
                <a:gd name="T40" fmla="*/ 24 w 58"/>
                <a:gd name="T41" fmla="*/ 2 h 60"/>
                <a:gd name="T42" fmla="*/ 30 w 58"/>
                <a:gd name="T43" fmla="*/ 0 h 60"/>
                <a:gd name="T44" fmla="*/ 30 w 58"/>
                <a:gd name="T45" fmla="*/ 0 h 60"/>
                <a:gd name="T46" fmla="*/ 36 w 58"/>
                <a:gd name="T47" fmla="*/ 2 h 60"/>
                <a:gd name="T48" fmla="*/ 40 w 58"/>
                <a:gd name="T49" fmla="*/ 2 h 60"/>
                <a:gd name="T50" fmla="*/ 50 w 58"/>
                <a:gd name="T51" fmla="*/ 10 h 60"/>
                <a:gd name="T52" fmla="*/ 56 w 58"/>
                <a:gd name="T53" fmla="*/ 18 h 60"/>
                <a:gd name="T54" fmla="*/ 58 w 58"/>
                <a:gd name="T55" fmla="*/ 24 h 60"/>
                <a:gd name="T56" fmla="*/ 58 w 58"/>
                <a:gd name="T57" fmla="*/ 30 h 60"/>
                <a:gd name="T58" fmla="*/ 58 w 58"/>
                <a:gd name="T59" fmla="*/ 3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58" y="30"/>
                  </a:moveTo>
                  <a:lnTo>
                    <a:pt x="58" y="30"/>
                  </a:lnTo>
                  <a:lnTo>
                    <a:pt x="58" y="36"/>
                  </a:lnTo>
                  <a:lnTo>
                    <a:pt x="56" y="42"/>
                  </a:lnTo>
                  <a:lnTo>
                    <a:pt x="50" y="50"/>
                  </a:lnTo>
                  <a:lnTo>
                    <a:pt x="40" y="56"/>
                  </a:lnTo>
                  <a:lnTo>
                    <a:pt x="36" y="58"/>
                  </a:lnTo>
                  <a:lnTo>
                    <a:pt x="30" y="60"/>
                  </a:lnTo>
                  <a:lnTo>
                    <a:pt x="30" y="60"/>
                  </a:lnTo>
                  <a:lnTo>
                    <a:pt x="24" y="58"/>
                  </a:lnTo>
                  <a:lnTo>
                    <a:pt x="18" y="56"/>
                  </a:lnTo>
                  <a:lnTo>
                    <a:pt x="8" y="50"/>
                  </a:lnTo>
                  <a:lnTo>
                    <a:pt x="2" y="42"/>
                  </a:lnTo>
                  <a:lnTo>
                    <a:pt x="0" y="36"/>
                  </a:lnTo>
                  <a:lnTo>
                    <a:pt x="0" y="30"/>
                  </a:lnTo>
                  <a:lnTo>
                    <a:pt x="0" y="30"/>
                  </a:lnTo>
                  <a:lnTo>
                    <a:pt x="0" y="24"/>
                  </a:lnTo>
                  <a:lnTo>
                    <a:pt x="2" y="18"/>
                  </a:lnTo>
                  <a:lnTo>
                    <a:pt x="8" y="10"/>
                  </a:lnTo>
                  <a:lnTo>
                    <a:pt x="18" y="2"/>
                  </a:lnTo>
                  <a:lnTo>
                    <a:pt x="24" y="2"/>
                  </a:lnTo>
                  <a:lnTo>
                    <a:pt x="30" y="0"/>
                  </a:lnTo>
                  <a:lnTo>
                    <a:pt x="30" y="0"/>
                  </a:lnTo>
                  <a:lnTo>
                    <a:pt x="36" y="2"/>
                  </a:lnTo>
                  <a:lnTo>
                    <a:pt x="40" y="2"/>
                  </a:lnTo>
                  <a:lnTo>
                    <a:pt x="50" y="10"/>
                  </a:lnTo>
                  <a:lnTo>
                    <a:pt x="56" y="18"/>
                  </a:lnTo>
                  <a:lnTo>
                    <a:pt x="58" y="24"/>
                  </a:lnTo>
                  <a:lnTo>
                    <a:pt x="58" y="30"/>
                  </a:lnTo>
                  <a:lnTo>
                    <a:pt x="58" y="30"/>
                  </a:lnTo>
                  <a:close/>
                </a:path>
              </a:pathLst>
            </a:custGeom>
            <a:solidFill>
              <a:srgbClr val="FCEA10"/>
            </a:solidFill>
            <a:ln w="38100">
              <a:solidFill>
                <a:srgbClr val="FCEA10"/>
              </a:solidFill>
              <a:prstDash val="solid"/>
              <a:round/>
              <a:headEnd/>
              <a:tailEnd/>
            </a:ln>
            <a:scene3d>
              <a:camera prst="orthographicFront"/>
              <a:lightRig rig="threePt" dir="t"/>
            </a:scene3d>
            <a:sp3d>
              <a:bevelT/>
            </a:sp3d>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9" name="Freeform 9"/>
            <p:cNvSpPr>
              <a:spLocks/>
            </p:cNvSpPr>
            <p:nvPr userDrawn="1"/>
          </p:nvSpPr>
          <p:spPr bwMode="auto">
            <a:xfrm rot="1164575">
              <a:off x="8153576" y="136449"/>
              <a:ext cx="80298" cy="83067"/>
            </a:xfrm>
            <a:custGeom>
              <a:avLst/>
              <a:gdLst>
                <a:gd name="T0" fmla="*/ 58 w 58"/>
                <a:gd name="T1" fmla="*/ 30 h 60"/>
                <a:gd name="T2" fmla="*/ 58 w 58"/>
                <a:gd name="T3" fmla="*/ 30 h 60"/>
                <a:gd name="T4" fmla="*/ 58 w 58"/>
                <a:gd name="T5" fmla="*/ 36 h 60"/>
                <a:gd name="T6" fmla="*/ 56 w 58"/>
                <a:gd name="T7" fmla="*/ 42 h 60"/>
                <a:gd name="T8" fmla="*/ 50 w 58"/>
                <a:gd name="T9" fmla="*/ 50 h 60"/>
                <a:gd name="T10" fmla="*/ 40 w 58"/>
                <a:gd name="T11" fmla="*/ 56 h 60"/>
                <a:gd name="T12" fmla="*/ 36 w 58"/>
                <a:gd name="T13" fmla="*/ 58 h 60"/>
                <a:gd name="T14" fmla="*/ 30 w 58"/>
                <a:gd name="T15" fmla="*/ 60 h 60"/>
                <a:gd name="T16" fmla="*/ 30 w 58"/>
                <a:gd name="T17" fmla="*/ 60 h 60"/>
                <a:gd name="T18" fmla="*/ 24 w 58"/>
                <a:gd name="T19" fmla="*/ 58 h 60"/>
                <a:gd name="T20" fmla="*/ 18 w 58"/>
                <a:gd name="T21" fmla="*/ 56 h 60"/>
                <a:gd name="T22" fmla="*/ 8 w 58"/>
                <a:gd name="T23" fmla="*/ 50 h 60"/>
                <a:gd name="T24" fmla="*/ 2 w 58"/>
                <a:gd name="T25" fmla="*/ 42 h 60"/>
                <a:gd name="T26" fmla="*/ 0 w 58"/>
                <a:gd name="T27" fmla="*/ 36 h 60"/>
                <a:gd name="T28" fmla="*/ 0 w 58"/>
                <a:gd name="T29" fmla="*/ 30 h 60"/>
                <a:gd name="T30" fmla="*/ 0 w 58"/>
                <a:gd name="T31" fmla="*/ 30 h 60"/>
                <a:gd name="T32" fmla="*/ 0 w 58"/>
                <a:gd name="T33" fmla="*/ 24 h 60"/>
                <a:gd name="T34" fmla="*/ 2 w 58"/>
                <a:gd name="T35" fmla="*/ 18 h 60"/>
                <a:gd name="T36" fmla="*/ 8 w 58"/>
                <a:gd name="T37" fmla="*/ 10 h 60"/>
                <a:gd name="T38" fmla="*/ 18 w 58"/>
                <a:gd name="T39" fmla="*/ 2 h 60"/>
                <a:gd name="T40" fmla="*/ 24 w 58"/>
                <a:gd name="T41" fmla="*/ 2 h 60"/>
                <a:gd name="T42" fmla="*/ 30 w 58"/>
                <a:gd name="T43" fmla="*/ 0 h 60"/>
                <a:gd name="T44" fmla="*/ 30 w 58"/>
                <a:gd name="T45" fmla="*/ 0 h 60"/>
                <a:gd name="T46" fmla="*/ 36 w 58"/>
                <a:gd name="T47" fmla="*/ 2 h 60"/>
                <a:gd name="T48" fmla="*/ 40 w 58"/>
                <a:gd name="T49" fmla="*/ 2 h 60"/>
                <a:gd name="T50" fmla="*/ 50 w 58"/>
                <a:gd name="T51" fmla="*/ 10 h 60"/>
                <a:gd name="T52" fmla="*/ 56 w 58"/>
                <a:gd name="T53" fmla="*/ 18 h 60"/>
                <a:gd name="T54" fmla="*/ 58 w 58"/>
                <a:gd name="T55" fmla="*/ 24 h 60"/>
                <a:gd name="T56" fmla="*/ 58 w 58"/>
                <a:gd name="T57" fmla="*/ 30 h 60"/>
                <a:gd name="T58" fmla="*/ 58 w 58"/>
                <a:gd name="T59" fmla="*/ 3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58" y="30"/>
                  </a:moveTo>
                  <a:lnTo>
                    <a:pt x="58" y="30"/>
                  </a:lnTo>
                  <a:lnTo>
                    <a:pt x="58" y="36"/>
                  </a:lnTo>
                  <a:lnTo>
                    <a:pt x="56" y="42"/>
                  </a:lnTo>
                  <a:lnTo>
                    <a:pt x="50" y="50"/>
                  </a:lnTo>
                  <a:lnTo>
                    <a:pt x="40" y="56"/>
                  </a:lnTo>
                  <a:lnTo>
                    <a:pt x="36" y="58"/>
                  </a:lnTo>
                  <a:lnTo>
                    <a:pt x="30" y="60"/>
                  </a:lnTo>
                  <a:lnTo>
                    <a:pt x="30" y="60"/>
                  </a:lnTo>
                  <a:lnTo>
                    <a:pt x="24" y="58"/>
                  </a:lnTo>
                  <a:lnTo>
                    <a:pt x="18" y="56"/>
                  </a:lnTo>
                  <a:lnTo>
                    <a:pt x="8" y="50"/>
                  </a:lnTo>
                  <a:lnTo>
                    <a:pt x="2" y="42"/>
                  </a:lnTo>
                  <a:lnTo>
                    <a:pt x="0" y="36"/>
                  </a:lnTo>
                  <a:lnTo>
                    <a:pt x="0" y="30"/>
                  </a:lnTo>
                  <a:lnTo>
                    <a:pt x="0" y="30"/>
                  </a:lnTo>
                  <a:lnTo>
                    <a:pt x="0" y="24"/>
                  </a:lnTo>
                  <a:lnTo>
                    <a:pt x="2" y="18"/>
                  </a:lnTo>
                  <a:lnTo>
                    <a:pt x="8" y="10"/>
                  </a:lnTo>
                  <a:lnTo>
                    <a:pt x="18" y="2"/>
                  </a:lnTo>
                  <a:lnTo>
                    <a:pt x="24" y="2"/>
                  </a:lnTo>
                  <a:lnTo>
                    <a:pt x="30" y="0"/>
                  </a:lnTo>
                  <a:lnTo>
                    <a:pt x="30" y="0"/>
                  </a:lnTo>
                  <a:lnTo>
                    <a:pt x="36" y="2"/>
                  </a:lnTo>
                  <a:lnTo>
                    <a:pt x="40" y="2"/>
                  </a:lnTo>
                  <a:lnTo>
                    <a:pt x="50" y="10"/>
                  </a:lnTo>
                  <a:lnTo>
                    <a:pt x="56" y="18"/>
                  </a:lnTo>
                  <a:lnTo>
                    <a:pt x="58" y="24"/>
                  </a:lnTo>
                  <a:lnTo>
                    <a:pt x="58" y="30"/>
                  </a:lnTo>
                  <a:lnTo>
                    <a:pt x="58" y="30"/>
                  </a:lnTo>
                  <a:close/>
                </a:path>
              </a:pathLst>
            </a:custGeom>
            <a:solidFill>
              <a:srgbClr val="FCEA10"/>
            </a:solidFill>
            <a:ln w="38100">
              <a:solidFill>
                <a:srgbClr val="FCEA10"/>
              </a:solidFill>
              <a:prstDash val="solid"/>
              <a:round/>
              <a:headEnd/>
              <a:tailEnd/>
            </a:ln>
            <a:scene3d>
              <a:camera prst="orthographicFront"/>
              <a:lightRig rig="threePt" dir="t"/>
            </a:scene3d>
            <a:sp3d>
              <a:bevelT/>
            </a:sp3d>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0" name="Freeform 10"/>
            <p:cNvSpPr>
              <a:spLocks/>
            </p:cNvSpPr>
            <p:nvPr userDrawn="1"/>
          </p:nvSpPr>
          <p:spPr bwMode="auto">
            <a:xfrm rot="1164575">
              <a:off x="7724792" y="504913"/>
              <a:ext cx="80298" cy="80298"/>
            </a:xfrm>
            <a:custGeom>
              <a:avLst/>
              <a:gdLst>
                <a:gd name="T0" fmla="*/ 58 w 58"/>
                <a:gd name="T1" fmla="*/ 28 h 58"/>
                <a:gd name="T2" fmla="*/ 58 w 58"/>
                <a:gd name="T3" fmla="*/ 28 h 58"/>
                <a:gd name="T4" fmla="*/ 58 w 58"/>
                <a:gd name="T5" fmla="*/ 34 h 58"/>
                <a:gd name="T6" fmla="*/ 56 w 58"/>
                <a:gd name="T7" fmla="*/ 40 h 58"/>
                <a:gd name="T8" fmla="*/ 50 w 58"/>
                <a:gd name="T9" fmla="*/ 50 h 58"/>
                <a:gd name="T10" fmla="*/ 42 w 58"/>
                <a:gd name="T11" fmla="*/ 56 h 58"/>
                <a:gd name="T12" fmla="*/ 36 w 58"/>
                <a:gd name="T13" fmla="*/ 58 h 58"/>
                <a:gd name="T14" fmla="*/ 30 w 58"/>
                <a:gd name="T15" fmla="*/ 58 h 58"/>
                <a:gd name="T16" fmla="*/ 30 w 58"/>
                <a:gd name="T17" fmla="*/ 58 h 58"/>
                <a:gd name="T18" fmla="*/ 24 w 58"/>
                <a:gd name="T19" fmla="*/ 58 h 58"/>
                <a:gd name="T20" fmla="*/ 18 w 58"/>
                <a:gd name="T21" fmla="*/ 56 h 58"/>
                <a:gd name="T22" fmla="*/ 8 w 58"/>
                <a:gd name="T23" fmla="*/ 50 h 58"/>
                <a:gd name="T24" fmla="*/ 2 w 58"/>
                <a:gd name="T25" fmla="*/ 40 h 58"/>
                <a:gd name="T26" fmla="*/ 0 w 58"/>
                <a:gd name="T27" fmla="*/ 34 h 58"/>
                <a:gd name="T28" fmla="*/ 0 w 58"/>
                <a:gd name="T29" fmla="*/ 28 h 58"/>
                <a:gd name="T30" fmla="*/ 0 w 58"/>
                <a:gd name="T31" fmla="*/ 28 h 58"/>
                <a:gd name="T32" fmla="*/ 0 w 58"/>
                <a:gd name="T33" fmla="*/ 22 h 58"/>
                <a:gd name="T34" fmla="*/ 2 w 58"/>
                <a:gd name="T35" fmla="*/ 18 h 58"/>
                <a:gd name="T36" fmla="*/ 8 w 58"/>
                <a:gd name="T37" fmla="*/ 8 h 58"/>
                <a:gd name="T38" fmla="*/ 18 w 58"/>
                <a:gd name="T39" fmla="*/ 2 h 58"/>
                <a:gd name="T40" fmla="*/ 24 w 58"/>
                <a:gd name="T41" fmla="*/ 0 h 58"/>
                <a:gd name="T42" fmla="*/ 30 w 58"/>
                <a:gd name="T43" fmla="*/ 0 h 58"/>
                <a:gd name="T44" fmla="*/ 30 w 58"/>
                <a:gd name="T45" fmla="*/ 0 h 58"/>
                <a:gd name="T46" fmla="*/ 36 w 58"/>
                <a:gd name="T47" fmla="*/ 0 h 58"/>
                <a:gd name="T48" fmla="*/ 42 w 58"/>
                <a:gd name="T49" fmla="*/ 2 h 58"/>
                <a:gd name="T50" fmla="*/ 50 w 58"/>
                <a:gd name="T51" fmla="*/ 8 h 58"/>
                <a:gd name="T52" fmla="*/ 56 w 58"/>
                <a:gd name="T53" fmla="*/ 18 h 58"/>
                <a:gd name="T54" fmla="*/ 58 w 58"/>
                <a:gd name="T55" fmla="*/ 22 h 58"/>
                <a:gd name="T56" fmla="*/ 58 w 58"/>
                <a:gd name="T57" fmla="*/ 28 h 58"/>
                <a:gd name="T58" fmla="*/ 58 w 58"/>
                <a:gd name="T59" fmla="*/ 28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58" y="28"/>
                  </a:moveTo>
                  <a:lnTo>
                    <a:pt x="58" y="28"/>
                  </a:lnTo>
                  <a:lnTo>
                    <a:pt x="58" y="34"/>
                  </a:lnTo>
                  <a:lnTo>
                    <a:pt x="56" y="40"/>
                  </a:lnTo>
                  <a:lnTo>
                    <a:pt x="50" y="50"/>
                  </a:lnTo>
                  <a:lnTo>
                    <a:pt x="42" y="56"/>
                  </a:lnTo>
                  <a:lnTo>
                    <a:pt x="36" y="58"/>
                  </a:lnTo>
                  <a:lnTo>
                    <a:pt x="30" y="58"/>
                  </a:lnTo>
                  <a:lnTo>
                    <a:pt x="30" y="58"/>
                  </a:lnTo>
                  <a:lnTo>
                    <a:pt x="24" y="58"/>
                  </a:lnTo>
                  <a:lnTo>
                    <a:pt x="18" y="56"/>
                  </a:lnTo>
                  <a:lnTo>
                    <a:pt x="8" y="50"/>
                  </a:lnTo>
                  <a:lnTo>
                    <a:pt x="2" y="40"/>
                  </a:lnTo>
                  <a:lnTo>
                    <a:pt x="0" y="34"/>
                  </a:lnTo>
                  <a:lnTo>
                    <a:pt x="0" y="28"/>
                  </a:lnTo>
                  <a:lnTo>
                    <a:pt x="0" y="28"/>
                  </a:lnTo>
                  <a:lnTo>
                    <a:pt x="0" y="22"/>
                  </a:lnTo>
                  <a:lnTo>
                    <a:pt x="2" y="18"/>
                  </a:lnTo>
                  <a:lnTo>
                    <a:pt x="8" y="8"/>
                  </a:lnTo>
                  <a:lnTo>
                    <a:pt x="18" y="2"/>
                  </a:lnTo>
                  <a:lnTo>
                    <a:pt x="24" y="0"/>
                  </a:lnTo>
                  <a:lnTo>
                    <a:pt x="30" y="0"/>
                  </a:lnTo>
                  <a:lnTo>
                    <a:pt x="30" y="0"/>
                  </a:lnTo>
                  <a:lnTo>
                    <a:pt x="36" y="0"/>
                  </a:lnTo>
                  <a:lnTo>
                    <a:pt x="42" y="2"/>
                  </a:lnTo>
                  <a:lnTo>
                    <a:pt x="50" y="8"/>
                  </a:lnTo>
                  <a:lnTo>
                    <a:pt x="56" y="18"/>
                  </a:lnTo>
                  <a:lnTo>
                    <a:pt x="58" y="22"/>
                  </a:lnTo>
                  <a:lnTo>
                    <a:pt x="58" y="28"/>
                  </a:lnTo>
                  <a:lnTo>
                    <a:pt x="58" y="28"/>
                  </a:lnTo>
                  <a:close/>
                </a:path>
              </a:pathLst>
            </a:custGeom>
            <a:solidFill>
              <a:srgbClr val="FCEA10"/>
            </a:solidFill>
            <a:ln w="38100">
              <a:solidFill>
                <a:srgbClr val="FCEA10"/>
              </a:solidFill>
              <a:prstDash val="solid"/>
              <a:round/>
              <a:headEnd/>
              <a:tailEnd/>
            </a:ln>
            <a:scene3d>
              <a:camera prst="orthographicFront"/>
              <a:lightRig rig="threePt" dir="t"/>
            </a:scene3d>
            <a:sp3d>
              <a:bevelT/>
            </a:sp3d>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1" name="Freeform 11"/>
            <p:cNvSpPr>
              <a:spLocks/>
            </p:cNvSpPr>
            <p:nvPr userDrawn="1"/>
          </p:nvSpPr>
          <p:spPr bwMode="auto">
            <a:xfrm rot="1164575">
              <a:off x="7828761" y="1058320"/>
              <a:ext cx="80298" cy="83067"/>
            </a:xfrm>
            <a:custGeom>
              <a:avLst/>
              <a:gdLst>
                <a:gd name="T0" fmla="*/ 58 w 58"/>
                <a:gd name="T1" fmla="*/ 30 h 60"/>
                <a:gd name="T2" fmla="*/ 58 w 58"/>
                <a:gd name="T3" fmla="*/ 30 h 60"/>
                <a:gd name="T4" fmla="*/ 58 w 58"/>
                <a:gd name="T5" fmla="*/ 36 h 60"/>
                <a:gd name="T6" fmla="*/ 56 w 58"/>
                <a:gd name="T7" fmla="*/ 42 h 60"/>
                <a:gd name="T8" fmla="*/ 50 w 58"/>
                <a:gd name="T9" fmla="*/ 50 h 60"/>
                <a:gd name="T10" fmla="*/ 40 w 58"/>
                <a:gd name="T11" fmla="*/ 58 h 60"/>
                <a:gd name="T12" fmla="*/ 36 w 58"/>
                <a:gd name="T13" fmla="*/ 58 h 60"/>
                <a:gd name="T14" fmla="*/ 30 w 58"/>
                <a:gd name="T15" fmla="*/ 60 h 60"/>
                <a:gd name="T16" fmla="*/ 30 w 58"/>
                <a:gd name="T17" fmla="*/ 60 h 60"/>
                <a:gd name="T18" fmla="*/ 24 w 58"/>
                <a:gd name="T19" fmla="*/ 58 h 60"/>
                <a:gd name="T20" fmla="*/ 18 w 58"/>
                <a:gd name="T21" fmla="*/ 58 h 60"/>
                <a:gd name="T22" fmla="*/ 8 w 58"/>
                <a:gd name="T23" fmla="*/ 50 h 60"/>
                <a:gd name="T24" fmla="*/ 2 w 58"/>
                <a:gd name="T25" fmla="*/ 42 h 60"/>
                <a:gd name="T26" fmla="*/ 0 w 58"/>
                <a:gd name="T27" fmla="*/ 36 h 60"/>
                <a:gd name="T28" fmla="*/ 0 w 58"/>
                <a:gd name="T29" fmla="*/ 30 h 60"/>
                <a:gd name="T30" fmla="*/ 0 w 58"/>
                <a:gd name="T31" fmla="*/ 30 h 60"/>
                <a:gd name="T32" fmla="*/ 0 w 58"/>
                <a:gd name="T33" fmla="*/ 24 h 60"/>
                <a:gd name="T34" fmla="*/ 2 w 58"/>
                <a:gd name="T35" fmla="*/ 18 h 60"/>
                <a:gd name="T36" fmla="*/ 8 w 58"/>
                <a:gd name="T37" fmla="*/ 10 h 60"/>
                <a:gd name="T38" fmla="*/ 18 w 58"/>
                <a:gd name="T39" fmla="*/ 2 h 60"/>
                <a:gd name="T40" fmla="*/ 24 w 58"/>
                <a:gd name="T41" fmla="*/ 2 h 60"/>
                <a:gd name="T42" fmla="*/ 30 w 58"/>
                <a:gd name="T43" fmla="*/ 0 h 60"/>
                <a:gd name="T44" fmla="*/ 30 w 58"/>
                <a:gd name="T45" fmla="*/ 0 h 60"/>
                <a:gd name="T46" fmla="*/ 36 w 58"/>
                <a:gd name="T47" fmla="*/ 2 h 60"/>
                <a:gd name="T48" fmla="*/ 40 w 58"/>
                <a:gd name="T49" fmla="*/ 2 h 60"/>
                <a:gd name="T50" fmla="*/ 50 w 58"/>
                <a:gd name="T51" fmla="*/ 10 h 60"/>
                <a:gd name="T52" fmla="*/ 56 w 58"/>
                <a:gd name="T53" fmla="*/ 18 h 60"/>
                <a:gd name="T54" fmla="*/ 58 w 58"/>
                <a:gd name="T55" fmla="*/ 24 h 60"/>
                <a:gd name="T56" fmla="*/ 58 w 58"/>
                <a:gd name="T57" fmla="*/ 30 h 60"/>
                <a:gd name="T58" fmla="*/ 58 w 58"/>
                <a:gd name="T59" fmla="*/ 3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58" y="30"/>
                  </a:moveTo>
                  <a:lnTo>
                    <a:pt x="58" y="30"/>
                  </a:lnTo>
                  <a:lnTo>
                    <a:pt x="58" y="36"/>
                  </a:lnTo>
                  <a:lnTo>
                    <a:pt x="56" y="42"/>
                  </a:lnTo>
                  <a:lnTo>
                    <a:pt x="50" y="50"/>
                  </a:lnTo>
                  <a:lnTo>
                    <a:pt x="40" y="58"/>
                  </a:lnTo>
                  <a:lnTo>
                    <a:pt x="36" y="58"/>
                  </a:lnTo>
                  <a:lnTo>
                    <a:pt x="30" y="60"/>
                  </a:lnTo>
                  <a:lnTo>
                    <a:pt x="30" y="60"/>
                  </a:lnTo>
                  <a:lnTo>
                    <a:pt x="24" y="58"/>
                  </a:lnTo>
                  <a:lnTo>
                    <a:pt x="18" y="58"/>
                  </a:lnTo>
                  <a:lnTo>
                    <a:pt x="8" y="50"/>
                  </a:lnTo>
                  <a:lnTo>
                    <a:pt x="2" y="42"/>
                  </a:lnTo>
                  <a:lnTo>
                    <a:pt x="0" y="36"/>
                  </a:lnTo>
                  <a:lnTo>
                    <a:pt x="0" y="30"/>
                  </a:lnTo>
                  <a:lnTo>
                    <a:pt x="0" y="30"/>
                  </a:lnTo>
                  <a:lnTo>
                    <a:pt x="0" y="24"/>
                  </a:lnTo>
                  <a:lnTo>
                    <a:pt x="2" y="18"/>
                  </a:lnTo>
                  <a:lnTo>
                    <a:pt x="8" y="10"/>
                  </a:lnTo>
                  <a:lnTo>
                    <a:pt x="18" y="2"/>
                  </a:lnTo>
                  <a:lnTo>
                    <a:pt x="24" y="2"/>
                  </a:lnTo>
                  <a:lnTo>
                    <a:pt x="30" y="0"/>
                  </a:lnTo>
                  <a:lnTo>
                    <a:pt x="30" y="0"/>
                  </a:lnTo>
                  <a:lnTo>
                    <a:pt x="36" y="2"/>
                  </a:lnTo>
                  <a:lnTo>
                    <a:pt x="40" y="2"/>
                  </a:lnTo>
                  <a:lnTo>
                    <a:pt x="50" y="10"/>
                  </a:lnTo>
                  <a:lnTo>
                    <a:pt x="56" y="18"/>
                  </a:lnTo>
                  <a:lnTo>
                    <a:pt x="58" y="24"/>
                  </a:lnTo>
                  <a:lnTo>
                    <a:pt x="58" y="30"/>
                  </a:lnTo>
                  <a:lnTo>
                    <a:pt x="58" y="30"/>
                  </a:lnTo>
                  <a:close/>
                </a:path>
              </a:pathLst>
            </a:custGeom>
            <a:solidFill>
              <a:srgbClr val="FCEA10"/>
            </a:solidFill>
            <a:ln w="38100">
              <a:solidFill>
                <a:srgbClr val="FCEA10"/>
              </a:solidFill>
              <a:prstDash val="solid"/>
              <a:round/>
              <a:headEnd/>
              <a:tailEnd/>
            </a:ln>
            <a:scene3d>
              <a:camera prst="orthographicFront"/>
              <a:lightRig rig="threePt" dir="t"/>
            </a:scene3d>
            <a:sp3d>
              <a:bevelT/>
            </a:sp3d>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grpSp>
      <p:sp>
        <p:nvSpPr>
          <p:cNvPr id="16" name="Text Box 18"/>
          <p:cNvSpPr txBox="1">
            <a:spLocks noChangeArrowheads="1"/>
          </p:cNvSpPr>
          <p:nvPr userDrawn="1"/>
        </p:nvSpPr>
        <p:spPr bwMode="auto">
          <a:xfrm>
            <a:off x="228600" y="6604084"/>
            <a:ext cx="2058577" cy="25391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defRPr/>
            </a:pPr>
            <a:r>
              <a:rPr lang="en-US" sz="1050" b="1" dirty="0">
                <a:solidFill>
                  <a:srgbClr val="F7D300"/>
                </a:solidFill>
              </a:rPr>
              <a:t>© 2014 W. W. Norton Co., Inc.</a:t>
            </a:r>
          </a:p>
        </p:txBody>
      </p:sp>
    </p:spTree>
    <p:extLst>
      <p:ext uri="{BB962C8B-B14F-4D97-AF65-F5344CB8AC3E}">
        <p14:creationId xmlns:p14="http://schemas.microsoft.com/office/powerpoint/2010/main" val="2299237305"/>
      </p:ext>
    </p:extLst>
  </p:cSld>
  <p:clrMap bg1="lt1" tx1="dk1" bg2="lt2" tx2="dk2" accent1="accent1" accent2="accent2" accent3="accent3" accent4="accent4" accent5="accent5" accent6="accent6" hlink="hlink" folHlink="folHlink"/>
  <p:sldLayoutIdLst>
    <p:sldLayoutId id="2147484047" r:id="rId1"/>
    <p:sldLayoutId id="2147484048" r:id="rId2"/>
    <p:sldLayoutId id="2147484049" r:id="rId3"/>
    <p:sldLayoutId id="2147484050" r:id="rId4"/>
    <p:sldLayoutId id="2147484051" r:id="rId5"/>
    <p:sldLayoutId id="2147484052" r:id="rId6"/>
    <p:sldLayoutId id="2147484053" r:id="rId7"/>
    <p:sldLayoutId id="2147484054" r:id="rId8"/>
    <p:sldLayoutId id="2147484055" r:id="rId9"/>
    <p:sldLayoutId id="2147484056" r:id="rId10"/>
    <p:sldLayoutId id="2147484057" r:id="rId11"/>
    <p:sldLayoutId id="2147484058" r:id="rId12"/>
    <p:sldLayoutId id="2147484059" r:id="rId13"/>
    <p:sldLayoutId id="2147484060" r:id="rId14"/>
  </p:sldLayoutIdLst>
  <p:hf hdr="0" ftr="0" dt="0"/>
  <p:txStyles>
    <p:titleStyle>
      <a:lvl1pPr algn="l" rtl="0" eaLnBrk="0" fontAlgn="base" hangingPunct="0">
        <a:spcBef>
          <a:spcPct val="0"/>
        </a:spcBef>
        <a:spcAft>
          <a:spcPct val="0"/>
        </a:spcAft>
        <a:defRPr sz="4000" b="0">
          <a:solidFill>
            <a:srgbClr val="F7D300"/>
          </a:solidFill>
          <a:latin typeface="Arial"/>
          <a:ea typeface="+mj-ea"/>
          <a:cs typeface="Arial"/>
        </a:defRPr>
      </a:lvl1pPr>
      <a:lvl2pPr algn="l" rtl="0" eaLnBrk="0" fontAlgn="base" hangingPunct="0">
        <a:spcBef>
          <a:spcPct val="0"/>
        </a:spcBef>
        <a:spcAft>
          <a:spcPct val="0"/>
        </a:spcAft>
        <a:defRPr sz="4000" b="1">
          <a:solidFill>
            <a:schemeClr val="bg1"/>
          </a:solidFill>
          <a:latin typeface="Arial" charset="0"/>
          <a:cs typeface="Arial" charset="0"/>
        </a:defRPr>
      </a:lvl2pPr>
      <a:lvl3pPr algn="l" rtl="0" eaLnBrk="0" fontAlgn="base" hangingPunct="0">
        <a:spcBef>
          <a:spcPct val="0"/>
        </a:spcBef>
        <a:spcAft>
          <a:spcPct val="0"/>
        </a:spcAft>
        <a:defRPr sz="4000" b="1">
          <a:solidFill>
            <a:schemeClr val="bg1"/>
          </a:solidFill>
          <a:latin typeface="Arial" charset="0"/>
          <a:cs typeface="Arial" charset="0"/>
        </a:defRPr>
      </a:lvl3pPr>
      <a:lvl4pPr algn="l" rtl="0" eaLnBrk="0" fontAlgn="base" hangingPunct="0">
        <a:spcBef>
          <a:spcPct val="0"/>
        </a:spcBef>
        <a:spcAft>
          <a:spcPct val="0"/>
        </a:spcAft>
        <a:defRPr sz="4000" b="1">
          <a:solidFill>
            <a:schemeClr val="bg1"/>
          </a:solidFill>
          <a:latin typeface="Arial" charset="0"/>
          <a:cs typeface="Arial" charset="0"/>
        </a:defRPr>
      </a:lvl4pPr>
      <a:lvl5pPr algn="l" rtl="0" eaLnBrk="0" fontAlgn="base" hangingPunct="0">
        <a:spcBef>
          <a:spcPct val="0"/>
        </a:spcBef>
        <a:spcAft>
          <a:spcPct val="0"/>
        </a:spcAft>
        <a:defRPr sz="4000" b="1">
          <a:solidFill>
            <a:schemeClr val="bg1"/>
          </a:solidFill>
          <a:latin typeface="Arial" charset="0"/>
          <a:cs typeface="Arial" charset="0"/>
        </a:defRPr>
      </a:lvl5pPr>
      <a:lvl6pPr marL="457200" algn="l" rtl="0" fontAlgn="base">
        <a:spcBef>
          <a:spcPct val="0"/>
        </a:spcBef>
        <a:spcAft>
          <a:spcPct val="0"/>
        </a:spcAft>
        <a:defRPr sz="4000">
          <a:solidFill>
            <a:schemeClr val="tx1"/>
          </a:solidFill>
          <a:latin typeface="Arial Rounded MT Bold" pitchFamily="34" charset="0"/>
          <a:cs typeface="Arial" charset="0"/>
        </a:defRPr>
      </a:lvl6pPr>
      <a:lvl7pPr marL="914400" algn="l" rtl="0" fontAlgn="base">
        <a:spcBef>
          <a:spcPct val="0"/>
        </a:spcBef>
        <a:spcAft>
          <a:spcPct val="0"/>
        </a:spcAft>
        <a:defRPr sz="4000">
          <a:solidFill>
            <a:schemeClr val="tx1"/>
          </a:solidFill>
          <a:latin typeface="Arial Rounded MT Bold" pitchFamily="34" charset="0"/>
          <a:cs typeface="Arial" charset="0"/>
        </a:defRPr>
      </a:lvl7pPr>
      <a:lvl8pPr marL="1371600" algn="l" rtl="0" fontAlgn="base">
        <a:spcBef>
          <a:spcPct val="0"/>
        </a:spcBef>
        <a:spcAft>
          <a:spcPct val="0"/>
        </a:spcAft>
        <a:defRPr sz="4000">
          <a:solidFill>
            <a:schemeClr val="tx1"/>
          </a:solidFill>
          <a:latin typeface="Arial Rounded MT Bold" pitchFamily="34" charset="0"/>
          <a:cs typeface="Arial" charset="0"/>
        </a:defRPr>
      </a:lvl8pPr>
      <a:lvl9pPr marL="1828800" algn="l" rtl="0" fontAlgn="base">
        <a:spcBef>
          <a:spcPct val="0"/>
        </a:spcBef>
        <a:spcAft>
          <a:spcPct val="0"/>
        </a:spcAft>
        <a:defRPr sz="4000">
          <a:solidFill>
            <a:schemeClr val="tx1"/>
          </a:solidFill>
          <a:latin typeface="Arial Rounded MT Bold" pitchFamily="34" charset="0"/>
          <a:cs typeface="Arial" charset="0"/>
        </a:defRPr>
      </a:lvl9pPr>
    </p:titleStyle>
    <p:bodyStyle>
      <a:lvl1pPr marL="342900" indent="-342900" algn="l" rtl="0" eaLnBrk="0" fontAlgn="base" hangingPunct="0">
        <a:spcBef>
          <a:spcPct val="20000"/>
        </a:spcBef>
        <a:spcAft>
          <a:spcPct val="0"/>
        </a:spcAft>
        <a:buClr>
          <a:srgbClr val="335359"/>
        </a:buClr>
        <a:buChar char="•"/>
        <a:defRPr sz="3200" b="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Clr>
          <a:srgbClr val="335359"/>
        </a:buClr>
        <a:buChar char="•"/>
        <a:defRPr sz="2800" b="0">
          <a:solidFill>
            <a:schemeClr val="tx1"/>
          </a:solidFill>
          <a:latin typeface="Arial" pitchFamily="34" charset="0"/>
          <a:cs typeface="Arial" pitchFamily="34" charset="0"/>
        </a:defRPr>
      </a:lvl2pPr>
      <a:lvl3pPr marL="1143000" indent="-228600" algn="l" rtl="0" eaLnBrk="0" fontAlgn="base" hangingPunct="0">
        <a:spcBef>
          <a:spcPct val="20000"/>
        </a:spcBef>
        <a:spcAft>
          <a:spcPct val="0"/>
        </a:spcAft>
        <a:buClr>
          <a:srgbClr val="335359"/>
        </a:buClr>
        <a:buChar char="•"/>
        <a:defRPr sz="2400" b="0">
          <a:solidFill>
            <a:schemeClr val="tx1"/>
          </a:solidFill>
          <a:latin typeface="Arial" pitchFamily="34" charset="0"/>
          <a:cs typeface="Arial" pitchFamily="34" charset="0"/>
        </a:defRPr>
      </a:lvl3pPr>
      <a:lvl4pPr marL="1600200" indent="-228600" algn="l" rtl="0" eaLnBrk="0" fontAlgn="base" hangingPunct="0">
        <a:spcBef>
          <a:spcPct val="20000"/>
        </a:spcBef>
        <a:spcAft>
          <a:spcPct val="0"/>
        </a:spcAft>
        <a:buClr>
          <a:srgbClr val="335359"/>
        </a:buClr>
        <a:buChar char="•"/>
        <a:defRPr sz="2000" b="0">
          <a:solidFill>
            <a:schemeClr val="tx1"/>
          </a:solidFill>
          <a:latin typeface="Arial" pitchFamily="34" charset="0"/>
          <a:cs typeface="Arial" pitchFamily="34" charset="0"/>
        </a:defRPr>
      </a:lvl4pPr>
      <a:lvl5pPr marL="2057400" indent="-228600" algn="l" rtl="0" eaLnBrk="0" fontAlgn="base" hangingPunct="0">
        <a:spcBef>
          <a:spcPct val="20000"/>
        </a:spcBef>
        <a:spcAft>
          <a:spcPct val="0"/>
        </a:spcAft>
        <a:buClr>
          <a:srgbClr val="335359"/>
        </a:buClr>
        <a:buChar char="•"/>
        <a:defRPr sz="2000" b="0">
          <a:solidFill>
            <a:schemeClr val="tx1"/>
          </a:solidFill>
          <a:latin typeface="Arial" pitchFamily="34" charset="0"/>
          <a:cs typeface="Arial" pitchFamily="34" charset="0"/>
        </a:defRPr>
      </a:lvl5pPr>
      <a:lvl6pPr marL="2514600" indent="-228600" algn="l" rtl="0" fontAlgn="base">
        <a:spcBef>
          <a:spcPct val="20000"/>
        </a:spcBef>
        <a:spcAft>
          <a:spcPct val="0"/>
        </a:spcAft>
        <a:buClr>
          <a:srgbClr val="00B2CC"/>
        </a:buClr>
        <a:buChar char="•"/>
        <a:defRPr sz="2000">
          <a:solidFill>
            <a:schemeClr val="tx1"/>
          </a:solidFill>
          <a:latin typeface="+mn-lt"/>
          <a:cs typeface="+mn-cs"/>
        </a:defRPr>
      </a:lvl6pPr>
      <a:lvl7pPr marL="2971800" indent="-228600" algn="l" rtl="0" fontAlgn="base">
        <a:spcBef>
          <a:spcPct val="20000"/>
        </a:spcBef>
        <a:spcAft>
          <a:spcPct val="0"/>
        </a:spcAft>
        <a:buClr>
          <a:srgbClr val="00B2CC"/>
        </a:buClr>
        <a:buChar char="•"/>
        <a:defRPr sz="2000">
          <a:solidFill>
            <a:schemeClr val="tx1"/>
          </a:solidFill>
          <a:latin typeface="+mn-lt"/>
          <a:cs typeface="+mn-cs"/>
        </a:defRPr>
      </a:lvl7pPr>
      <a:lvl8pPr marL="3429000" indent="-228600" algn="l" rtl="0" fontAlgn="base">
        <a:spcBef>
          <a:spcPct val="20000"/>
        </a:spcBef>
        <a:spcAft>
          <a:spcPct val="0"/>
        </a:spcAft>
        <a:buClr>
          <a:srgbClr val="00B2CC"/>
        </a:buClr>
        <a:buChar char="•"/>
        <a:defRPr sz="2000">
          <a:solidFill>
            <a:schemeClr val="tx1"/>
          </a:solidFill>
          <a:latin typeface="+mn-lt"/>
          <a:cs typeface="+mn-cs"/>
        </a:defRPr>
      </a:lvl8pPr>
      <a:lvl9pPr marL="3886200" indent="-228600" algn="l" rtl="0" fontAlgn="base">
        <a:spcBef>
          <a:spcPct val="20000"/>
        </a:spcBef>
        <a:spcAft>
          <a:spcPct val="0"/>
        </a:spcAft>
        <a:buClr>
          <a:srgbClr val="00B2CC"/>
        </a:buClr>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1081088"/>
          </a:xfrm>
          <a:prstGeom prst="rect">
            <a:avLst/>
          </a:prstGeom>
        </p:spPr>
      </p:pic>
      <p:sp>
        <p:nvSpPr>
          <p:cNvPr id="2" name="Title Placeholder 1"/>
          <p:cNvSpPr>
            <a:spLocks noGrp="1"/>
          </p:cNvSpPr>
          <p:nvPr>
            <p:ph type="title"/>
          </p:nvPr>
        </p:nvSpPr>
        <p:spPr>
          <a:xfrm>
            <a:off x="2171700" y="381001"/>
            <a:ext cx="6377940" cy="1293028"/>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36880" y="1674029"/>
            <a:ext cx="8321040" cy="477757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594360" y="6355846"/>
            <a:ext cx="568071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solidFill>
                <a:prstClr val="white">
                  <a:tint val="75000"/>
                </a:prstClr>
              </a:solidFill>
            </a:endParaRPr>
          </a:p>
        </p:txBody>
      </p:sp>
      <p:sp>
        <p:nvSpPr>
          <p:cNvPr id="6" name="Slide Number Placeholder 5"/>
          <p:cNvSpPr>
            <a:spLocks noGrp="1"/>
          </p:cNvSpPr>
          <p:nvPr>
            <p:ph type="sldNum" sz="quarter" idx="4"/>
          </p:nvPr>
        </p:nvSpPr>
        <p:spPr>
          <a:xfrm>
            <a:off x="0" y="0"/>
            <a:ext cx="1977390" cy="365125"/>
          </a:xfrm>
          <a:prstGeom prst="rect">
            <a:avLst/>
          </a:prstGeom>
        </p:spPr>
        <p:txBody>
          <a:bodyPr vert="horz" lIns="91440" tIns="45720" rIns="91440" bIns="45720" rtlCol="0" anchor="ctr"/>
          <a:lstStyle>
            <a:lvl1pPr algn="l">
              <a:defRPr sz="1200" b="1">
                <a:solidFill>
                  <a:schemeClr val="bg1"/>
                </a:solidFill>
              </a:defRPr>
            </a:lvl1pPr>
          </a:lstStyle>
          <a:p>
            <a:fld id="{63C103D7-7FC1-4B9F-A526-BC88A3C4AA47}"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2481121721"/>
      </p:ext>
    </p:extLst>
  </p:cSld>
  <p:clrMap bg1="dk1" tx1="lt1" bg2="dk2" tx2="lt2" accent1="accent1" accent2="accent2" accent3="accent3" accent4="accent4" accent5="accent5" accent6="accent6" hlink="hlink" folHlink="folHlink"/>
  <p:sldLayoutIdLst>
    <p:sldLayoutId id="2147484062" r:id="rId1"/>
    <p:sldLayoutId id="2147484063" r:id="rId2"/>
    <p:sldLayoutId id="2147484064" r:id="rId3"/>
    <p:sldLayoutId id="2147484065" r:id="rId4"/>
    <p:sldLayoutId id="2147484066" r:id="rId5"/>
    <p:sldLayoutId id="2147484067" r:id="rId6"/>
    <p:sldLayoutId id="2147484068" r:id="rId7"/>
    <p:sldLayoutId id="2147484069" r:id="rId8"/>
    <p:sldLayoutId id="2147484070" r:id="rId9"/>
    <p:sldLayoutId id="2147484071" r:id="rId10"/>
    <p:sldLayoutId id="2147484072" r:id="rId11"/>
    <p:sldLayoutId id="2147484073" r:id="rId12"/>
    <p:sldLayoutId id="2147484074" r:id="rId13"/>
    <p:sldLayoutId id="2147484075" r:id="rId14"/>
    <p:sldLayoutId id="2147484076" r:id="rId15"/>
    <p:sldLayoutId id="2147484077" r:id="rId16"/>
    <p:sldLayoutId id="2147484078" r:id="rId17"/>
  </p:sldLayoutIdLst>
  <p:hf hdr="0" ftr="0" dt="0"/>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1081088"/>
          </a:xfrm>
          <a:prstGeom prst="rect">
            <a:avLst/>
          </a:prstGeom>
        </p:spPr>
      </p:pic>
      <p:sp>
        <p:nvSpPr>
          <p:cNvPr id="2" name="Title Placeholder 1"/>
          <p:cNvSpPr>
            <a:spLocks noGrp="1"/>
          </p:cNvSpPr>
          <p:nvPr>
            <p:ph type="title"/>
          </p:nvPr>
        </p:nvSpPr>
        <p:spPr>
          <a:xfrm>
            <a:off x="2171700" y="381001"/>
            <a:ext cx="6377940" cy="1293028"/>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36880" y="1674029"/>
            <a:ext cx="8321040" cy="477757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594360" y="6355846"/>
            <a:ext cx="5680710" cy="365125"/>
          </a:xfrm>
          <a:prstGeom prst="rect">
            <a:avLst/>
          </a:prstGeom>
        </p:spPr>
        <p:txBody>
          <a:bodyPr vert="horz" lIns="91440" tIns="45720" rIns="91440" bIns="45720" rtlCol="0" anchor="ctr"/>
          <a:lstStyle>
            <a:lvl1pPr algn="l">
              <a:defRPr sz="105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white">
                  <a:tint val="75000"/>
                </a:prstClr>
              </a:solidFill>
              <a:effectLst/>
              <a:uLnTx/>
              <a:uFillTx/>
              <a:latin typeface="Arial"/>
              <a:ea typeface="+mn-ea"/>
              <a:cs typeface="+mn-cs"/>
            </a:endParaRPr>
          </a:p>
        </p:txBody>
      </p:sp>
      <p:sp>
        <p:nvSpPr>
          <p:cNvPr id="6" name="Slide Number Placeholder 5"/>
          <p:cNvSpPr>
            <a:spLocks noGrp="1"/>
          </p:cNvSpPr>
          <p:nvPr>
            <p:ph type="sldNum" sz="quarter" idx="4"/>
          </p:nvPr>
        </p:nvSpPr>
        <p:spPr>
          <a:xfrm>
            <a:off x="6572250" y="381001"/>
            <a:ext cx="1977390" cy="365125"/>
          </a:xfrm>
          <a:prstGeom prst="rect">
            <a:avLst/>
          </a:prstGeom>
        </p:spPr>
        <p:txBody>
          <a:bodyPr vert="horz" lIns="91440" tIns="45720" rIns="91440" bIns="45720" rtlCol="0" anchor="ctr"/>
          <a:lstStyle>
            <a:lvl1pPr algn="r">
              <a:defRPr sz="105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3C103D7-7FC1-4B9F-A526-BC88A3C4AA47}" type="slidenum">
              <a:rPr kumimoji="0" lang="en-US" sz="1050" b="0" i="0" u="none" strike="noStrike" kern="1200" cap="none" spc="0" normalizeH="0" baseline="0" noProof="0" smtClean="0">
                <a:ln>
                  <a:noFill/>
                </a:ln>
                <a:solidFill>
                  <a:prstClr val="white">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a:ln>
                <a:noFill/>
              </a:ln>
              <a:solidFill>
                <a:prstClr val="white">
                  <a:tint val="75000"/>
                </a:prstClr>
              </a:solidFill>
              <a:effectLst/>
              <a:uLnTx/>
              <a:uFillTx/>
              <a:latin typeface="Arial"/>
              <a:ea typeface="+mn-ea"/>
              <a:cs typeface="+mn-cs"/>
            </a:endParaRPr>
          </a:p>
        </p:txBody>
      </p:sp>
    </p:spTree>
    <p:extLst>
      <p:ext uri="{BB962C8B-B14F-4D97-AF65-F5344CB8AC3E}">
        <p14:creationId xmlns:p14="http://schemas.microsoft.com/office/powerpoint/2010/main" val="102358524"/>
      </p:ext>
    </p:extLst>
  </p:cSld>
  <p:clrMap bg1="dk1" tx1="lt1" bg2="dk2" tx2="lt2" accent1="accent1" accent2="accent2" accent3="accent3" accent4="accent4" accent5="accent5" accent6="accent6" hlink="hlink" folHlink="folHlink"/>
  <p:sldLayoutIdLst>
    <p:sldLayoutId id="2147484080" r:id="rId1"/>
    <p:sldLayoutId id="2147484081" r:id="rId2"/>
    <p:sldLayoutId id="2147484082" r:id="rId3"/>
    <p:sldLayoutId id="2147484083" r:id="rId4"/>
    <p:sldLayoutId id="2147484084" r:id="rId5"/>
    <p:sldLayoutId id="2147484085" r:id="rId6"/>
    <p:sldLayoutId id="2147484086" r:id="rId7"/>
    <p:sldLayoutId id="2147484087" r:id="rId8"/>
    <p:sldLayoutId id="2147484088" r:id="rId9"/>
    <p:sldLayoutId id="2147484089" r:id="rId10"/>
    <p:sldLayoutId id="2147484090" r:id="rId11"/>
    <p:sldLayoutId id="2147484091" r:id="rId12"/>
    <p:sldLayoutId id="2147484092" r:id="rId13"/>
    <p:sldLayoutId id="2147484093" r:id="rId14"/>
    <p:sldLayoutId id="2147484094" r:id="rId15"/>
    <p:sldLayoutId id="2147484095" r:id="rId16"/>
    <p:sldLayoutId id="2147484096"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3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6.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1.emf"/><Relationship Id="rId4" Type="http://schemas.openxmlformats.org/officeDocument/2006/relationships/image" Target="../media/image10.emf"/></Relationships>
</file>

<file path=ppt/slides/_rels/slide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11.emf"/><Relationship Id="rId4" Type="http://schemas.openxmlformats.org/officeDocument/2006/relationships/image" Target="../media/image10.emf"/></Relationships>
</file>

<file path=ppt/slides/_rels/slide8.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7.gif"/><Relationship Id="rId5" Type="http://schemas.openxmlformats.org/officeDocument/2006/relationships/image" Target="../media/image16.png"/><Relationship Id="rId4" Type="http://schemas.openxmlformats.org/officeDocument/2006/relationships/image" Target="../media/image15.jpeg"/></Relationships>
</file>

<file path=ppt/slides/_rels/slide1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50.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23.emf"/><Relationship Id="rId4" Type="http://schemas.openxmlformats.org/officeDocument/2006/relationships/image" Target="../media/image22.emf"/></Relationships>
</file>

<file path=ppt/slides/_rels/slide1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8.gi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9.wmf"/></Relationships>
</file>

<file path=ppt/slides/_rels/slide17.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33.jpeg"/><Relationship Id="rId4" Type="http://schemas.openxmlformats.org/officeDocument/2006/relationships/image" Target="../media/image32.gif"/></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35086" y="1803405"/>
            <a:ext cx="5094514" cy="1825096"/>
          </a:xfrm>
        </p:spPr>
        <p:txBody>
          <a:bodyPr/>
          <a:lstStyle/>
          <a:p>
            <a:r>
              <a:rPr lang="en-US" dirty="0"/>
              <a:t>CHEM 105</a:t>
            </a:r>
            <a:br>
              <a:rPr lang="en-US" dirty="0"/>
            </a:br>
            <a:r>
              <a:rPr lang="en-US" sz="1800" dirty="0"/>
              <a:t>Sections 31-49</a:t>
            </a:r>
          </a:p>
        </p:txBody>
      </p:sp>
      <p:sp>
        <p:nvSpPr>
          <p:cNvPr id="3" name="Subtitle 2"/>
          <p:cNvSpPr>
            <a:spLocks noGrp="1"/>
          </p:cNvSpPr>
          <p:nvPr>
            <p:ph type="subTitle" idx="1"/>
          </p:nvPr>
        </p:nvSpPr>
        <p:spPr>
          <a:xfrm>
            <a:off x="3135086" y="3632201"/>
            <a:ext cx="5094514" cy="685800"/>
          </a:xfrm>
        </p:spPr>
        <p:txBody>
          <a:bodyPr/>
          <a:lstStyle/>
          <a:p>
            <a:pPr>
              <a:spcBef>
                <a:spcPts val="0"/>
              </a:spcBef>
              <a:spcAft>
                <a:spcPts val="0"/>
              </a:spcAft>
            </a:pPr>
            <a:r>
              <a:rPr lang="en-US" dirty="0"/>
              <a:t>Dr. Stacey J. Smith</a:t>
            </a:r>
          </a:p>
          <a:p>
            <a:pPr>
              <a:spcBef>
                <a:spcPts val="0"/>
              </a:spcBef>
              <a:spcAft>
                <a:spcPts val="0"/>
              </a:spcAft>
            </a:pPr>
            <a:r>
              <a:rPr lang="en-US" dirty="0"/>
              <a:t>Fall 2024</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9586" y="2342492"/>
            <a:ext cx="2095500" cy="1857375"/>
          </a:xfrm>
          <a:prstGeom prst="rect">
            <a:avLst/>
          </a:prstGeom>
        </p:spPr>
      </p:pic>
      <p:cxnSp>
        <p:nvCxnSpPr>
          <p:cNvPr id="7" name="Straight Connector 6"/>
          <p:cNvCxnSpPr/>
          <p:nvPr/>
        </p:nvCxnSpPr>
        <p:spPr>
          <a:xfrm>
            <a:off x="1092820" y="4440662"/>
            <a:ext cx="42976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092820" y="2273611"/>
            <a:ext cx="5760720"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088F7D9E-4642-BCF0-F463-0A1731FBA4E1}"/>
              </a:ext>
            </a:extLst>
          </p:cNvPr>
          <p:cNvSpPr/>
          <p:nvPr/>
        </p:nvSpPr>
        <p:spPr>
          <a:xfrm>
            <a:off x="5738819" y="3447222"/>
            <a:ext cx="3017520" cy="892552"/>
          </a:xfrm>
          <a:prstGeom prst="rect">
            <a:avLst/>
          </a:prstGeom>
        </p:spPr>
        <p:txBody>
          <a:bodyPr wrap="square">
            <a:spAutoFit/>
          </a:bodyPr>
          <a:lstStyle/>
          <a:p>
            <a:r>
              <a:rPr lang="en-US" b="0" i="1" dirty="0">
                <a:solidFill>
                  <a:schemeClr val="tx1">
                    <a:lumMod val="75000"/>
                  </a:schemeClr>
                </a:solidFill>
                <a:effectLst/>
                <a:latin typeface="Libre Baskerville"/>
              </a:rPr>
              <a:t>The bad news is that time flies. The good news is that you’re the pilot. </a:t>
            </a:r>
          </a:p>
          <a:p>
            <a:pPr algn="r"/>
            <a:r>
              <a:rPr lang="en-US" sz="1600" b="0" i="1" dirty="0">
                <a:solidFill>
                  <a:schemeClr val="tx1">
                    <a:lumMod val="75000"/>
                  </a:schemeClr>
                </a:solidFill>
                <a:effectLst/>
                <a:latin typeface="Libre Baskerville"/>
              </a:rPr>
              <a:t>– Michael </a:t>
            </a:r>
            <a:r>
              <a:rPr lang="en-US" sz="1600" b="0" i="1" dirty="0" err="1">
                <a:solidFill>
                  <a:schemeClr val="tx1">
                    <a:lumMod val="75000"/>
                  </a:schemeClr>
                </a:solidFill>
                <a:effectLst/>
                <a:latin typeface="Libre Baskerville"/>
              </a:rPr>
              <a:t>Altshuler</a:t>
            </a:r>
            <a:endParaRPr lang="en-US" sz="1600" b="0" i="1" dirty="0">
              <a:solidFill>
                <a:schemeClr val="tx1">
                  <a:lumMod val="75000"/>
                </a:schemeClr>
              </a:solidFill>
              <a:effectLst/>
              <a:latin typeface="Libre Baskerville"/>
            </a:endParaRPr>
          </a:p>
        </p:txBody>
      </p:sp>
      <p:sp>
        <p:nvSpPr>
          <p:cNvPr id="12" name="Rectangle 11">
            <a:extLst>
              <a:ext uri="{FF2B5EF4-FFF2-40B4-BE49-F238E27FC236}">
                <a16:creationId xmlns:a16="http://schemas.microsoft.com/office/drawing/2014/main" id="{142C18B6-DD6F-193B-F23B-C776D81F3B06}"/>
              </a:ext>
            </a:extLst>
          </p:cNvPr>
          <p:cNvSpPr/>
          <p:nvPr/>
        </p:nvSpPr>
        <p:spPr>
          <a:xfrm>
            <a:off x="965487" y="4558796"/>
            <a:ext cx="4444063" cy="923330"/>
          </a:xfrm>
          <a:prstGeom prst="rect">
            <a:avLst/>
          </a:prstGeom>
        </p:spPr>
        <p:txBody>
          <a:bodyPr wrap="square">
            <a:spAutoFit/>
          </a:bodyPr>
          <a:lstStyle/>
          <a:p>
            <a:r>
              <a:rPr lang="en-US" b="0" i="1" dirty="0">
                <a:solidFill>
                  <a:schemeClr val="tx1">
                    <a:lumMod val="75000"/>
                  </a:schemeClr>
                </a:solidFill>
                <a:effectLst/>
                <a:latin typeface="Libre Baskerville"/>
              </a:rPr>
              <a:t>Success is not final; failure is not fatal: it is the courage to continue that counts.</a:t>
            </a:r>
          </a:p>
          <a:p>
            <a:pPr algn="r"/>
            <a:r>
              <a:rPr lang="en-US" i="1" dirty="0">
                <a:solidFill>
                  <a:schemeClr val="tx1">
                    <a:lumMod val="75000"/>
                  </a:schemeClr>
                </a:solidFill>
                <a:latin typeface="Libre Baskerville"/>
              </a:rPr>
              <a:t>-Winston Churchill</a:t>
            </a:r>
            <a:endParaRPr lang="en-US" b="0" i="1" dirty="0">
              <a:solidFill>
                <a:schemeClr val="tx1">
                  <a:lumMod val="75000"/>
                </a:schemeClr>
              </a:solidFill>
              <a:effectLst/>
              <a:latin typeface="Libre Baskerville"/>
            </a:endParaRPr>
          </a:p>
        </p:txBody>
      </p:sp>
      <p:sp>
        <p:nvSpPr>
          <p:cNvPr id="20" name="Rectangle 19">
            <a:extLst>
              <a:ext uri="{FF2B5EF4-FFF2-40B4-BE49-F238E27FC236}">
                <a16:creationId xmlns:a16="http://schemas.microsoft.com/office/drawing/2014/main" id="{C390B35D-8A1B-AC49-C097-C9C7C6AAA0CE}"/>
              </a:ext>
            </a:extLst>
          </p:cNvPr>
          <p:cNvSpPr/>
          <p:nvPr/>
        </p:nvSpPr>
        <p:spPr>
          <a:xfrm>
            <a:off x="3668365" y="389778"/>
            <a:ext cx="5212080" cy="1477328"/>
          </a:xfrm>
          <a:prstGeom prst="rect">
            <a:avLst/>
          </a:prstGeom>
        </p:spPr>
        <p:txBody>
          <a:bodyPr wrap="square">
            <a:spAutoFit/>
          </a:bodyPr>
          <a:lstStyle/>
          <a:p>
            <a:r>
              <a:rPr lang="en-US" b="0" i="1" dirty="0">
                <a:solidFill>
                  <a:schemeClr val="tx1">
                    <a:lumMod val="75000"/>
                  </a:schemeClr>
                </a:solidFill>
                <a:effectLst/>
                <a:latin typeface="Libre Baskerville"/>
              </a:rPr>
              <a:t>Time is all the capital stock there is on earth. …If properly used, it brings that which will add to your comfort, convenience, and satisfaction.</a:t>
            </a:r>
          </a:p>
          <a:p>
            <a:pPr algn="r"/>
            <a:r>
              <a:rPr lang="en-US" i="1" dirty="0">
                <a:solidFill>
                  <a:schemeClr val="tx1">
                    <a:lumMod val="75000"/>
                  </a:schemeClr>
                </a:solidFill>
                <a:latin typeface="Libre Baskerville"/>
              </a:rPr>
              <a:t>-</a:t>
            </a:r>
            <a:r>
              <a:rPr lang="en-US" sz="1600" i="1" dirty="0">
                <a:solidFill>
                  <a:schemeClr val="tx1">
                    <a:lumMod val="75000"/>
                  </a:schemeClr>
                </a:solidFill>
                <a:latin typeface="Libre Baskerville"/>
              </a:rPr>
              <a:t>Brigham Young, Discourses</a:t>
            </a:r>
            <a:endParaRPr lang="en-US" b="0" i="1" dirty="0">
              <a:solidFill>
                <a:schemeClr val="tx1">
                  <a:lumMod val="75000"/>
                </a:schemeClr>
              </a:solidFill>
              <a:effectLst/>
              <a:latin typeface="Libre Baskerville"/>
            </a:endParaRPr>
          </a:p>
        </p:txBody>
      </p:sp>
      <p:sp>
        <p:nvSpPr>
          <p:cNvPr id="21" name="Rectangle 20">
            <a:extLst>
              <a:ext uri="{FF2B5EF4-FFF2-40B4-BE49-F238E27FC236}">
                <a16:creationId xmlns:a16="http://schemas.microsoft.com/office/drawing/2014/main" id="{A0BCD90A-B22C-52E1-B76E-F8B1ABB8D8E8}"/>
              </a:ext>
            </a:extLst>
          </p:cNvPr>
          <p:cNvSpPr/>
          <p:nvPr/>
        </p:nvSpPr>
        <p:spPr>
          <a:xfrm>
            <a:off x="876300" y="1840012"/>
            <a:ext cx="6270905" cy="369332"/>
          </a:xfrm>
          <a:prstGeom prst="rect">
            <a:avLst/>
          </a:prstGeom>
        </p:spPr>
        <p:txBody>
          <a:bodyPr wrap="square">
            <a:spAutoFit/>
          </a:bodyPr>
          <a:lstStyle/>
          <a:p>
            <a:r>
              <a:rPr lang="en-US" b="0" i="1" dirty="0">
                <a:solidFill>
                  <a:schemeClr val="tx1">
                    <a:lumMod val="75000"/>
                  </a:schemeClr>
                </a:solidFill>
                <a:effectLst/>
                <a:latin typeface="Libre Baskerville"/>
              </a:rPr>
              <a:t>Time is your most valuable and least renewable resource.</a:t>
            </a:r>
            <a:endParaRPr lang="en-US" sz="1600" b="0" i="1" dirty="0">
              <a:solidFill>
                <a:schemeClr val="tx1">
                  <a:lumMod val="75000"/>
                </a:schemeClr>
              </a:solidFill>
              <a:effectLst/>
              <a:latin typeface="Libre Baskerville"/>
            </a:endParaRPr>
          </a:p>
        </p:txBody>
      </p:sp>
    </p:spTree>
    <p:extLst>
      <p:ext uri="{BB962C8B-B14F-4D97-AF65-F5344CB8AC3E}">
        <p14:creationId xmlns:p14="http://schemas.microsoft.com/office/powerpoint/2010/main" val="4200424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20" grpId="0"/>
      <p:bldP spid="2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321035" y="381001"/>
            <a:ext cx="3904516" cy="1254759"/>
          </a:xfrm>
        </p:spPr>
        <p:txBody>
          <a:bodyPr vert="horz" lIns="91440" tIns="45720" rIns="91440" bIns="45720" rtlCol="0" anchor="ctr">
            <a:normAutofit fontScale="90000"/>
          </a:bodyPr>
          <a:lstStyle/>
          <a:p>
            <a:r>
              <a:rPr lang="en-US" dirty="0"/>
              <a:t>Lecture 15:</a:t>
            </a:r>
            <a:br>
              <a:rPr lang="en-US" dirty="0"/>
            </a:br>
            <a:r>
              <a:rPr lang="en-US" dirty="0"/>
              <a:t>4.7-4.9</a:t>
            </a:r>
          </a:p>
        </p:txBody>
      </p:sp>
      <p:sp>
        <p:nvSpPr>
          <p:cNvPr id="4" name="Rectangle 3"/>
          <p:cNvSpPr/>
          <p:nvPr/>
        </p:nvSpPr>
        <p:spPr>
          <a:xfrm>
            <a:off x="466808" y="1479204"/>
            <a:ext cx="5664169" cy="1175706"/>
          </a:xfrm>
          <a:prstGeom prst="rect">
            <a:avLst/>
          </a:prstGeom>
        </p:spPr>
        <p:txBody>
          <a:bodyPr wrap="square">
            <a:spAutoFit/>
          </a:bodyPr>
          <a:lstStyle/>
          <a:p>
            <a:pPr algn="ctr">
              <a:lnSpc>
                <a:spcPct val="80000"/>
              </a:lnSpc>
            </a:pPr>
            <a:r>
              <a:rPr lang="en-US" sz="4400" dirty="0">
                <a:solidFill>
                  <a:prstClr val="black"/>
                </a:solidFill>
                <a:latin typeface="Comic Sans MS"/>
              </a:rPr>
              <a:t>Lewis Structures II:</a:t>
            </a:r>
          </a:p>
          <a:p>
            <a:pPr algn="ctr">
              <a:lnSpc>
                <a:spcPct val="80000"/>
              </a:lnSpc>
            </a:pPr>
            <a:r>
              <a:rPr lang="en-US" sz="4400" dirty="0">
                <a:solidFill>
                  <a:prstClr val="black"/>
                </a:solidFill>
                <a:latin typeface="Comic Sans MS"/>
              </a:rPr>
              <a:t>Formal Charge</a:t>
            </a:r>
            <a:endParaRPr lang="en-US" sz="1600" dirty="0">
              <a:solidFill>
                <a:prstClr val="black"/>
              </a:solidFill>
            </a:endParaRPr>
          </a:p>
        </p:txBody>
      </p:sp>
      <p:sp>
        <p:nvSpPr>
          <p:cNvPr id="2" name="Slide Number Placeholder 1"/>
          <p:cNvSpPr>
            <a:spLocks noGrp="1"/>
          </p:cNvSpPr>
          <p:nvPr>
            <p:ph type="sldNum" sz="quarter" idx="12"/>
          </p:nvPr>
        </p:nvSpPr>
        <p:spPr/>
        <p:txBody>
          <a:bodyPr/>
          <a:lstStyle/>
          <a:p>
            <a:fld id="{63C103D7-7FC1-4B9F-A526-BC88A3C4AA47}" type="slidenum">
              <a:rPr lang="en-US" smtClean="0">
                <a:solidFill>
                  <a:prstClr val="white"/>
                </a:solidFill>
              </a:rPr>
              <a:pPr/>
              <a:t>2</a:t>
            </a:fld>
            <a:endParaRPr lang="en-US" dirty="0">
              <a:solidFill>
                <a:prstClr val="white"/>
              </a:solidFill>
            </a:endParaRPr>
          </a:p>
        </p:txBody>
      </p:sp>
      <p:sp>
        <p:nvSpPr>
          <p:cNvPr id="7" name="Content Placeholder 2"/>
          <p:cNvSpPr txBox="1">
            <a:spLocks/>
          </p:cNvSpPr>
          <p:nvPr/>
        </p:nvSpPr>
        <p:spPr>
          <a:xfrm>
            <a:off x="466808" y="2577420"/>
            <a:ext cx="8372392" cy="396940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0" indent="0">
              <a:spcBef>
                <a:spcPts val="0"/>
              </a:spcBef>
              <a:buNone/>
              <a:defRPr/>
            </a:pPr>
            <a:r>
              <a:rPr lang="en-US" sz="2400" dirty="0"/>
              <a:t>4.1	Chemical Bonds and Greenhouse Gases</a:t>
            </a:r>
          </a:p>
          <a:p>
            <a:pPr marL="0" indent="0">
              <a:spcBef>
                <a:spcPts val="0"/>
              </a:spcBef>
              <a:buNone/>
              <a:defRPr/>
            </a:pPr>
            <a:r>
              <a:rPr lang="en-US" sz="2400" dirty="0"/>
              <a:t>4.2	Electronegativity, Unequal Sharing, &amp; Polar Bonds </a:t>
            </a:r>
          </a:p>
          <a:p>
            <a:pPr marL="0" indent="0">
              <a:spcBef>
                <a:spcPts val="0"/>
              </a:spcBef>
              <a:buNone/>
              <a:defRPr/>
            </a:pPr>
            <a:r>
              <a:rPr lang="en-US" sz="2400" dirty="0"/>
              <a:t>4.3	Naming Compounds and Writing Formulas</a:t>
            </a:r>
          </a:p>
          <a:p>
            <a:pPr marL="0" indent="0">
              <a:spcBef>
                <a:spcPts val="0"/>
              </a:spcBef>
              <a:buNone/>
              <a:defRPr/>
            </a:pPr>
            <a:r>
              <a:rPr lang="en-US" sz="2400" dirty="0"/>
              <a:t>4.4	Lewis Symbols and Lewis Structures</a:t>
            </a:r>
          </a:p>
          <a:p>
            <a:pPr marL="0" indent="0">
              <a:spcBef>
                <a:spcPts val="0"/>
              </a:spcBef>
              <a:buNone/>
              <a:defRPr/>
            </a:pPr>
            <a:r>
              <a:rPr lang="en-US" sz="2400" dirty="0"/>
              <a:t>4.5	Resonance</a:t>
            </a:r>
          </a:p>
          <a:p>
            <a:pPr marL="0" indent="0">
              <a:spcBef>
                <a:spcPts val="0"/>
              </a:spcBef>
              <a:buNone/>
              <a:defRPr/>
            </a:pPr>
            <a:r>
              <a:rPr lang="en-US" sz="2400" dirty="0"/>
              <a:t>4.6 	The Lengths and Strengths of Covalent Bonds</a:t>
            </a:r>
          </a:p>
          <a:p>
            <a:pPr marL="0" indent="0">
              <a:spcBef>
                <a:spcPts val="0"/>
              </a:spcBef>
              <a:buNone/>
              <a:defRPr/>
            </a:pPr>
            <a:r>
              <a:rPr lang="en-US" sz="2400" dirty="0">
                <a:solidFill>
                  <a:srgbClr val="3366FF"/>
                </a:solidFill>
              </a:rPr>
              <a:t>4.7	Formal Charge:  Choosing among Lewis Structures</a:t>
            </a:r>
          </a:p>
          <a:p>
            <a:pPr marL="0" indent="0">
              <a:spcBef>
                <a:spcPts val="0"/>
              </a:spcBef>
              <a:buNone/>
              <a:defRPr/>
            </a:pPr>
            <a:r>
              <a:rPr lang="en-US" sz="2400" dirty="0">
                <a:solidFill>
                  <a:srgbClr val="3366FF"/>
                </a:solidFill>
              </a:rPr>
              <a:t>4.8	Exceptions to the Octet Rule</a:t>
            </a:r>
          </a:p>
          <a:p>
            <a:pPr marL="0" indent="0">
              <a:spcBef>
                <a:spcPts val="0"/>
              </a:spcBef>
              <a:buNone/>
              <a:defRPr/>
            </a:pPr>
            <a:r>
              <a:rPr lang="en-US" sz="2400" dirty="0">
                <a:solidFill>
                  <a:srgbClr val="3366FF"/>
                </a:solidFill>
              </a:rPr>
              <a:t>4.9	Vibrating Bonds and the Greenhouse Effect</a:t>
            </a:r>
          </a:p>
          <a:p>
            <a:pPr marL="0" indent="0">
              <a:spcBef>
                <a:spcPts val="0"/>
              </a:spcBef>
              <a:buNone/>
              <a:defRPr/>
            </a:pPr>
            <a:endParaRPr lang="en-US" sz="2400" dirty="0">
              <a:solidFill>
                <a:prstClr val="black"/>
              </a:solidFill>
            </a:endParaRPr>
          </a:p>
          <a:p>
            <a:pPr marL="0" indent="0">
              <a:spcBef>
                <a:spcPts val="0"/>
              </a:spcBef>
              <a:buNone/>
              <a:defRPr/>
            </a:pPr>
            <a:r>
              <a:rPr lang="en-US" sz="2400" dirty="0"/>
              <a:t>5.3	Polar Bonds and Polar Molecules</a:t>
            </a:r>
          </a:p>
        </p:txBody>
      </p:sp>
    </p:spTree>
    <p:extLst>
      <p:ext uri="{BB962C8B-B14F-4D97-AF65-F5344CB8AC3E}">
        <p14:creationId xmlns:p14="http://schemas.microsoft.com/office/powerpoint/2010/main" val="38960582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71700" y="291901"/>
            <a:ext cx="6377940" cy="1254759"/>
          </a:xfrm>
        </p:spPr>
        <p:txBody>
          <a:bodyPr>
            <a:normAutofit/>
          </a:bodyPr>
          <a:lstStyle/>
          <a:p>
            <a:r>
              <a:rPr lang="en-US" dirty="0"/>
              <a:t>Lewis recipe</a:t>
            </a:r>
            <a:br>
              <a:rPr lang="en-US" dirty="0"/>
            </a:br>
            <a:r>
              <a:rPr lang="en-US" sz="1600" dirty="0"/>
              <a:t>For predicting structure at a glance </a:t>
            </a:r>
            <a:endParaRPr lang="en-US" sz="1600" cap="none" dirty="0"/>
          </a:p>
        </p:txBody>
      </p:sp>
      <p:sp>
        <p:nvSpPr>
          <p:cNvPr id="3" name="Content Placeholder 2"/>
          <p:cNvSpPr>
            <a:spLocks noGrp="1"/>
          </p:cNvSpPr>
          <p:nvPr>
            <p:ph idx="1"/>
          </p:nvPr>
        </p:nvSpPr>
        <p:spPr>
          <a:xfrm>
            <a:off x="126683" y="1431389"/>
            <a:ext cx="5702617" cy="5400441"/>
          </a:xfrm>
        </p:spPr>
        <p:txBody>
          <a:bodyPr>
            <a:normAutofit fontScale="92500" lnSpcReduction="20000"/>
          </a:bodyPr>
          <a:lstStyle/>
          <a:p>
            <a:pPr marL="457200" indent="-457200">
              <a:buFont typeface="+mj-lt"/>
              <a:buAutoNum type="arabicParenR"/>
            </a:pPr>
            <a:r>
              <a:rPr lang="en-US" dirty="0">
                <a:solidFill>
                  <a:srgbClr val="CC00CC"/>
                </a:solidFill>
              </a:rPr>
              <a:t>Count the valence e- present</a:t>
            </a:r>
          </a:p>
          <a:p>
            <a:pPr marL="457200" indent="-457200">
              <a:buFont typeface="+mj-lt"/>
              <a:buAutoNum type="arabicParenR"/>
            </a:pPr>
            <a:r>
              <a:rPr lang="en-US" dirty="0">
                <a:solidFill>
                  <a:schemeClr val="accent6"/>
                </a:solidFill>
              </a:rPr>
              <a:t>Predict the connectivity of the atoms </a:t>
            </a:r>
          </a:p>
          <a:p>
            <a:pPr lvl="1"/>
            <a:r>
              <a:rPr lang="en-US" sz="1700" dirty="0">
                <a:solidFill>
                  <a:srgbClr val="69ACE2"/>
                </a:solidFill>
              </a:rPr>
              <a:t>Central atom = atom that can form the most bonds and/or is the least electronegative atom</a:t>
            </a:r>
          </a:p>
          <a:p>
            <a:pPr lvl="1"/>
            <a:r>
              <a:rPr lang="en-US" sz="1700" dirty="0">
                <a:solidFill>
                  <a:srgbClr val="69ACE2"/>
                </a:solidFill>
              </a:rPr>
              <a:t>Order of atoms in formula is often indicative</a:t>
            </a:r>
          </a:p>
          <a:p>
            <a:pPr marL="457200" indent="-457200">
              <a:buFont typeface="+mj-lt"/>
              <a:buAutoNum type="arabicParenR"/>
            </a:pPr>
            <a:r>
              <a:rPr lang="en-US" dirty="0">
                <a:solidFill>
                  <a:srgbClr val="92D050"/>
                </a:solidFill>
              </a:rPr>
              <a:t>Draw single bonds to connect all atoms</a:t>
            </a:r>
          </a:p>
          <a:p>
            <a:pPr marL="457200" indent="-457200">
              <a:buFont typeface="+mj-lt"/>
              <a:buAutoNum type="arabicParenR"/>
            </a:pPr>
            <a:r>
              <a:rPr lang="en-US" dirty="0">
                <a:solidFill>
                  <a:schemeClr val="accent2"/>
                </a:solidFill>
              </a:rPr>
              <a:t>Use remaining e- as lone pairs to complete octets of all atoms </a:t>
            </a:r>
            <a:br>
              <a:rPr lang="en-US" dirty="0">
                <a:solidFill>
                  <a:schemeClr val="accent2"/>
                </a:solidFill>
              </a:rPr>
            </a:br>
            <a:r>
              <a:rPr lang="en-US" sz="2000" i="1" dirty="0">
                <a:solidFill>
                  <a:schemeClr val="accent2"/>
                </a:solidFill>
              </a:rPr>
              <a:t>(give e- to most electronegative atoms first)</a:t>
            </a:r>
            <a:endParaRPr lang="en-US" i="1" dirty="0">
              <a:solidFill>
                <a:schemeClr val="accent2"/>
              </a:solidFill>
            </a:endParaRPr>
          </a:p>
          <a:p>
            <a:pPr lvl="1"/>
            <a:r>
              <a:rPr lang="en-US" sz="1700" dirty="0">
                <a:solidFill>
                  <a:schemeClr val="accent2"/>
                </a:solidFill>
              </a:rPr>
              <a:t>If there are not enough e- to go around, convert some lone pairs to bonding pairs</a:t>
            </a:r>
          </a:p>
          <a:p>
            <a:pPr lvl="1"/>
            <a:r>
              <a:rPr lang="en-US" sz="1700" dirty="0">
                <a:solidFill>
                  <a:schemeClr val="accent2"/>
                </a:solidFill>
              </a:rPr>
              <a:t>If there are more e- than needed, put remaining e- on the central atom as lone pairs (if period 3 or below)</a:t>
            </a:r>
          </a:p>
          <a:p>
            <a:pPr marL="457200" indent="-457200">
              <a:buFont typeface="+mj-lt"/>
              <a:buAutoNum type="arabicParenR"/>
            </a:pPr>
            <a:r>
              <a:rPr lang="en-US" b="1" dirty="0">
                <a:solidFill>
                  <a:srgbClr val="C00000"/>
                </a:solidFill>
              </a:rPr>
              <a:t>Draw resonance structures as necessary </a:t>
            </a:r>
          </a:p>
          <a:p>
            <a:pPr marL="457200" indent="-457200">
              <a:buFont typeface="+mj-lt"/>
              <a:buAutoNum type="arabicParenR"/>
            </a:pPr>
            <a:r>
              <a:rPr lang="en-US" dirty="0">
                <a:solidFill>
                  <a:srgbClr val="FF0000"/>
                </a:solidFill>
              </a:rPr>
              <a:t>Check that the # of e- in your Lewis structure(s) matches the # in step 1</a:t>
            </a:r>
          </a:p>
          <a:p>
            <a:pPr marL="457200" indent="-457200">
              <a:buFont typeface="+mj-lt"/>
              <a:buAutoNum type="arabicParenR"/>
            </a:pPr>
            <a:r>
              <a:rPr lang="en-US" dirty="0">
                <a:solidFill>
                  <a:schemeClr val="bg1">
                    <a:lumMod val="50000"/>
                  </a:schemeClr>
                </a:solidFill>
              </a:rPr>
              <a:t>Check that the # of bonds makes sense</a:t>
            </a:r>
          </a:p>
          <a:p>
            <a:pPr marL="457200" indent="-457200">
              <a:buFont typeface="+mj-lt"/>
              <a:buAutoNum type="arabicParenR"/>
            </a:pPr>
            <a:r>
              <a:rPr lang="en-US" b="1" dirty="0">
                <a:solidFill>
                  <a:schemeClr val="accent1">
                    <a:lumMod val="50000"/>
                  </a:schemeClr>
                </a:solidFill>
              </a:rPr>
              <a:t>Check Formal Charge to identify the </a:t>
            </a:r>
            <a:br>
              <a:rPr lang="en-US" b="1" dirty="0">
                <a:solidFill>
                  <a:schemeClr val="accent1">
                    <a:lumMod val="50000"/>
                  </a:schemeClr>
                </a:solidFill>
              </a:rPr>
            </a:br>
            <a:r>
              <a:rPr lang="en-US" b="1" dirty="0">
                <a:solidFill>
                  <a:schemeClr val="accent1">
                    <a:lumMod val="50000"/>
                  </a:schemeClr>
                </a:solidFill>
              </a:rPr>
              <a:t>best structure (if they’re not equivalent)</a:t>
            </a:r>
          </a:p>
          <a:p>
            <a:pPr marL="457200" indent="-457200">
              <a:buFont typeface="+mj-lt"/>
              <a:buAutoNum type="arabicParenR"/>
            </a:pPr>
            <a:endParaRPr lang="en-US" dirty="0"/>
          </a:p>
          <a:p>
            <a:endParaRPr lang="en-US" dirty="0"/>
          </a:p>
        </p:txBody>
      </p:sp>
      <p:pic>
        <p:nvPicPr>
          <p:cNvPr id="4" name="Picture 3"/>
          <p:cNvPicPr>
            <a:picLocks noChangeAspect="1"/>
          </p:cNvPicPr>
          <p:nvPr/>
        </p:nvPicPr>
        <p:blipFill rotWithShape="1">
          <a:blip r:embed="rId3" cstate="print">
            <a:extLst>
              <a:ext uri="{28A0092B-C50C-407E-A947-70E740481C1C}">
                <a14:useLocalDpi xmlns:a14="http://schemas.microsoft.com/office/drawing/2010/main" val="0"/>
              </a:ext>
            </a:extLst>
          </a:blip>
          <a:srcRect l="446" t="3841" r="14222"/>
          <a:stretch/>
        </p:blipFill>
        <p:spPr>
          <a:xfrm>
            <a:off x="5982652" y="1457559"/>
            <a:ext cx="2566988" cy="4350512"/>
          </a:xfrm>
          <a:prstGeom prst="rect">
            <a:avLst/>
          </a:prstGeom>
        </p:spPr>
      </p:pic>
      <p:sp>
        <p:nvSpPr>
          <p:cNvPr id="5" name="Slide Number Placeholder 4"/>
          <p:cNvSpPr>
            <a:spLocks noGrp="1"/>
          </p:cNvSpPr>
          <p:nvPr>
            <p:ph type="sldNum" sz="quarter" idx="12"/>
          </p:nvPr>
        </p:nvSpPr>
        <p:spPr/>
        <p:txBody>
          <a:bodyPr/>
          <a:lstStyle/>
          <a:p>
            <a:fld id="{63C103D7-7FC1-4B9F-A526-BC88A3C4AA47}" type="slidenum">
              <a:rPr lang="en-US" smtClean="0"/>
              <a:pPr/>
              <a:t>3</a:t>
            </a:fld>
            <a:endParaRPr lang="en-US" dirty="0"/>
          </a:p>
        </p:txBody>
      </p:sp>
      <p:sp>
        <p:nvSpPr>
          <p:cNvPr id="6" name="Rectangle 5"/>
          <p:cNvSpPr/>
          <p:nvPr/>
        </p:nvSpPr>
        <p:spPr>
          <a:xfrm>
            <a:off x="5597236" y="5808071"/>
            <a:ext cx="3420081" cy="923330"/>
          </a:xfrm>
          <a:prstGeom prst="rect">
            <a:avLst/>
          </a:prstGeom>
        </p:spPr>
        <p:txBody>
          <a:bodyPr wrap="square">
            <a:spAutoFit/>
          </a:bodyPr>
          <a:lstStyle/>
          <a:p>
            <a:r>
              <a:rPr lang="en-US" u="sng" dirty="0">
                <a:solidFill>
                  <a:srgbClr val="FE801A"/>
                </a:solidFill>
                <a:effectLst>
                  <a:outerShdw blurRad="38100" dist="38100" dir="2700000" algn="tl">
                    <a:srgbClr val="000000">
                      <a:alpha val="43137"/>
                    </a:srgbClr>
                  </a:outerShdw>
                </a:effectLst>
                <a:ea typeface="ＭＳ Ｐゴシック" charset="0"/>
              </a:rPr>
              <a:t>OCTET RULE</a:t>
            </a:r>
            <a:r>
              <a:rPr lang="en-US" dirty="0">
                <a:ea typeface="ＭＳ Ｐゴシック" charset="0"/>
              </a:rPr>
              <a:t>: atoms tend to gain, lose, or share e- until they are surrounded by 8 valence e-</a:t>
            </a:r>
            <a:endParaRPr lang="en-US" dirty="0"/>
          </a:p>
        </p:txBody>
      </p:sp>
      <p:sp>
        <p:nvSpPr>
          <p:cNvPr id="10" name="TextBox 9">
            <a:extLst>
              <a:ext uri="{FF2B5EF4-FFF2-40B4-BE49-F238E27FC236}">
                <a16:creationId xmlns:a16="http://schemas.microsoft.com/office/drawing/2014/main" id="{99021178-9025-DDCF-58DE-3EA5A7D84DBF}"/>
              </a:ext>
            </a:extLst>
          </p:cNvPr>
          <p:cNvSpPr txBox="1"/>
          <p:nvPr/>
        </p:nvSpPr>
        <p:spPr>
          <a:xfrm>
            <a:off x="1797843" y="681510"/>
            <a:ext cx="1371600" cy="707886"/>
          </a:xfrm>
          <a:prstGeom prst="rect">
            <a:avLst/>
          </a:prstGeom>
          <a:noFill/>
        </p:spPr>
        <p:txBody>
          <a:bodyPr wrap="square">
            <a:spAutoFit/>
          </a:bodyPr>
          <a:lstStyle/>
          <a:p>
            <a:r>
              <a:rPr kumimoji="0" lang="en-US" sz="2800" b="0" i="0" u="none" strike="noStrike" kern="1200" cap="none" spc="0" normalizeH="0" baseline="0" noProof="0" dirty="0">
                <a:ln>
                  <a:noFill/>
                </a:ln>
                <a:solidFill>
                  <a:prstClr val="black"/>
                </a:solidFill>
                <a:effectLst/>
                <a:uLnTx/>
                <a:uFillTx/>
                <a:latin typeface="Arial"/>
                <a:ea typeface="+mn-ea"/>
                <a:cs typeface="+mn-cs"/>
              </a:rPr>
              <a:t>NO</a:t>
            </a:r>
            <a:r>
              <a:rPr kumimoji="0" lang="en-US" sz="2800" b="0" i="0" u="none" strike="noStrike" kern="1200" cap="none" spc="0" normalizeH="0" baseline="-25000" noProof="0" dirty="0">
                <a:ln>
                  <a:noFill/>
                </a:ln>
                <a:solidFill>
                  <a:prstClr val="black"/>
                </a:solidFill>
                <a:effectLst/>
                <a:uLnTx/>
                <a:uFillTx/>
                <a:latin typeface="Arial"/>
                <a:ea typeface="+mn-ea"/>
                <a:cs typeface="+mn-cs"/>
              </a:rPr>
              <a:t>2</a:t>
            </a:r>
            <a:r>
              <a:rPr kumimoji="0" lang="en-US" sz="4000" b="0" i="0" u="none" strike="noStrike" kern="1200" cap="none" spc="0" normalizeH="0" baseline="30000" noProof="0" dirty="0">
                <a:ln>
                  <a:noFill/>
                </a:ln>
                <a:solidFill>
                  <a:prstClr val="black"/>
                </a:solidFill>
                <a:effectLst/>
                <a:uLnTx/>
                <a:uFillTx/>
                <a:latin typeface="Arial"/>
                <a:ea typeface="+mn-ea"/>
                <a:cs typeface="+mn-cs"/>
              </a:rPr>
              <a:t>-</a:t>
            </a:r>
            <a:endParaRPr lang="en-US" dirty="0"/>
          </a:p>
        </p:txBody>
      </p:sp>
    </p:spTree>
    <p:extLst>
      <p:ext uri="{BB962C8B-B14F-4D97-AF65-F5344CB8AC3E}">
        <p14:creationId xmlns:p14="http://schemas.microsoft.com/office/powerpoint/2010/main" val="2192635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500"/>
                                        <p:tgtEl>
                                          <p:spTgt spid="3">
                                            <p:txEl>
                                              <p:pRg st="6" end="6"/>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500"/>
                                        <p:tgtEl>
                                          <p:spTgt spid="3">
                                            <p:txEl>
                                              <p:pRg st="7" end="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fade">
                                      <p:cBhvr>
                                        <p:cTn id="33" dur="500"/>
                                        <p:tgtEl>
                                          <p:spTgt spid="3">
                                            <p:txEl>
                                              <p:pRg st="8" end="8"/>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
                                            <p:txEl>
                                              <p:pRg st="9" end="9"/>
                                            </p:txEl>
                                          </p:spTgt>
                                        </p:tgtEl>
                                        <p:attrNameLst>
                                          <p:attrName>style.visibility</p:attrName>
                                        </p:attrNameLst>
                                      </p:cBhvr>
                                      <p:to>
                                        <p:strVal val="visible"/>
                                      </p:to>
                                    </p:set>
                                    <p:animEffect transition="in" filter="fade">
                                      <p:cBhvr>
                                        <p:cTn id="38" dur="500"/>
                                        <p:tgtEl>
                                          <p:spTgt spid="3">
                                            <p:txEl>
                                              <p:pRg st="9" end="9"/>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animEffect transition="in" filter="fade">
                                      <p:cBhvr>
                                        <p:cTn id="43" dur="500"/>
                                        <p:tgtEl>
                                          <p:spTgt spid="3">
                                            <p:txEl>
                                              <p:pRg st="10" end="1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3">
                                            <p:txEl>
                                              <p:pRg st="11" end="11"/>
                                            </p:txEl>
                                          </p:spTgt>
                                        </p:tgtEl>
                                        <p:attrNameLst>
                                          <p:attrName>style.visibility</p:attrName>
                                        </p:attrNameLst>
                                      </p:cBhvr>
                                      <p:to>
                                        <p:strVal val="visible"/>
                                      </p:to>
                                    </p:set>
                                    <p:animEffect transition="in" filter="fade">
                                      <p:cBhvr>
                                        <p:cTn id="48"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bwMode="auto">
          <a:xfrm>
            <a:off x="244340" y="2600473"/>
            <a:ext cx="1703070" cy="473264"/>
          </a:xfrm>
          <a:prstGeom prst="rect">
            <a:avLst/>
          </a:prstGeom>
          <a:solidFill>
            <a:srgbClr val="66FF3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prstClr val="black"/>
              </a:solidFill>
              <a:effectLst/>
              <a:uLnTx/>
              <a:uFillTx/>
              <a:latin typeface="Arial" charset="0"/>
              <a:ea typeface="+mn-ea"/>
              <a:cs typeface="+mn-cs"/>
            </a:endParaRPr>
          </a:p>
        </p:txBody>
      </p:sp>
      <p:sp>
        <p:nvSpPr>
          <p:cNvPr id="81922" name="Rectangle 1027"/>
          <p:cNvSpPr>
            <a:spLocks noGrp="1" noChangeArrowheads="1"/>
          </p:cNvSpPr>
          <p:nvPr>
            <p:ph type="body" idx="1"/>
          </p:nvPr>
        </p:nvSpPr>
        <p:spPr>
          <a:xfrm>
            <a:off x="359764" y="1574337"/>
            <a:ext cx="8778240" cy="4228428"/>
          </a:xfrm>
        </p:spPr>
        <p:txBody>
          <a:bodyPr>
            <a:normAutofit/>
          </a:bodyPr>
          <a:lstStyle/>
          <a:p>
            <a:pPr marL="0" indent="0">
              <a:buNone/>
              <a:defRPr/>
            </a:pPr>
            <a:r>
              <a:rPr lang="en-US" sz="2800" dirty="0"/>
              <a:t>What is the bond order for the N-O bonds in (NO</a:t>
            </a:r>
            <a:r>
              <a:rPr lang="en-US" sz="2800" baseline="-25000" dirty="0"/>
              <a:t>2</a:t>
            </a:r>
            <a:r>
              <a:rPr lang="en-US" sz="4000" baseline="30000" dirty="0"/>
              <a:t>-</a:t>
            </a:r>
            <a:r>
              <a:rPr lang="en-US" sz="2800" dirty="0"/>
              <a:t>)?</a:t>
            </a:r>
          </a:p>
          <a:p>
            <a:pPr marL="0" indent="0">
              <a:buNone/>
              <a:defRPr/>
            </a:pPr>
            <a:endParaRPr lang="en-US" sz="1000" dirty="0">
              <a:solidFill>
                <a:srgbClr val="000000"/>
              </a:solidFill>
            </a:endParaRPr>
          </a:p>
          <a:p>
            <a:pPr marL="533400" indent="-533400" eaLnBrk="0" hangingPunct="0">
              <a:spcBef>
                <a:spcPct val="0"/>
              </a:spcBef>
              <a:buClr>
                <a:schemeClr val="tx1"/>
              </a:buClr>
              <a:buFont typeface="Arial" pitchFamily="-105" charset="0"/>
              <a:buAutoNum type="alphaUcPeriod"/>
              <a:defRPr/>
            </a:pPr>
            <a:r>
              <a:rPr lang="en-US" sz="2800" dirty="0"/>
              <a:t>1</a:t>
            </a:r>
          </a:p>
          <a:p>
            <a:pPr marL="533400" indent="-533400" eaLnBrk="0" hangingPunct="0">
              <a:spcBef>
                <a:spcPct val="0"/>
              </a:spcBef>
              <a:buClr>
                <a:schemeClr val="tx1"/>
              </a:buClr>
              <a:buFont typeface="Arial" pitchFamily="-105" charset="0"/>
              <a:buAutoNum type="alphaUcPeriod"/>
              <a:defRPr/>
            </a:pPr>
            <a:r>
              <a:rPr lang="en-US" sz="2800" dirty="0"/>
              <a:t>1.5</a:t>
            </a:r>
          </a:p>
          <a:p>
            <a:pPr marL="533400" indent="-533400" eaLnBrk="0" hangingPunct="0">
              <a:spcBef>
                <a:spcPct val="0"/>
              </a:spcBef>
              <a:buClr>
                <a:schemeClr val="tx1"/>
              </a:buClr>
              <a:buFont typeface="Arial" pitchFamily="-105" charset="0"/>
              <a:buAutoNum type="alphaUcPeriod"/>
              <a:defRPr/>
            </a:pPr>
            <a:r>
              <a:rPr lang="en-US" sz="2800" dirty="0"/>
              <a:t>1 and 2</a:t>
            </a:r>
          </a:p>
          <a:p>
            <a:pPr marL="533400" indent="-533400" eaLnBrk="0" hangingPunct="0">
              <a:spcBef>
                <a:spcPct val="0"/>
              </a:spcBef>
              <a:buFont typeface="+mj-lt"/>
              <a:buAutoNum type="alphaUcPeriod" startAt="4"/>
              <a:defRPr/>
            </a:pPr>
            <a:r>
              <a:rPr lang="en-US" sz="2800" dirty="0"/>
              <a:t>2 </a:t>
            </a:r>
          </a:p>
          <a:p>
            <a:pPr marL="533400" indent="-533400" eaLnBrk="0" hangingPunct="0">
              <a:spcBef>
                <a:spcPct val="0"/>
              </a:spcBef>
              <a:buFont typeface="+mj-lt"/>
              <a:buAutoNum type="alphaUcPeriod" startAt="4"/>
              <a:defRPr/>
            </a:pPr>
            <a:r>
              <a:rPr lang="en-US" sz="2800" dirty="0"/>
              <a:t>What is bond order?</a:t>
            </a:r>
          </a:p>
          <a:p>
            <a:pPr marL="533400" indent="-533400" eaLnBrk="0" hangingPunct="0">
              <a:spcBef>
                <a:spcPct val="0"/>
              </a:spcBef>
              <a:buFont typeface="+mj-lt"/>
              <a:buAutoNum type="alphaUcPeriod" startAt="4"/>
              <a:defRPr/>
            </a:pPr>
            <a:endParaRPr lang="en-US" sz="2800" dirty="0"/>
          </a:p>
          <a:p>
            <a:pPr marL="966788" lvl="1" indent="-509588">
              <a:buFontTx/>
              <a:buAutoNum type="alphaUcPeriod"/>
              <a:defRPr/>
            </a:pPr>
            <a:endParaRPr lang="en-US" sz="2800" baseline="30000" dirty="0">
              <a:solidFill>
                <a:srgbClr val="000000"/>
              </a:solidFill>
            </a:endParaRPr>
          </a:p>
          <a:p>
            <a:pPr marL="762000" lvl="1" indent="-304800">
              <a:buFontTx/>
              <a:buAutoNum type="alphaUcPeriod"/>
              <a:defRPr/>
            </a:pPr>
            <a:endParaRPr lang="en-US" sz="2800" baseline="30000" dirty="0">
              <a:solidFill>
                <a:srgbClr val="000000"/>
              </a:solidFill>
            </a:endParaRPr>
          </a:p>
        </p:txBody>
      </p:sp>
      <p:sp>
        <p:nvSpPr>
          <p:cNvPr id="88066" name="Rectangle 1026"/>
          <p:cNvSpPr>
            <a:spLocks noGrp="1" noChangeArrowheads="1"/>
          </p:cNvSpPr>
          <p:nvPr>
            <p:ph type="title"/>
          </p:nvPr>
        </p:nvSpPr>
        <p:spPr>
          <a:xfrm>
            <a:off x="2821577" y="381001"/>
            <a:ext cx="5355771" cy="1254759"/>
          </a:xfrm>
        </p:spPr>
        <p:txBody>
          <a:bodyPr/>
          <a:lstStyle/>
          <a:p>
            <a:pPr>
              <a:defRPr/>
            </a:pPr>
            <a:r>
              <a:rPr lang="en-US" cap="none" dirty="0" err="1">
                <a:latin typeface="Comic Sans MS" charset="0"/>
                <a:ea typeface="ＭＳ Ｐゴシック" charset="0"/>
                <a:cs typeface="ＭＳ Ｐゴシック" charset="0"/>
              </a:rPr>
              <a:t>i</a:t>
            </a:r>
            <a:r>
              <a:rPr lang="en-US" dirty="0" err="1">
                <a:latin typeface="Comic Sans MS" charset="0"/>
                <a:ea typeface="ＭＳ Ｐゴシック" charset="0"/>
                <a:cs typeface="ＭＳ Ｐゴシック" charset="0"/>
              </a:rPr>
              <a:t>Clicker</a:t>
            </a:r>
            <a:r>
              <a:rPr lang="en-US" dirty="0">
                <a:latin typeface="Comic Sans MS" charset="0"/>
                <a:ea typeface="ＭＳ Ｐゴシック" charset="0"/>
                <a:cs typeface="ＭＳ Ｐゴシック" charset="0"/>
              </a:rPr>
              <a:t> Quiz</a:t>
            </a:r>
          </a:p>
        </p:txBody>
      </p:sp>
      <p:sp>
        <p:nvSpPr>
          <p:cNvPr id="5" name="Slide Number Placeholder 4"/>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3C103D7-7FC1-4B9F-A526-BC88A3C4AA47}" type="slidenum">
              <a:rPr kumimoji="0" lang="en-US" sz="1200" b="1" i="0" u="none" strike="noStrike" kern="1200" cap="none" spc="0" normalizeH="0" baseline="0" noProof="0" smtClean="0">
                <a:ln>
                  <a:noFill/>
                </a:ln>
                <a:solidFill>
                  <a:prstClr val="white"/>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Arial"/>
              <a:ea typeface="+mn-ea"/>
              <a:cs typeface="+mn-cs"/>
            </a:endParaRPr>
          </a:p>
        </p:txBody>
      </p:sp>
      <p:pic>
        <p:nvPicPr>
          <p:cNvPr id="3" name="Picture 2"/>
          <p:cNvPicPr>
            <a:picLocks noChangeAspect="1"/>
          </p:cNvPicPr>
          <p:nvPr/>
        </p:nvPicPr>
        <p:blipFill>
          <a:blip r:embed="rId3"/>
          <a:stretch>
            <a:fillRect/>
          </a:stretch>
        </p:blipFill>
        <p:spPr>
          <a:xfrm>
            <a:off x="2449167" y="2223606"/>
            <a:ext cx="6317107" cy="1371329"/>
          </a:xfrm>
          <a:prstGeom prst="rect">
            <a:avLst/>
          </a:prstGeom>
        </p:spPr>
      </p:pic>
      <p:pic>
        <p:nvPicPr>
          <p:cNvPr id="11" name="Picture 2" descr="Student iClicker Information - Canvas | Colorado State University"/>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10284" r="78997" b="11252"/>
          <a:stretch/>
        </p:blipFill>
        <p:spPr bwMode="auto">
          <a:xfrm>
            <a:off x="185095" y="114496"/>
            <a:ext cx="715651" cy="802078"/>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407510" y="6146218"/>
            <a:ext cx="8579094" cy="341632"/>
          </a:xfrm>
          <a:prstGeom prst="rect">
            <a:avLst/>
          </a:prstGeom>
        </p:spPr>
        <p:txBody>
          <a:bodyPr wrap="square">
            <a:spAutoFit/>
          </a:bodyPr>
          <a:lstStyle/>
          <a:p>
            <a:pPr lvl="0">
              <a:lnSpc>
                <a:spcPct val="90000"/>
              </a:lnSpc>
              <a:spcBef>
                <a:spcPts val="1000"/>
              </a:spcBef>
            </a:pPr>
            <a:r>
              <a:rPr lang="en-US" b="1" dirty="0">
                <a:solidFill>
                  <a:srgbClr val="FF0000"/>
                </a:solidFill>
              </a:rPr>
              <a:t>Resonance structures don’t always contribute equally to the delocalization…</a:t>
            </a:r>
          </a:p>
        </p:txBody>
      </p:sp>
      <p:sp>
        <p:nvSpPr>
          <p:cNvPr id="6" name="Rectangle 5"/>
          <p:cNvSpPr/>
          <p:nvPr/>
        </p:nvSpPr>
        <p:spPr>
          <a:xfrm>
            <a:off x="2975547" y="4244203"/>
            <a:ext cx="6011057" cy="2013568"/>
          </a:xfrm>
          <a:prstGeom prst="rect">
            <a:avLst/>
          </a:prstGeom>
        </p:spPr>
        <p:txBody>
          <a:bodyPr wrap="square">
            <a:normAutofit/>
          </a:bodyPr>
          <a:lstStyle/>
          <a:p>
            <a:pPr lvl="0" algn="ctr">
              <a:lnSpc>
                <a:spcPct val="90000"/>
              </a:lnSpc>
              <a:spcBef>
                <a:spcPts val="1000"/>
              </a:spcBef>
            </a:pPr>
            <a:r>
              <a:rPr lang="en-US" sz="1600" b="1" dirty="0">
                <a:solidFill>
                  <a:prstClr val="black"/>
                </a:solidFill>
              </a:rPr>
              <a:t>REMEMBER:</a:t>
            </a:r>
          </a:p>
          <a:p>
            <a:pPr lvl="0">
              <a:lnSpc>
                <a:spcPct val="90000"/>
              </a:lnSpc>
              <a:spcBef>
                <a:spcPts val="1000"/>
              </a:spcBef>
            </a:pPr>
            <a:r>
              <a:rPr lang="en-US" sz="1600" b="1" dirty="0">
                <a:solidFill>
                  <a:srgbClr val="C00000"/>
                </a:solidFill>
              </a:rPr>
              <a:t>Resonance is the wrong picture of reality</a:t>
            </a:r>
            <a:r>
              <a:rPr lang="en-US" sz="1600" b="1" dirty="0">
                <a:solidFill>
                  <a:prstClr val="black"/>
                </a:solidFill>
              </a:rPr>
              <a:t> </a:t>
            </a:r>
            <a:br>
              <a:rPr lang="en-US" sz="1600" b="1" dirty="0">
                <a:solidFill>
                  <a:prstClr val="black"/>
                </a:solidFill>
              </a:rPr>
            </a:br>
            <a:r>
              <a:rPr lang="en-US" sz="1600" dirty="0">
                <a:solidFill>
                  <a:prstClr val="black"/>
                </a:solidFill>
              </a:rPr>
              <a:t>But it’s really useful for e- bookkeeping</a:t>
            </a:r>
          </a:p>
          <a:p>
            <a:pPr lvl="0">
              <a:lnSpc>
                <a:spcPct val="90000"/>
              </a:lnSpc>
              <a:spcBef>
                <a:spcPts val="1000"/>
              </a:spcBef>
            </a:pPr>
            <a:r>
              <a:rPr lang="en-US" sz="1600" b="1" dirty="0">
                <a:solidFill>
                  <a:srgbClr val="0070C0"/>
                </a:solidFill>
              </a:rPr>
              <a:t>Delocalization is the right picture of reality </a:t>
            </a:r>
            <a:br>
              <a:rPr lang="en-US" sz="1600" b="1" dirty="0">
                <a:solidFill>
                  <a:srgbClr val="0070C0"/>
                </a:solidFill>
              </a:rPr>
            </a:br>
            <a:r>
              <a:rPr lang="en-US" sz="1600" b="1" u="sng" dirty="0">
                <a:solidFill>
                  <a:prstClr val="black"/>
                </a:solidFill>
              </a:rPr>
              <a:t>Actual molecule = </a:t>
            </a:r>
            <a:r>
              <a:rPr lang="en-US" sz="1600" b="1" i="1" u="sng" dirty="0">
                <a:solidFill>
                  <a:prstClr val="black"/>
                </a:solidFill>
              </a:rPr>
              <a:t>weighted average</a:t>
            </a:r>
            <a:r>
              <a:rPr lang="en-US" sz="1600" b="1" u="sng" dirty="0">
                <a:solidFill>
                  <a:prstClr val="black"/>
                </a:solidFill>
              </a:rPr>
              <a:t> of the resonance structures </a:t>
            </a:r>
          </a:p>
        </p:txBody>
      </p:sp>
      <p:pic>
        <p:nvPicPr>
          <p:cNvPr id="13314" name="Picture 2" descr="Image result for delocalized NO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59764" y="4469440"/>
            <a:ext cx="2669646" cy="1239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5087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500"/>
                                        <p:tgtEl>
                                          <p:spTgt spid="6">
                                            <p:txEl>
                                              <p:pRg st="0" end="0"/>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6">
                                            <p:txEl>
                                              <p:pRg st="1" end="1"/>
                                            </p:txEl>
                                          </p:spTgt>
                                        </p:tgtEl>
                                        <p:attrNameLst>
                                          <p:attrName>style.visibility</p:attrName>
                                        </p:attrNameLst>
                                      </p:cBhvr>
                                      <p:to>
                                        <p:strVal val="visible"/>
                                      </p:to>
                                    </p:set>
                                    <p:animEffect transition="in" filter="fade">
                                      <p:cBhvr>
                                        <p:cTn id="20" dur="500"/>
                                        <p:tgtEl>
                                          <p:spTgt spid="6">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6">
                                            <p:txEl>
                                              <p:pRg st="2" end="2"/>
                                            </p:txEl>
                                          </p:spTgt>
                                        </p:tgtEl>
                                        <p:attrNameLst>
                                          <p:attrName>style.visibility</p:attrName>
                                        </p:attrNameLst>
                                      </p:cBhvr>
                                      <p:to>
                                        <p:strVal val="visible"/>
                                      </p:to>
                                    </p:set>
                                    <p:animEffect transition="in" filter="fade">
                                      <p:cBhvr>
                                        <p:cTn id="25" dur="500"/>
                                        <p:tgtEl>
                                          <p:spTgt spid="6">
                                            <p:txEl>
                                              <p:pRg st="2" end="2"/>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3314"/>
                                        </p:tgtEl>
                                        <p:attrNameLst>
                                          <p:attrName>style.visibility</p:attrName>
                                        </p:attrNameLst>
                                      </p:cBhvr>
                                      <p:to>
                                        <p:strVal val="visible"/>
                                      </p:to>
                                    </p:set>
                                    <p:animEffect transition="in" filter="fade">
                                      <p:cBhvr>
                                        <p:cTn id="28" dur="500"/>
                                        <p:tgtEl>
                                          <p:spTgt spid="13314"/>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1977390" y="688725"/>
            <a:ext cx="6377940" cy="1254759"/>
          </a:xfrm>
        </p:spPr>
        <p:txBody>
          <a:bodyPr/>
          <a:lstStyle/>
          <a:p>
            <a:pPr eaLnBrk="1" hangingPunct="1"/>
            <a:r>
              <a:rPr lang="en-US" sz="6000" dirty="0">
                <a:solidFill>
                  <a:srgbClr val="000000"/>
                </a:solidFill>
                <a:ea typeface="ＭＳ Ｐゴシック" charset="0"/>
              </a:rPr>
              <a:t>Cyanate</a:t>
            </a:r>
            <a:br>
              <a:rPr lang="en-US" sz="6000" dirty="0">
                <a:solidFill>
                  <a:srgbClr val="000000"/>
                </a:solidFill>
                <a:ea typeface="ＭＳ Ｐゴシック" charset="0"/>
              </a:rPr>
            </a:br>
            <a:r>
              <a:rPr lang="en-US" sz="6000" dirty="0">
                <a:solidFill>
                  <a:srgbClr val="000000"/>
                </a:solidFill>
                <a:ea typeface="ＭＳ Ｐゴシック" charset="0"/>
              </a:rPr>
              <a:t>OCN</a:t>
            </a:r>
            <a:r>
              <a:rPr lang="en-US" sz="6000" baseline="30000" dirty="0">
                <a:solidFill>
                  <a:srgbClr val="000000"/>
                </a:solidFill>
                <a:ea typeface="ＭＳ Ｐゴシック" charset="0"/>
              </a:rPr>
              <a:t>-</a:t>
            </a:r>
          </a:p>
        </p:txBody>
      </p:sp>
      <p:sp>
        <p:nvSpPr>
          <p:cNvPr id="91141" name="Rectangle 5"/>
          <p:cNvSpPr>
            <a:spLocks noChangeArrowheads="1"/>
          </p:cNvSpPr>
          <p:nvPr/>
        </p:nvSpPr>
        <p:spPr bwMode="auto">
          <a:xfrm>
            <a:off x="773723" y="762000"/>
            <a:ext cx="319454" cy="369332"/>
          </a:xfrm>
          <a:prstGeom prst="rect">
            <a:avLst/>
          </a:prstGeom>
          <a:noFill/>
          <a:ln w="50800">
            <a:noFill/>
            <a:miter lim="800000"/>
            <a:headEnd/>
            <a:tailEnd/>
          </a:ln>
          <a:effectLst/>
        </p:spPr>
        <p:txBody>
          <a:bodyPr>
            <a:spAutoFit/>
          </a:bodyPr>
          <a:lstStyle/>
          <a:p>
            <a:pPr>
              <a:defRPr/>
            </a:pPr>
            <a:endParaRPr lang="en-US">
              <a:effectLst>
                <a:outerShdw blurRad="38100" dist="38100" dir="2700000" algn="tl">
                  <a:srgbClr val="000000"/>
                </a:outerShdw>
              </a:effectLst>
              <a:latin typeface="Arial" pitchFamily="-112" charset="0"/>
              <a:ea typeface="+mn-ea"/>
              <a:cs typeface="+mn-cs"/>
            </a:endParaRPr>
          </a:p>
        </p:txBody>
      </p:sp>
      <p:sp>
        <p:nvSpPr>
          <p:cNvPr id="2" name="Rectangle 1"/>
          <p:cNvSpPr/>
          <p:nvPr/>
        </p:nvSpPr>
        <p:spPr>
          <a:xfrm>
            <a:off x="334453" y="4336096"/>
            <a:ext cx="8493969" cy="2154436"/>
          </a:xfrm>
          <a:prstGeom prst="rect">
            <a:avLst/>
          </a:prstGeom>
        </p:spPr>
        <p:txBody>
          <a:bodyPr wrap="square">
            <a:spAutoFit/>
          </a:bodyPr>
          <a:lstStyle/>
          <a:p>
            <a:pPr algn="ctr"/>
            <a:r>
              <a:rPr lang="en-US" sz="2400" dirty="0"/>
              <a:t>Are these resonance structures equivalent? </a:t>
            </a:r>
          </a:p>
          <a:p>
            <a:pPr algn="ctr"/>
            <a:r>
              <a:rPr lang="en-US" sz="2400" dirty="0"/>
              <a:t>NO! </a:t>
            </a:r>
          </a:p>
          <a:p>
            <a:pPr algn="ctr"/>
            <a:r>
              <a:rPr lang="en-US" sz="1400" i="1" dirty="0"/>
              <a:t>(triple bonds between CN do not have the same bond energy as triple bonds between CO, </a:t>
            </a:r>
            <a:r>
              <a:rPr lang="en-US" sz="1400" i="1" dirty="0" err="1"/>
              <a:t>etc</a:t>
            </a:r>
            <a:r>
              <a:rPr lang="en-US" sz="1400" i="1" dirty="0"/>
              <a:t>)</a:t>
            </a:r>
            <a:endParaRPr lang="en-US" sz="2400" i="1" dirty="0"/>
          </a:p>
          <a:p>
            <a:pPr algn="ctr"/>
            <a:r>
              <a:rPr lang="en-US" sz="2400" dirty="0"/>
              <a:t>So how do we know what the molecule looks like?</a:t>
            </a:r>
          </a:p>
          <a:p>
            <a:pPr algn="ctr"/>
            <a:r>
              <a:rPr lang="en-US" sz="2400" dirty="0"/>
              <a:t>Take a </a:t>
            </a:r>
            <a:r>
              <a:rPr lang="en-US" sz="2400" b="1" dirty="0">
                <a:solidFill>
                  <a:srgbClr val="FF0000"/>
                </a:solidFill>
              </a:rPr>
              <a:t>weighted average</a:t>
            </a:r>
            <a:r>
              <a:rPr lang="en-US" sz="2400" dirty="0"/>
              <a:t>!</a:t>
            </a:r>
          </a:p>
          <a:p>
            <a:pPr algn="ctr"/>
            <a:r>
              <a:rPr lang="en-US" sz="2400" dirty="0"/>
              <a:t>How do you know which one(s) to weight more heavily?</a:t>
            </a:r>
          </a:p>
        </p:txBody>
      </p:sp>
      <p:sp>
        <p:nvSpPr>
          <p:cNvPr id="5" name="Slide Number Placeholder 4"/>
          <p:cNvSpPr>
            <a:spLocks noGrp="1"/>
          </p:cNvSpPr>
          <p:nvPr>
            <p:ph type="sldNum" sz="quarter" idx="12"/>
          </p:nvPr>
        </p:nvSpPr>
        <p:spPr/>
        <p:txBody>
          <a:bodyPr/>
          <a:lstStyle/>
          <a:p>
            <a:fld id="{63C103D7-7FC1-4B9F-A526-BC88A3C4AA47}" type="slidenum">
              <a:rPr lang="en-US" smtClean="0"/>
              <a:pPr/>
              <a:t>5</a:t>
            </a:fld>
            <a:endParaRPr lang="en-US" dirty="0"/>
          </a:p>
        </p:txBody>
      </p:sp>
      <p:sp>
        <p:nvSpPr>
          <p:cNvPr id="7" name="Rectangle 6"/>
          <p:cNvSpPr/>
          <p:nvPr/>
        </p:nvSpPr>
        <p:spPr>
          <a:xfrm>
            <a:off x="773723" y="2270543"/>
            <a:ext cx="7893283" cy="701731"/>
          </a:xfrm>
          <a:prstGeom prst="rect">
            <a:avLst/>
          </a:prstGeom>
        </p:spPr>
        <p:txBody>
          <a:bodyPr wrap="square">
            <a:spAutoFit/>
          </a:bodyPr>
          <a:lstStyle/>
          <a:p>
            <a:pPr lvl="0" algn="ctr">
              <a:lnSpc>
                <a:spcPct val="90000"/>
              </a:lnSpc>
              <a:spcBef>
                <a:spcPts val="1800"/>
              </a:spcBef>
            </a:pPr>
            <a:r>
              <a:rPr lang="en-US" sz="2200" i="1" dirty="0">
                <a:solidFill>
                  <a:srgbClr val="0070C0"/>
                </a:solidFill>
              </a:rPr>
              <a:t>For example: Draw the Lewis structure for cyanate, OCN</a:t>
            </a:r>
            <a:r>
              <a:rPr lang="en-US" sz="2200" i="1" baseline="30000" dirty="0">
                <a:solidFill>
                  <a:srgbClr val="0070C0"/>
                </a:solidFill>
              </a:rPr>
              <a:t>- </a:t>
            </a:r>
            <a:r>
              <a:rPr lang="en-US" sz="2200" i="1" dirty="0">
                <a:solidFill>
                  <a:srgbClr val="0070C0"/>
                </a:solidFill>
              </a:rPr>
              <a:t> Include any possible resonance structures.</a:t>
            </a:r>
          </a:p>
        </p:txBody>
      </p:sp>
      <p:pic>
        <p:nvPicPr>
          <p:cNvPr id="14"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0169" y="3326150"/>
            <a:ext cx="2226578" cy="8229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5"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324722" y="3326150"/>
            <a:ext cx="2331356" cy="8229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6" name="Picture 8"/>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301505" y="3326150"/>
            <a:ext cx="2331356" cy="8229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nvGrpSpPr>
          <p:cNvPr id="3" name="Group 2">
            <a:extLst>
              <a:ext uri="{FF2B5EF4-FFF2-40B4-BE49-F238E27FC236}">
                <a16:creationId xmlns:a16="http://schemas.microsoft.com/office/drawing/2014/main" id="{C5D37B39-772D-EFE1-465B-D2ED190CA2D9}"/>
              </a:ext>
            </a:extLst>
          </p:cNvPr>
          <p:cNvGrpSpPr/>
          <p:nvPr/>
        </p:nvGrpSpPr>
        <p:grpSpPr>
          <a:xfrm>
            <a:off x="90486" y="3110706"/>
            <a:ext cx="2914543" cy="1127919"/>
            <a:chOff x="223838" y="3110706"/>
            <a:chExt cx="2914543" cy="1127919"/>
          </a:xfrm>
        </p:grpSpPr>
        <p:sp>
          <p:nvSpPr>
            <p:cNvPr id="4" name="Double Bracket 3">
              <a:extLst>
                <a:ext uri="{FF2B5EF4-FFF2-40B4-BE49-F238E27FC236}">
                  <a16:creationId xmlns:a16="http://schemas.microsoft.com/office/drawing/2014/main" id="{692777C3-90E8-3A0B-49D7-1298F32A6523}"/>
                </a:ext>
              </a:extLst>
            </p:cNvPr>
            <p:cNvSpPr/>
            <p:nvPr/>
          </p:nvSpPr>
          <p:spPr>
            <a:xfrm>
              <a:off x="223838" y="3262313"/>
              <a:ext cx="2519158" cy="976312"/>
            </a:xfrm>
            <a:prstGeom prst="bracketPair">
              <a:avLst/>
            </a:prstGeom>
            <a:noFill/>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6" name="TextBox 5">
              <a:extLst>
                <a:ext uri="{FF2B5EF4-FFF2-40B4-BE49-F238E27FC236}">
                  <a16:creationId xmlns:a16="http://schemas.microsoft.com/office/drawing/2014/main" id="{59D0D992-8214-C3A0-363D-6C668AED7C60}"/>
                </a:ext>
              </a:extLst>
            </p:cNvPr>
            <p:cNvSpPr txBox="1"/>
            <p:nvPr/>
          </p:nvSpPr>
          <p:spPr>
            <a:xfrm>
              <a:off x="2690475" y="3110706"/>
              <a:ext cx="447906" cy="369332"/>
            </a:xfrm>
            <a:prstGeom prst="rect">
              <a:avLst/>
            </a:prstGeom>
            <a:noFill/>
          </p:spPr>
          <p:txBody>
            <a:bodyPr wrap="square">
              <a:spAutoFit/>
            </a:bodyPr>
            <a:lstStyle/>
            <a:p>
              <a:r>
                <a:rPr lang="en-US" sz="1800" dirty="0">
                  <a:ea typeface="ＭＳ Ｐゴシック" charset="0"/>
                </a:rPr>
                <a:t>–1</a:t>
              </a:r>
              <a:endParaRPr lang="en-US" dirty="0"/>
            </a:p>
          </p:txBody>
        </p:sp>
      </p:grpSp>
      <p:grpSp>
        <p:nvGrpSpPr>
          <p:cNvPr id="8" name="Group 7">
            <a:extLst>
              <a:ext uri="{FF2B5EF4-FFF2-40B4-BE49-F238E27FC236}">
                <a16:creationId xmlns:a16="http://schemas.microsoft.com/office/drawing/2014/main" id="{3A004828-6105-B3BD-DE01-8F1D2F223C00}"/>
              </a:ext>
            </a:extLst>
          </p:cNvPr>
          <p:cNvGrpSpPr/>
          <p:nvPr/>
        </p:nvGrpSpPr>
        <p:grpSpPr>
          <a:xfrm>
            <a:off x="3158608" y="3110706"/>
            <a:ext cx="2914543" cy="1127919"/>
            <a:chOff x="223838" y="3110706"/>
            <a:chExt cx="2914543" cy="1127919"/>
          </a:xfrm>
        </p:grpSpPr>
        <p:sp>
          <p:nvSpPr>
            <p:cNvPr id="9" name="Double Bracket 8">
              <a:extLst>
                <a:ext uri="{FF2B5EF4-FFF2-40B4-BE49-F238E27FC236}">
                  <a16:creationId xmlns:a16="http://schemas.microsoft.com/office/drawing/2014/main" id="{8A5ABB2B-EE5C-7127-386A-8B6EA78B4841}"/>
                </a:ext>
              </a:extLst>
            </p:cNvPr>
            <p:cNvSpPr/>
            <p:nvPr/>
          </p:nvSpPr>
          <p:spPr>
            <a:xfrm>
              <a:off x="223838" y="3262313"/>
              <a:ext cx="2519158" cy="976312"/>
            </a:xfrm>
            <a:prstGeom prst="bracketPair">
              <a:avLst/>
            </a:prstGeom>
            <a:noFill/>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90E8145E-EE71-D595-69BD-040A05AE6CB3}"/>
                </a:ext>
              </a:extLst>
            </p:cNvPr>
            <p:cNvSpPr txBox="1"/>
            <p:nvPr/>
          </p:nvSpPr>
          <p:spPr>
            <a:xfrm>
              <a:off x="2690475" y="3110706"/>
              <a:ext cx="447906" cy="369332"/>
            </a:xfrm>
            <a:prstGeom prst="rect">
              <a:avLst/>
            </a:prstGeom>
            <a:noFill/>
          </p:spPr>
          <p:txBody>
            <a:bodyPr wrap="square">
              <a:spAutoFit/>
            </a:bodyPr>
            <a:lstStyle/>
            <a:p>
              <a:r>
                <a:rPr lang="en-US" sz="1800" dirty="0">
                  <a:ea typeface="ＭＳ Ｐゴシック" charset="0"/>
                </a:rPr>
                <a:t>–1</a:t>
              </a:r>
              <a:endParaRPr lang="en-US" dirty="0"/>
            </a:p>
          </p:txBody>
        </p:sp>
      </p:grpSp>
      <p:grpSp>
        <p:nvGrpSpPr>
          <p:cNvPr id="11" name="Group 10">
            <a:extLst>
              <a:ext uri="{FF2B5EF4-FFF2-40B4-BE49-F238E27FC236}">
                <a16:creationId xmlns:a16="http://schemas.microsoft.com/office/drawing/2014/main" id="{5203036D-6252-327D-7A05-541B76566883}"/>
              </a:ext>
            </a:extLst>
          </p:cNvPr>
          <p:cNvGrpSpPr/>
          <p:nvPr/>
        </p:nvGrpSpPr>
        <p:grpSpPr>
          <a:xfrm>
            <a:off x="6223809" y="3110706"/>
            <a:ext cx="2914543" cy="1127919"/>
            <a:chOff x="223838" y="3110706"/>
            <a:chExt cx="2914543" cy="1127919"/>
          </a:xfrm>
        </p:grpSpPr>
        <p:sp>
          <p:nvSpPr>
            <p:cNvPr id="12" name="Double Bracket 11">
              <a:extLst>
                <a:ext uri="{FF2B5EF4-FFF2-40B4-BE49-F238E27FC236}">
                  <a16:creationId xmlns:a16="http://schemas.microsoft.com/office/drawing/2014/main" id="{949AC53E-DCEB-C51D-78D1-AEF3497D057E}"/>
                </a:ext>
              </a:extLst>
            </p:cNvPr>
            <p:cNvSpPr/>
            <p:nvPr/>
          </p:nvSpPr>
          <p:spPr>
            <a:xfrm>
              <a:off x="223838" y="3262313"/>
              <a:ext cx="2519158" cy="976312"/>
            </a:xfrm>
            <a:prstGeom prst="bracketPair">
              <a:avLst/>
            </a:prstGeom>
            <a:noFill/>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3" name="TextBox 12">
              <a:extLst>
                <a:ext uri="{FF2B5EF4-FFF2-40B4-BE49-F238E27FC236}">
                  <a16:creationId xmlns:a16="http://schemas.microsoft.com/office/drawing/2014/main" id="{A509D971-BD0E-2F17-A67D-F45104B9CD21}"/>
                </a:ext>
              </a:extLst>
            </p:cNvPr>
            <p:cNvSpPr txBox="1"/>
            <p:nvPr/>
          </p:nvSpPr>
          <p:spPr>
            <a:xfrm>
              <a:off x="2690475" y="3110706"/>
              <a:ext cx="447906" cy="369332"/>
            </a:xfrm>
            <a:prstGeom prst="rect">
              <a:avLst/>
            </a:prstGeom>
            <a:noFill/>
          </p:spPr>
          <p:txBody>
            <a:bodyPr wrap="square">
              <a:spAutoFit/>
            </a:bodyPr>
            <a:lstStyle/>
            <a:p>
              <a:r>
                <a:rPr lang="en-US" sz="1800" dirty="0">
                  <a:ea typeface="ＭＳ Ｐゴシック" charset="0"/>
                </a:rPr>
                <a:t>–1</a:t>
              </a:r>
              <a:endParaRPr lang="en-US" dirty="0"/>
            </a:p>
          </p:txBody>
        </p:sp>
      </p:grpSp>
    </p:spTree>
    <p:extLst>
      <p:ext uri="{BB962C8B-B14F-4D97-AF65-F5344CB8AC3E}">
        <p14:creationId xmlns:p14="http://schemas.microsoft.com/office/powerpoint/2010/main" val="1862183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
                                            <p:txEl>
                                              <p:pRg st="0" end="0"/>
                                            </p:txEl>
                                          </p:spTgt>
                                        </p:tgtEl>
                                        <p:attrNameLst>
                                          <p:attrName>style.visibility</p:attrName>
                                        </p:attrNameLst>
                                      </p:cBhvr>
                                      <p:to>
                                        <p:strVal val="visible"/>
                                      </p:to>
                                    </p:set>
                                    <p:animEffect transition="in" filter="fade">
                                      <p:cBhvr>
                                        <p:cTn id="31" dur="500"/>
                                        <p:tgtEl>
                                          <p:spTgt spid="2">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
                                            <p:txEl>
                                              <p:pRg st="1" end="1"/>
                                            </p:txEl>
                                          </p:spTgt>
                                        </p:tgtEl>
                                        <p:attrNameLst>
                                          <p:attrName>style.visibility</p:attrName>
                                        </p:attrNameLst>
                                      </p:cBhvr>
                                      <p:to>
                                        <p:strVal val="visible"/>
                                      </p:to>
                                    </p:set>
                                    <p:animEffect transition="in" filter="fade">
                                      <p:cBhvr>
                                        <p:cTn id="36" dur="500"/>
                                        <p:tgtEl>
                                          <p:spTgt spid="2">
                                            <p:txEl>
                                              <p:pRg st="1" end="1"/>
                                            </p:txEl>
                                          </p:spTgt>
                                        </p:tgtEl>
                                      </p:cBhvr>
                                    </p:animEffect>
                                  </p:childTnLst>
                                </p:cTn>
                              </p:par>
                            </p:childTnLst>
                          </p:cTn>
                        </p:par>
                        <p:par>
                          <p:cTn id="37" fill="hold">
                            <p:stCondLst>
                              <p:cond delay="500"/>
                            </p:stCondLst>
                            <p:childTnLst>
                              <p:par>
                                <p:cTn id="38" presetID="10" presetClass="entr" presetSubtype="0" fill="hold" nodeType="afterEffect">
                                  <p:stCondLst>
                                    <p:cond delay="0"/>
                                  </p:stCondLst>
                                  <p:childTnLst>
                                    <p:set>
                                      <p:cBhvr>
                                        <p:cTn id="39" dur="1" fill="hold">
                                          <p:stCondLst>
                                            <p:cond delay="0"/>
                                          </p:stCondLst>
                                        </p:cTn>
                                        <p:tgtEl>
                                          <p:spTgt spid="2">
                                            <p:txEl>
                                              <p:pRg st="2" end="2"/>
                                            </p:txEl>
                                          </p:spTgt>
                                        </p:tgtEl>
                                        <p:attrNameLst>
                                          <p:attrName>style.visibility</p:attrName>
                                        </p:attrNameLst>
                                      </p:cBhvr>
                                      <p:to>
                                        <p:strVal val="visible"/>
                                      </p:to>
                                    </p:set>
                                    <p:animEffect transition="in" filter="fade">
                                      <p:cBhvr>
                                        <p:cTn id="40" dur="500"/>
                                        <p:tgtEl>
                                          <p:spTgt spid="2">
                                            <p:txEl>
                                              <p:pRg st="2" end="2"/>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
                                            <p:txEl>
                                              <p:pRg st="3" end="3"/>
                                            </p:txEl>
                                          </p:spTgt>
                                        </p:tgtEl>
                                        <p:attrNameLst>
                                          <p:attrName>style.visibility</p:attrName>
                                        </p:attrNameLst>
                                      </p:cBhvr>
                                      <p:to>
                                        <p:strVal val="visible"/>
                                      </p:to>
                                    </p:set>
                                    <p:animEffect transition="in" filter="fade">
                                      <p:cBhvr>
                                        <p:cTn id="45" dur="500"/>
                                        <p:tgtEl>
                                          <p:spTgt spid="2">
                                            <p:txEl>
                                              <p:pRg st="3" end="3"/>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2">
                                            <p:txEl>
                                              <p:pRg st="4" end="4"/>
                                            </p:txEl>
                                          </p:spTgt>
                                        </p:tgtEl>
                                        <p:attrNameLst>
                                          <p:attrName>style.visibility</p:attrName>
                                        </p:attrNameLst>
                                      </p:cBhvr>
                                      <p:to>
                                        <p:strVal val="visible"/>
                                      </p:to>
                                    </p:set>
                                    <p:animEffect transition="in" filter="fade">
                                      <p:cBhvr>
                                        <p:cTn id="50" dur="500"/>
                                        <p:tgtEl>
                                          <p:spTgt spid="2">
                                            <p:txEl>
                                              <p:pRg st="4" end="4"/>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
                                            <p:txEl>
                                              <p:pRg st="5" end="5"/>
                                            </p:txEl>
                                          </p:spTgt>
                                        </p:tgtEl>
                                        <p:attrNameLst>
                                          <p:attrName>style.visibility</p:attrName>
                                        </p:attrNameLst>
                                      </p:cBhvr>
                                      <p:to>
                                        <p:strVal val="visible"/>
                                      </p:to>
                                    </p:set>
                                    <p:animEffect transition="in" filter="fade">
                                      <p:cBhvr>
                                        <p:cTn id="55"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6663" y="1635760"/>
            <a:ext cx="8809547" cy="4720086"/>
          </a:xfrm>
        </p:spPr>
        <p:txBody>
          <a:bodyPr>
            <a:normAutofit/>
          </a:bodyPr>
          <a:lstStyle/>
          <a:p>
            <a:r>
              <a:rPr lang="en-US" sz="2400" dirty="0">
                <a:solidFill>
                  <a:schemeClr val="hlink"/>
                </a:solidFill>
                <a:ea typeface="ＭＳ Ｐゴシック" charset="0"/>
              </a:rPr>
              <a:t>Formal charge on an atom:</a:t>
            </a:r>
            <a:br>
              <a:rPr lang="en-US" sz="2400" dirty="0">
                <a:solidFill>
                  <a:schemeClr val="hlink"/>
                </a:solidFill>
                <a:ea typeface="ＭＳ Ｐゴシック" charset="0"/>
              </a:rPr>
            </a:br>
            <a:r>
              <a:rPr lang="en-US" sz="2400" dirty="0">
                <a:solidFill>
                  <a:srgbClr val="00B0F0"/>
                </a:solidFill>
                <a:ea typeface="ＭＳ Ｐゴシック" charset="0"/>
              </a:rPr>
              <a:t>(normal # valence e</a:t>
            </a:r>
            <a:r>
              <a:rPr lang="en-US" sz="2400" baseline="30000" dirty="0">
                <a:solidFill>
                  <a:srgbClr val="00B0F0"/>
                </a:solidFill>
                <a:ea typeface="ＭＳ Ｐゴシック" charset="0"/>
              </a:rPr>
              <a:t>–</a:t>
            </a:r>
            <a:r>
              <a:rPr lang="en-US" sz="2400" dirty="0">
                <a:solidFill>
                  <a:srgbClr val="00B0F0"/>
                </a:solidFill>
                <a:ea typeface="ＭＳ Ｐゴシック" charset="0"/>
              </a:rPr>
              <a:t>)</a:t>
            </a:r>
            <a:r>
              <a:rPr lang="en-US" sz="2400" baseline="30000" dirty="0">
                <a:solidFill>
                  <a:srgbClr val="00B0F0"/>
                </a:solidFill>
                <a:ea typeface="ＭＳ Ｐゴシック" charset="0"/>
              </a:rPr>
              <a:t> </a:t>
            </a:r>
            <a:r>
              <a:rPr lang="en-US" sz="2400" dirty="0">
                <a:ea typeface="ＭＳ Ｐゴシック" charset="0"/>
              </a:rPr>
              <a:t>–</a:t>
            </a:r>
            <a:r>
              <a:rPr lang="en-US" sz="2400" dirty="0">
                <a:solidFill>
                  <a:srgbClr val="00B0F0"/>
                </a:solidFill>
                <a:ea typeface="ＭＳ Ｐゴシック" charset="0"/>
              </a:rPr>
              <a:t> </a:t>
            </a:r>
            <a:r>
              <a:rPr lang="en-US" sz="2400" dirty="0">
                <a:solidFill>
                  <a:srgbClr val="00B050"/>
                </a:solidFill>
                <a:ea typeface="ＭＳ Ｐゴシック" charset="0"/>
              </a:rPr>
              <a:t>[(# e</a:t>
            </a:r>
            <a:r>
              <a:rPr lang="en-US" sz="2400" baseline="30000" dirty="0">
                <a:solidFill>
                  <a:srgbClr val="00B050"/>
                </a:solidFill>
                <a:ea typeface="ＭＳ Ｐゴシック" charset="0"/>
              </a:rPr>
              <a:t>–</a:t>
            </a:r>
            <a:r>
              <a:rPr lang="en-US" sz="2400" dirty="0">
                <a:solidFill>
                  <a:srgbClr val="00B050"/>
                </a:solidFill>
                <a:ea typeface="ＭＳ Ｐゴシック" charset="0"/>
              </a:rPr>
              <a:t> in lone pairs) + 1/2 (bonding e</a:t>
            </a:r>
            <a:r>
              <a:rPr lang="en-US" sz="2400" baseline="30000" dirty="0">
                <a:solidFill>
                  <a:srgbClr val="00B050"/>
                </a:solidFill>
                <a:ea typeface="ＭＳ Ｐゴシック" charset="0"/>
              </a:rPr>
              <a:t>–</a:t>
            </a:r>
            <a:r>
              <a:rPr lang="en-US" sz="2400" dirty="0">
                <a:solidFill>
                  <a:srgbClr val="00B050"/>
                </a:solidFill>
                <a:ea typeface="ＭＳ Ｐゴシック" charset="0"/>
              </a:rPr>
              <a:t>)]</a:t>
            </a:r>
          </a:p>
          <a:p>
            <a:r>
              <a:rPr lang="en-US" sz="2400" dirty="0">
                <a:ea typeface="ＭＳ Ｐゴシック" charset="0"/>
              </a:rPr>
              <a:t>Nonzero formal charge on an atom indicates a deviation from that atom’s </a:t>
            </a:r>
            <a:r>
              <a:rPr lang="en-US" sz="2400" i="1" dirty="0">
                <a:ea typeface="ＭＳ Ｐゴシック" charset="0"/>
              </a:rPr>
              <a:t>typical # of bonds</a:t>
            </a:r>
          </a:p>
          <a:p>
            <a:endParaRPr lang="en-US" dirty="0"/>
          </a:p>
          <a:p>
            <a:endParaRPr lang="en-US" dirty="0"/>
          </a:p>
          <a:p>
            <a:endParaRPr lang="en-US" dirty="0"/>
          </a:p>
          <a:p>
            <a:r>
              <a:rPr lang="en-US" sz="3200" dirty="0"/>
              <a:t>The best Lewis structure…</a:t>
            </a:r>
          </a:p>
          <a:p>
            <a:pPr lvl="1"/>
            <a:r>
              <a:rPr lang="en-US" sz="2800" dirty="0"/>
              <a:t>…minimizes formal charge</a:t>
            </a:r>
          </a:p>
          <a:p>
            <a:pPr lvl="1"/>
            <a:r>
              <a:rPr lang="en-US" sz="2800" dirty="0"/>
              <a:t>…puts negative charge on the most electronegative atom </a:t>
            </a:r>
            <a:r>
              <a:rPr lang="en-US" i="1" dirty="0">
                <a:solidFill>
                  <a:schemeClr val="bg1">
                    <a:lumMod val="65000"/>
                  </a:schemeClr>
                </a:solidFill>
              </a:rPr>
              <a:t>(when charge is unavoidable)</a:t>
            </a:r>
            <a:endParaRPr lang="en-US" sz="2800" i="1" dirty="0">
              <a:solidFill>
                <a:schemeClr val="bg1">
                  <a:lumMod val="65000"/>
                </a:schemeClr>
              </a:solidFill>
            </a:endParaRPr>
          </a:p>
          <a:p>
            <a:endParaRPr lang="en-US" dirty="0"/>
          </a:p>
        </p:txBody>
      </p:sp>
      <p:pic>
        <p:nvPicPr>
          <p:cNvPr id="20"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87787" y="3326150"/>
            <a:ext cx="2226578" cy="8229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21" name="Picture 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372340" y="3326150"/>
            <a:ext cx="2331356" cy="8229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22" name="Picture 8"/>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349123" y="3326150"/>
            <a:ext cx="2331356" cy="8229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dirty="0"/>
              <a:t>Formal Charge</a:t>
            </a:r>
            <a:br>
              <a:rPr lang="en-US" dirty="0"/>
            </a:br>
            <a:r>
              <a:rPr lang="en-US" sz="1800" dirty="0">
                <a:solidFill>
                  <a:srgbClr val="00B0F0"/>
                </a:solidFill>
                <a:ea typeface="ＭＳ Ｐゴシック" charset="0"/>
              </a:rPr>
              <a:t>(# valence </a:t>
            </a:r>
            <a:r>
              <a:rPr lang="en-US" sz="1800" cap="none" dirty="0">
                <a:solidFill>
                  <a:srgbClr val="00B0F0"/>
                </a:solidFill>
                <a:ea typeface="ＭＳ Ｐゴシック" charset="0"/>
              </a:rPr>
              <a:t>e</a:t>
            </a:r>
            <a:r>
              <a:rPr lang="en-US" sz="1800" baseline="30000" dirty="0">
                <a:solidFill>
                  <a:srgbClr val="00B0F0"/>
                </a:solidFill>
                <a:ea typeface="ＭＳ Ｐゴシック" charset="0"/>
              </a:rPr>
              <a:t>–</a:t>
            </a:r>
            <a:r>
              <a:rPr lang="en-US" sz="1800" dirty="0">
                <a:solidFill>
                  <a:srgbClr val="00B0F0"/>
                </a:solidFill>
                <a:ea typeface="ＭＳ Ｐゴシック" charset="0"/>
              </a:rPr>
              <a:t>)</a:t>
            </a:r>
            <a:r>
              <a:rPr lang="en-US" sz="1800" baseline="30000" dirty="0">
                <a:solidFill>
                  <a:srgbClr val="00B0F0"/>
                </a:solidFill>
                <a:ea typeface="ＭＳ Ｐゴシック" charset="0"/>
              </a:rPr>
              <a:t> </a:t>
            </a:r>
            <a:r>
              <a:rPr lang="en-US" sz="1800" dirty="0">
                <a:ea typeface="ＭＳ Ｐゴシック" charset="0"/>
              </a:rPr>
              <a:t>– </a:t>
            </a:r>
            <a:r>
              <a:rPr lang="en-US" sz="1800" dirty="0">
                <a:solidFill>
                  <a:srgbClr val="00B050"/>
                </a:solidFill>
                <a:ea typeface="ＭＳ Ｐゴシック" charset="0"/>
              </a:rPr>
              <a:t>(# </a:t>
            </a:r>
            <a:r>
              <a:rPr lang="en-US" sz="1800" cap="none" dirty="0">
                <a:solidFill>
                  <a:srgbClr val="00B050"/>
                </a:solidFill>
                <a:ea typeface="ＭＳ Ｐゴシック" charset="0"/>
              </a:rPr>
              <a:t>e</a:t>
            </a:r>
            <a:r>
              <a:rPr lang="en-US" sz="1800" baseline="30000" dirty="0">
                <a:solidFill>
                  <a:srgbClr val="00B050"/>
                </a:solidFill>
                <a:ea typeface="ＭＳ Ｐゴシック" charset="0"/>
              </a:rPr>
              <a:t>–</a:t>
            </a:r>
            <a:r>
              <a:rPr lang="en-US" sz="1800" dirty="0">
                <a:solidFill>
                  <a:srgbClr val="00B050"/>
                </a:solidFill>
                <a:ea typeface="ＭＳ Ｐゴシック" charset="0"/>
              </a:rPr>
              <a:t> ‘owned’ in structure)</a:t>
            </a:r>
            <a:endParaRPr lang="en-US" sz="1800" dirty="0">
              <a:solidFill>
                <a:srgbClr val="00B050"/>
              </a:solidFill>
            </a:endParaRPr>
          </a:p>
        </p:txBody>
      </p:sp>
      <p:sp>
        <p:nvSpPr>
          <p:cNvPr id="4" name="Slide Number Placeholder 3"/>
          <p:cNvSpPr>
            <a:spLocks noGrp="1"/>
          </p:cNvSpPr>
          <p:nvPr>
            <p:ph type="sldNum" sz="quarter" idx="12"/>
          </p:nvPr>
        </p:nvSpPr>
        <p:spPr/>
        <p:txBody>
          <a:bodyPr/>
          <a:lstStyle/>
          <a:p>
            <a:fld id="{63C103D7-7FC1-4B9F-A526-BC88A3C4AA47}" type="slidenum">
              <a:rPr lang="en-US" smtClean="0"/>
              <a:pPr/>
              <a:t>6</a:t>
            </a:fld>
            <a:endParaRPr lang="en-US" dirty="0"/>
          </a:p>
        </p:txBody>
      </p:sp>
      <p:grpSp>
        <p:nvGrpSpPr>
          <p:cNvPr id="11" name="Group 10"/>
          <p:cNvGrpSpPr/>
          <p:nvPr/>
        </p:nvGrpSpPr>
        <p:grpSpPr>
          <a:xfrm>
            <a:off x="459219" y="3326150"/>
            <a:ext cx="1891740" cy="307778"/>
            <a:chOff x="544953" y="3326150"/>
            <a:chExt cx="1891740" cy="307778"/>
          </a:xfrm>
        </p:grpSpPr>
        <p:sp>
          <p:nvSpPr>
            <p:cNvPr id="8" name="Text Box 4"/>
            <p:cNvSpPr txBox="1">
              <a:spLocks noChangeArrowheads="1"/>
            </p:cNvSpPr>
            <p:nvPr/>
          </p:nvSpPr>
          <p:spPr bwMode="auto">
            <a:xfrm>
              <a:off x="544953" y="3326151"/>
              <a:ext cx="284515" cy="307777"/>
            </a:xfrm>
            <a:prstGeom prst="rect">
              <a:avLst/>
            </a:prstGeom>
            <a:noFill/>
            <a:ln w="50800">
              <a:noFill/>
              <a:miter lim="800000"/>
              <a:headEnd/>
              <a:tailEnd/>
            </a:ln>
            <a:effectLst/>
          </p:spPr>
          <p:txBody>
            <a:bodyPr wrap="none">
              <a:spAutoFit/>
            </a:bodyPr>
            <a:lstStyle>
              <a:lvl1pPr>
                <a:defRPr sz="2800" b="1">
                  <a:solidFill>
                    <a:srgbClr val="FAFD00"/>
                  </a:solidFill>
                  <a:latin typeface="Arial" charset="0"/>
                  <a:ea typeface="ＭＳ Ｐゴシック" charset="0"/>
                  <a:cs typeface="ＭＳ Ｐゴシック" charset="0"/>
                </a:defRPr>
              </a:lvl1pPr>
              <a:lvl2pPr marL="37931725" indent="-37474525">
                <a:defRPr sz="2800" b="1">
                  <a:solidFill>
                    <a:srgbClr val="FAFD00"/>
                  </a:solidFill>
                  <a:latin typeface="Arial" charset="0"/>
                  <a:ea typeface="ＭＳ Ｐゴシック" charset="0"/>
                </a:defRPr>
              </a:lvl2pPr>
              <a:lvl3pPr>
                <a:defRPr sz="2800" b="1">
                  <a:solidFill>
                    <a:srgbClr val="FAFD00"/>
                  </a:solidFill>
                  <a:latin typeface="Arial" charset="0"/>
                  <a:ea typeface="ＭＳ Ｐゴシック" charset="0"/>
                </a:defRPr>
              </a:lvl3pPr>
              <a:lvl4pPr>
                <a:defRPr sz="2800" b="1">
                  <a:solidFill>
                    <a:srgbClr val="FAFD00"/>
                  </a:solidFill>
                  <a:latin typeface="Arial" charset="0"/>
                  <a:ea typeface="ＭＳ Ｐゴシック" charset="0"/>
                </a:defRPr>
              </a:lvl4pPr>
              <a:lvl5pPr>
                <a:defRPr sz="2800" b="1">
                  <a:solidFill>
                    <a:srgbClr val="FAFD00"/>
                  </a:solidFill>
                  <a:latin typeface="Arial" charset="0"/>
                  <a:ea typeface="ＭＳ Ｐゴシック" charset="0"/>
                </a:defRPr>
              </a:lvl5pPr>
              <a:lvl6pPr marL="457200" eaLnBrk="0" fontAlgn="base" hangingPunct="0">
                <a:spcBef>
                  <a:spcPct val="0"/>
                </a:spcBef>
                <a:spcAft>
                  <a:spcPct val="0"/>
                </a:spcAft>
                <a:defRPr sz="2800" b="1">
                  <a:solidFill>
                    <a:srgbClr val="FAFD00"/>
                  </a:solidFill>
                  <a:latin typeface="Arial" charset="0"/>
                  <a:ea typeface="ＭＳ Ｐゴシック" charset="0"/>
                </a:defRPr>
              </a:lvl6pPr>
              <a:lvl7pPr marL="914400" eaLnBrk="0" fontAlgn="base" hangingPunct="0">
                <a:spcBef>
                  <a:spcPct val="0"/>
                </a:spcBef>
                <a:spcAft>
                  <a:spcPct val="0"/>
                </a:spcAft>
                <a:defRPr sz="2800" b="1">
                  <a:solidFill>
                    <a:srgbClr val="FAFD00"/>
                  </a:solidFill>
                  <a:latin typeface="Arial" charset="0"/>
                  <a:ea typeface="ＭＳ Ｐゴシック" charset="0"/>
                </a:defRPr>
              </a:lvl7pPr>
              <a:lvl8pPr marL="1371600" eaLnBrk="0" fontAlgn="base" hangingPunct="0">
                <a:spcBef>
                  <a:spcPct val="0"/>
                </a:spcBef>
                <a:spcAft>
                  <a:spcPct val="0"/>
                </a:spcAft>
                <a:defRPr sz="2800" b="1">
                  <a:solidFill>
                    <a:srgbClr val="FAFD00"/>
                  </a:solidFill>
                  <a:latin typeface="Arial" charset="0"/>
                  <a:ea typeface="ＭＳ Ｐゴシック" charset="0"/>
                </a:defRPr>
              </a:lvl8pPr>
              <a:lvl9pPr marL="1828800" eaLnBrk="0" fontAlgn="base" hangingPunct="0">
                <a:spcBef>
                  <a:spcPct val="0"/>
                </a:spcBef>
                <a:spcAft>
                  <a:spcPct val="0"/>
                </a:spcAft>
                <a:defRPr sz="2800" b="1">
                  <a:solidFill>
                    <a:srgbClr val="FAFD00"/>
                  </a:solidFill>
                  <a:latin typeface="Arial" charset="0"/>
                  <a:ea typeface="ＭＳ Ｐゴシック" charset="0"/>
                </a:defRPr>
              </a:lvl9pPr>
            </a:lstStyle>
            <a:p>
              <a:pPr>
                <a:defRPr/>
              </a:pPr>
              <a:r>
                <a:rPr lang="en-US" sz="1400" dirty="0">
                  <a:solidFill>
                    <a:srgbClr val="FF070F"/>
                  </a:solidFill>
                </a:rPr>
                <a:t>0</a:t>
              </a:r>
              <a:endParaRPr lang="en-US" dirty="0">
                <a:effectLst>
                  <a:outerShdw blurRad="38100" dist="38100" dir="2700000" algn="tl">
                    <a:srgbClr val="000000"/>
                  </a:outerShdw>
                </a:effectLst>
              </a:endParaRPr>
            </a:p>
          </p:txBody>
        </p:sp>
        <p:sp>
          <p:nvSpPr>
            <p:cNvPr id="9" name="Text Box 6"/>
            <p:cNvSpPr txBox="1">
              <a:spLocks noChangeArrowheads="1"/>
            </p:cNvSpPr>
            <p:nvPr/>
          </p:nvSpPr>
          <p:spPr bwMode="auto">
            <a:xfrm>
              <a:off x="1319141" y="3326150"/>
              <a:ext cx="284515" cy="307777"/>
            </a:xfrm>
            <a:prstGeom prst="rect">
              <a:avLst/>
            </a:prstGeom>
            <a:noFill/>
            <a:ln w="50800">
              <a:noFill/>
              <a:miter lim="800000"/>
              <a:headEnd/>
              <a:tailEnd/>
            </a:ln>
            <a:effectLst/>
          </p:spPr>
          <p:txBody>
            <a:bodyPr wrap="none">
              <a:spAutoFit/>
            </a:bodyPr>
            <a:lstStyle>
              <a:lvl1pPr>
                <a:defRPr sz="2800" b="1">
                  <a:solidFill>
                    <a:srgbClr val="FAFD00"/>
                  </a:solidFill>
                  <a:latin typeface="Arial" charset="0"/>
                  <a:ea typeface="ＭＳ Ｐゴシック" charset="0"/>
                  <a:cs typeface="ＭＳ Ｐゴシック" charset="0"/>
                </a:defRPr>
              </a:lvl1pPr>
              <a:lvl2pPr marL="37931725" indent="-37474525">
                <a:defRPr sz="2800" b="1">
                  <a:solidFill>
                    <a:srgbClr val="FAFD00"/>
                  </a:solidFill>
                  <a:latin typeface="Arial" charset="0"/>
                  <a:ea typeface="ＭＳ Ｐゴシック" charset="0"/>
                </a:defRPr>
              </a:lvl2pPr>
              <a:lvl3pPr>
                <a:defRPr sz="2800" b="1">
                  <a:solidFill>
                    <a:srgbClr val="FAFD00"/>
                  </a:solidFill>
                  <a:latin typeface="Arial" charset="0"/>
                  <a:ea typeface="ＭＳ Ｐゴシック" charset="0"/>
                </a:defRPr>
              </a:lvl3pPr>
              <a:lvl4pPr>
                <a:defRPr sz="2800" b="1">
                  <a:solidFill>
                    <a:srgbClr val="FAFD00"/>
                  </a:solidFill>
                  <a:latin typeface="Arial" charset="0"/>
                  <a:ea typeface="ＭＳ Ｐゴシック" charset="0"/>
                </a:defRPr>
              </a:lvl4pPr>
              <a:lvl5pPr>
                <a:defRPr sz="2800" b="1">
                  <a:solidFill>
                    <a:srgbClr val="FAFD00"/>
                  </a:solidFill>
                  <a:latin typeface="Arial" charset="0"/>
                  <a:ea typeface="ＭＳ Ｐゴシック" charset="0"/>
                </a:defRPr>
              </a:lvl5pPr>
              <a:lvl6pPr marL="457200" eaLnBrk="0" fontAlgn="base" hangingPunct="0">
                <a:spcBef>
                  <a:spcPct val="0"/>
                </a:spcBef>
                <a:spcAft>
                  <a:spcPct val="0"/>
                </a:spcAft>
                <a:defRPr sz="2800" b="1">
                  <a:solidFill>
                    <a:srgbClr val="FAFD00"/>
                  </a:solidFill>
                  <a:latin typeface="Arial" charset="0"/>
                  <a:ea typeface="ＭＳ Ｐゴシック" charset="0"/>
                </a:defRPr>
              </a:lvl6pPr>
              <a:lvl7pPr marL="914400" eaLnBrk="0" fontAlgn="base" hangingPunct="0">
                <a:spcBef>
                  <a:spcPct val="0"/>
                </a:spcBef>
                <a:spcAft>
                  <a:spcPct val="0"/>
                </a:spcAft>
                <a:defRPr sz="2800" b="1">
                  <a:solidFill>
                    <a:srgbClr val="FAFD00"/>
                  </a:solidFill>
                  <a:latin typeface="Arial" charset="0"/>
                  <a:ea typeface="ＭＳ Ｐゴシック" charset="0"/>
                </a:defRPr>
              </a:lvl7pPr>
              <a:lvl8pPr marL="1371600" eaLnBrk="0" fontAlgn="base" hangingPunct="0">
                <a:spcBef>
                  <a:spcPct val="0"/>
                </a:spcBef>
                <a:spcAft>
                  <a:spcPct val="0"/>
                </a:spcAft>
                <a:defRPr sz="2800" b="1">
                  <a:solidFill>
                    <a:srgbClr val="FAFD00"/>
                  </a:solidFill>
                  <a:latin typeface="Arial" charset="0"/>
                  <a:ea typeface="ＭＳ Ｐゴシック" charset="0"/>
                </a:defRPr>
              </a:lvl8pPr>
              <a:lvl9pPr marL="1828800" eaLnBrk="0" fontAlgn="base" hangingPunct="0">
                <a:spcBef>
                  <a:spcPct val="0"/>
                </a:spcBef>
                <a:spcAft>
                  <a:spcPct val="0"/>
                </a:spcAft>
                <a:defRPr sz="2800" b="1">
                  <a:solidFill>
                    <a:srgbClr val="FAFD00"/>
                  </a:solidFill>
                  <a:latin typeface="Arial" charset="0"/>
                  <a:ea typeface="ＭＳ Ｐゴシック" charset="0"/>
                </a:defRPr>
              </a:lvl9pPr>
            </a:lstStyle>
            <a:p>
              <a:pPr>
                <a:defRPr/>
              </a:pPr>
              <a:r>
                <a:rPr lang="en-US" sz="1400" dirty="0">
                  <a:solidFill>
                    <a:srgbClr val="FF070F"/>
                  </a:solidFill>
                </a:rPr>
                <a:t>0</a:t>
              </a:r>
              <a:endParaRPr lang="en-US" dirty="0">
                <a:effectLst>
                  <a:outerShdw blurRad="38100" dist="38100" dir="2700000" algn="tl">
                    <a:srgbClr val="000000"/>
                  </a:outerShdw>
                </a:effectLst>
              </a:endParaRPr>
            </a:p>
          </p:txBody>
        </p:sp>
        <p:sp>
          <p:nvSpPr>
            <p:cNvPr id="10" name="Text Box 7"/>
            <p:cNvSpPr txBox="1">
              <a:spLocks noChangeArrowheads="1"/>
            </p:cNvSpPr>
            <p:nvPr/>
          </p:nvSpPr>
          <p:spPr bwMode="auto">
            <a:xfrm>
              <a:off x="2093329" y="3326150"/>
              <a:ext cx="343364" cy="307777"/>
            </a:xfrm>
            <a:prstGeom prst="rect">
              <a:avLst/>
            </a:prstGeom>
            <a:noFill/>
            <a:ln w="50800">
              <a:noFill/>
              <a:miter lim="800000"/>
              <a:headEnd/>
              <a:tailEnd/>
            </a:ln>
            <a:effectLst/>
          </p:spPr>
          <p:txBody>
            <a:bodyPr wrap="none">
              <a:spAutoFit/>
            </a:bodyPr>
            <a:lstStyle>
              <a:lvl1pPr>
                <a:defRPr sz="2800" b="1">
                  <a:solidFill>
                    <a:srgbClr val="FAFD00"/>
                  </a:solidFill>
                  <a:latin typeface="Arial" charset="0"/>
                  <a:ea typeface="ＭＳ Ｐゴシック" charset="0"/>
                  <a:cs typeface="ＭＳ Ｐゴシック" charset="0"/>
                </a:defRPr>
              </a:lvl1pPr>
              <a:lvl2pPr marL="37931725" indent="-37474525">
                <a:defRPr sz="2800" b="1">
                  <a:solidFill>
                    <a:srgbClr val="FAFD00"/>
                  </a:solidFill>
                  <a:latin typeface="Arial" charset="0"/>
                  <a:ea typeface="ＭＳ Ｐゴシック" charset="0"/>
                </a:defRPr>
              </a:lvl2pPr>
              <a:lvl3pPr>
                <a:defRPr sz="2800" b="1">
                  <a:solidFill>
                    <a:srgbClr val="FAFD00"/>
                  </a:solidFill>
                  <a:latin typeface="Arial" charset="0"/>
                  <a:ea typeface="ＭＳ Ｐゴシック" charset="0"/>
                </a:defRPr>
              </a:lvl3pPr>
              <a:lvl4pPr>
                <a:defRPr sz="2800" b="1">
                  <a:solidFill>
                    <a:srgbClr val="FAFD00"/>
                  </a:solidFill>
                  <a:latin typeface="Arial" charset="0"/>
                  <a:ea typeface="ＭＳ Ｐゴシック" charset="0"/>
                </a:defRPr>
              </a:lvl4pPr>
              <a:lvl5pPr>
                <a:defRPr sz="2800" b="1">
                  <a:solidFill>
                    <a:srgbClr val="FAFD00"/>
                  </a:solidFill>
                  <a:latin typeface="Arial" charset="0"/>
                  <a:ea typeface="ＭＳ Ｐゴシック" charset="0"/>
                </a:defRPr>
              </a:lvl5pPr>
              <a:lvl6pPr marL="457200" eaLnBrk="0" fontAlgn="base" hangingPunct="0">
                <a:spcBef>
                  <a:spcPct val="0"/>
                </a:spcBef>
                <a:spcAft>
                  <a:spcPct val="0"/>
                </a:spcAft>
                <a:defRPr sz="2800" b="1">
                  <a:solidFill>
                    <a:srgbClr val="FAFD00"/>
                  </a:solidFill>
                  <a:latin typeface="Arial" charset="0"/>
                  <a:ea typeface="ＭＳ Ｐゴシック" charset="0"/>
                </a:defRPr>
              </a:lvl6pPr>
              <a:lvl7pPr marL="914400" eaLnBrk="0" fontAlgn="base" hangingPunct="0">
                <a:spcBef>
                  <a:spcPct val="0"/>
                </a:spcBef>
                <a:spcAft>
                  <a:spcPct val="0"/>
                </a:spcAft>
                <a:defRPr sz="2800" b="1">
                  <a:solidFill>
                    <a:srgbClr val="FAFD00"/>
                  </a:solidFill>
                  <a:latin typeface="Arial" charset="0"/>
                  <a:ea typeface="ＭＳ Ｐゴシック" charset="0"/>
                </a:defRPr>
              </a:lvl7pPr>
              <a:lvl8pPr marL="1371600" eaLnBrk="0" fontAlgn="base" hangingPunct="0">
                <a:spcBef>
                  <a:spcPct val="0"/>
                </a:spcBef>
                <a:spcAft>
                  <a:spcPct val="0"/>
                </a:spcAft>
                <a:defRPr sz="2800" b="1">
                  <a:solidFill>
                    <a:srgbClr val="FAFD00"/>
                  </a:solidFill>
                  <a:latin typeface="Arial" charset="0"/>
                  <a:ea typeface="ＭＳ Ｐゴシック" charset="0"/>
                </a:defRPr>
              </a:lvl8pPr>
              <a:lvl9pPr marL="1828800" eaLnBrk="0" fontAlgn="base" hangingPunct="0">
                <a:spcBef>
                  <a:spcPct val="0"/>
                </a:spcBef>
                <a:spcAft>
                  <a:spcPct val="0"/>
                </a:spcAft>
                <a:defRPr sz="2800" b="1">
                  <a:solidFill>
                    <a:srgbClr val="FAFD00"/>
                  </a:solidFill>
                  <a:latin typeface="Arial" charset="0"/>
                  <a:ea typeface="ＭＳ Ｐゴシック" charset="0"/>
                </a:defRPr>
              </a:lvl9pPr>
            </a:lstStyle>
            <a:p>
              <a:pPr>
                <a:defRPr/>
              </a:pPr>
              <a:r>
                <a:rPr lang="en-US" sz="1400" dirty="0">
                  <a:solidFill>
                    <a:srgbClr val="FF070F"/>
                  </a:solidFill>
                </a:rPr>
                <a:t>-1</a:t>
              </a:r>
              <a:endParaRPr lang="en-US" dirty="0">
                <a:effectLst>
                  <a:outerShdw blurRad="38100" dist="38100" dir="2700000" algn="tl">
                    <a:srgbClr val="000000"/>
                  </a:outerShdw>
                </a:effectLst>
              </a:endParaRPr>
            </a:p>
          </p:txBody>
        </p:sp>
      </p:grpSp>
      <p:grpSp>
        <p:nvGrpSpPr>
          <p:cNvPr id="12" name="Group 11"/>
          <p:cNvGrpSpPr/>
          <p:nvPr/>
        </p:nvGrpSpPr>
        <p:grpSpPr>
          <a:xfrm>
            <a:off x="3565807" y="3351689"/>
            <a:ext cx="1891740" cy="307778"/>
            <a:chOff x="544953" y="3326150"/>
            <a:chExt cx="1891740" cy="307778"/>
          </a:xfrm>
        </p:grpSpPr>
        <p:sp>
          <p:nvSpPr>
            <p:cNvPr id="13" name="Text Box 4"/>
            <p:cNvSpPr txBox="1">
              <a:spLocks noChangeArrowheads="1"/>
            </p:cNvSpPr>
            <p:nvPr/>
          </p:nvSpPr>
          <p:spPr bwMode="auto">
            <a:xfrm>
              <a:off x="544953" y="3326151"/>
              <a:ext cx="284052" cy="307777"/>
            </a:xfrm>
            <a:prstGeom prst="rect">
              <a:avLst/>
            </a:prstGeom>
            <a:noFill/>
            <a:ln w="50800">
              <a:noFill/>
              <a:miter lim="800000"/>
              <a:headEnd/>
              <a:tailEnd/>
            </a:ln>
            <a:effectLst/>
          </p:spPr>
          <p:txBody>
            <a:bodyPr wrap="none">
              <a:spAutoFit/>
            </a:bodyPr>
            <a:lstStyle>
              <a:lvl1pPr>
                <a:defRPr sz="2800" b="1">
                  <a:solidFill>
                    <a:srgbClr val="FAFD00"/>
                  </a:solidFill>
                  <a:latin typeface="Arial" charset="0"/>
                  <a:ea typeface="ＭＳ Ｐゴシック" charset="0"/>
                  <a:cs typeface="ＭＳ Ｐゴシック" charset="0"/>
                </a:defRPr>
              </a:lvl1pPr>
              <a:lvl2pPr marL="37931725" indent="-37474525">
                <a:defRPr sz="2800" b="1">
                  <a:solidFill>
                    <a:srgbClr val="FAFD00"/>
                  </a:solidFill>
                  <a:latin typeface="Arial" charset="0"/>
                  <a:ea typeface="ＭＳ Ｐゴシック" charset="0"/>
                </a:defRPr>
              </a:lvl2pPr>
              <a:lvl3pPr>
                <a:defRPr sz="2800" b="1">
                  <a:solidFill>
                    <a:srgbClr val="FAFD00"/>
                  </a:solidFill>
                  <a:latin typeface="Arial" charset="0"/>
                  <a:ea typeface="ＭＳ Ｐゴシック" charset="0"/>
                </a:defRPr>
              </a:lvl3pPr>
              <a:lvl4pPr>
                <a:defRPr sz="2800" b="1">
                  <a:solidFill>
                    <a:srgbClr val="FAFD00"/>
                  </a:solidFill>
                  <a:latin typeface="Arial" charset="0"/>
                  <a:ea typeface="ＭＳ Ｐゴシック" charset="0"/>
                </a:defRPr>
              </a:lvl4pPr>
              <a:lvl5pPr>
                <a:defRPr sz="2800" b="1">
                  <a:solidFill>
                    <a:srgbClr val="FAFD00"/>
                  </a:solidFill>
                  <a:latin typeface="Arial" charset="0"/>
                  <a:ea typeface="ＭＳ Ｐゴシック" charset="0"/>
                </a:defRPr>
              </a:lvl5pPr>
              <a:lvl6pPr marL="457200" eaLnBrk="0" fontAlgn="base" hangingPunct="0">
                <a:spcBef>
                  <a:spcPct val="0"/>
                </a:spcBef>
                <a:spcAft>
                  <a:spcPct val="0"/>
                </a:spcAft>
                <a:defRPr sz="2800" b="1">
                  <a:solidFill>
                    <a:srgbClr val="FAFD00"/>
                  </a:solidFill>
                  <a:latin typeface="Arial" charset="0"/>
                  <a:ea typeface="ＭＳ Ｐゴシック" charset="0"/>
                </a:defRPr>
              </a:lvl6pPr>
              <a:lvl7pPr marL="914400" eaLnBrk="0" fontAlgn="base" hangingPunct="0">
                <a:spcBef>
                  <a:spcPct val="0"/>
                </a:spcBef>
                <a:spcAft>
                  <a:spcPct val="0"/>
                </a:spcAft>
                <a:defRPr sz="2800" b="1">
                  <a:solidFill>
                    <a:srgbClr val="FAFD00"/>
                  </a:solidFill>
                  <a:latin typeface="Arial" charset="0"/>
                  <a:ea typeface="ＭＳ Ｐゴシック" charset="0"/>
                </a:defRPr>
              </a:lvl7pPr>
              <a:lvl8pPr marL="1371600" eaLnBrk="0" fontAlgn="base" hangingPunct="0">
                <a:spcBef>
                  <a:spcPct val="0"/>
                </a:spcBef>
                <a:spcAft>
                  <a:spcPct val="0"/>
                </a:spcAft>
                <a:defRPr sz="2800" b="1">
                  <a:solidFill>
                    <a:srgbClr val="FAFD00"/>
                  </a:solidFill>
                  <a:latin typeface="Arial" charset="0"/>
                  <a:ea typeface="ＭＳ Ｐゴシック" charset="0"/>
                </a:defRPr>
              </a:lvl8pPr>
              <a:lvl9pPr marL="1828800" eaLnBrk="0" fontAlgn="base" hangingPunct="0">
                <a:spcBef>
                  <a:spcPct val="0"/>
                </a:spcBef>
                <a:spcAft>
                  <a:spcPct val="0"/>
                </a:spcAft>
                <a:defRPr sz="2800" b="1">
                  <a:solidFill>
                    <a:srgbClr val="FAFD00"/>
                  </a:solidFill>
                  <a:latin typeface="Arial" charset="0"/>
                  <a:ea typeface="ＭＳ Ｐゴシック" charset="0"/>
                </a:defRPr>
              </a:lvl9pPr>
            </a:lstStyle>
            <a:p>
              <a:pPr>
                <a:defRPr/>
              </a:pPr>
              <a:r>
                <a:rPr lang="en-US" sz="1400" dirty="0">
                  <a:solidFill>
                    <a:srgbClr val="FF070F"/>
                  </a:solidFill>
                </a:rPr>
                <a:t>1</a:t>
              </a:r>
              <a:endParaRPr lang="en-US" dirty="0">
                <a:effectLst>
                  <a:outerShdw blurRad="38100" dist="38100" dir="2700000" algn="tl">
                    <a:srgbClr val="000000"/>
                  </a:outerShdw>
                </a:effectLst>
              </a:endParaRPr>
            </a:p>
          </p:txBody>
        </p:sp>
        <p:sp>
          <p:nvSpPr>
            <p:cNvPr id="14" name="Text Box 6"/>
            <p:cNvSpPr txBox="1">
              <a:spLocks noChangeArrowheads="1"/>
            </p:cNvSpPr>
            <p:nvPr/>
          </p:nvSpPr>
          <p:spPr bwMode="auto">
            <a:xfrm>
              <a:off x="1319141" y="3326150"/>
              <a:ext cx="284515" cy="307777"/>
            </a:xfrm>
            <a:prstGeom prst="rect">
              <a:avLst/>
            </a:prstGeom>
            <a:noFill/>
            <a:ln w="50800">
              <a:noFill/>
              <a:miter lim="800000"/>
              <a:headEnd/>
              <a:tailEnd/>
            </a:ln>
            <a:effectLst/>
          </p:spPr>
          <p:txBody>
            <a:bodyPr wrap="none">
              <a:spAutoFit/>
            </a:bodyPr>
            <a:lstStyle>
              <a:lvl1pPr>
                <a:defRPr sz="2800" b="1">
                  <a:solidFill>
                    <a:srgbClr val="FAFD00"/>
                  </a:solidFill>
                  <a:latin typeface="Arial" charset="0"/>
                  <a:ea typeface="ＭＳ Ｐゴシック" charset="0"/>
                  <a:cs typeface="ＭＳ Ｐゴシック" charset="0"/>
                </a:defRPr>
              </a:lvl1pPr>
              <a:lvl2pPr marL="37931725" indent="-37474525">
                <a:defRPr sz="2800" b="1">
                  <a:solidFill>
                    <a:srgbClr val="FAFD00"/>
                  </a:solidFill>
                  <a:latin typeface="Arial" charset="0"/>
                  <a:ea typeface="ＭＳ Ｐゴシック" charset="0"/>
                </a:defRPr>
              </a:lvl2pPr>
              <a:lvl3pPr>
                <a:defRPr sz="2800" b="1">
                  <a:solidFill>
                    <a:srgbClr val="FAFD00"/>
                  </a:solidFill>
                  <a:latin typeface="Arial" charset="0"/>
                  <a:ea typeface="ＭＳ Ｐゴシック" charset="0"/>
                </a:defRPr>
              </a:lvl3pPr>
              <a:lvl4pPr>
                <a:defRPr sz="2800" b="1">
                  <a:solidFill>
                    <a:srgbClr val="FAFD00"/>
                  </a:solidFill>
                  <a:latin typeface="Arial" charset="0"/>
                  <a:ea typeface="ＭＳ Ｐゴシック" charset="0"/>
                </a:defRPr>
              </a:lvl4pPr>
              <a:lvl5pPr>
                <a:defRPr sz="2800" b="1">
                  <a:solidFill>
                    <a:srgbClr val="FAFD00"/>
                  </a:solidFill>
                  <a:latin typeface="Arial" charset="0"/>
                  <a:ea typeface="ＭＳ Ｐゴシック" charset="0"/>
                </a:defRPr>
              </a:lvl5pPr>
              <a:lvl6pPr marL="457200" eaLnBrk="0" fontAlgn="base" hangingPunct="0">
                <a:spcBef>
                  <a:spcPct val="0"/>
                </a:spcBef>
                <a:spcAft>
                  <a:spcPct val="0"/>
                </a:spcAft>
                <a:defRPr sz="2800" b="1">
                  <a:solidFill>
                    <a:srgbClr val="FAFD00"/>
                  </a:solidFill>
                  <a:latin typeface="Arial" charset="0"/>
                  <a:ea typeface="ＭＳ Ｐゴシック" charset="0"/>
                </a:defRPr>
              </a:lvl6pPr>
              <a:lvl7pPr marL="914400" eaLnBrk="0" fontAlgn="base" hangingPunct="0">
                <a:spcBef>
                  <a:spcPct val="0"/>
                </a:spcBef>
                <a:spcAft>
                  <a:spcPct val="0"/>
                </a:spcAft>
                <a:defRPr sz="2800" b="1">
                  <a:solidFill>
                    <a:srgbClr val="FAFD00"/>
                  </a:solidFill>
                  <a:latin typeface="Arial" charset="0"/>
                  <a:ea typeface="ＭＳ Ｐゴシック" charset="0"/>
                </a:defRPr>
              </a:lvl7pPr>
              <a:lvl8pPr marL="1371600" eaLnBrk="0" fontAlgn="base" hangingPunct="0">
                <a:spcBef>
                  <a:spcPct val="0"/>
                </a:spcBef>
                <a:spcAft>
                  <a:spcPct val="0"/>
                </a:spcAft>
                <a:defRPr sz="2800" b="1">
                  <a:solidFill>
                    <a:srgbClr val="FAFD00"/>
                  </a:solidFill>
                  <a:latin typeface="Arial" charset="0"/>
                  <a:ea typeface="ＭＳ Ｐゴシック" charset="0"/>
                </a:defRPr>
              </a:lvl8pPr>
              <a:lvl9pPr marL="1828800" eaLnBrk="0" fontAlgn="base" hangingPunct="0">
                <a:spcBef>
                  <a:spcPct val="0"/>
                </a:spcBef>
                <a:spcAft>
                  <a:spcPct val="0"/>
                </a:spcAft>
                <a:defRPr sz="2800" b="1">
                  <a:solidFill>
                    <a:srgbClr val="FAFD00"/>
                  </a:solidFill>
                  <a:latin typeface="Arial" charset="0"/>
                  <a:ea typeface="ＭＳ Ｐゴシック" charset="0"/>
                </a:defRPr>
              </a:lvl9pPr>
            </a:lstStyle>
            <a:p>
              <a:pPr>
                <a:defRPr/>
              </a:pPr>
              <a:r>
                <a:rPr lang="en-US" sz="1400" dirty="0">
                  <a:solidFill>
                    <a:srgbClr val="FF070F"/>
                  </a:solidFill>
                </a:rPr>
                <a:t>0</a:t>
              </a:r>
              <a:endParaRPr lang="en-US" dirty="0">
                <a:effectLst>
                  <a:outerShdw blurRad="38100" dist="38100" dir="2700000" algn="tl">
                    <a:srgbClr val="000000"/>
                  </a:outerShdw>
                </a:effectLst>
              </a:endParaRPr>
            </a:p>
          </p:txBody>
        </p:sp>
        <p:sp>
          <p:nvSpPr>
            <p:cNvPr id="15" name="Text Box 7"/>
            <p:cNvSpPr txBox="1">
              <a:spLocks noChangeArrowheads="1"/>
            </p:cNvSpPr>
            <p:nvPr/>
          </p:nvSpPr>
          <p:spPr bwMode="auto">
            <a:xfrm>
              <a:off x="2093329" y="3326150"/>
              <a:ext cx="343364" cy="307777"/>
            </a:xfrm>
            <a:prstGeom prst="rect">
              <a:avLst/>
            </a:prstGeom>
            <a:noFill/>
            <a:ln w="50800">
              <a:noFill/>
              <a:miter lim="800000"/>
              <a:headEnd/>
              <a:tailEnd/>
            </a:ln>
            <a:effectLst/>
          </p:spPr>
          <p:txBody>
            <a:bodyPr wrap="none">
              <a:spAutoFit/>
            </a:bodyPr>
            <a:lstStyle>
              <a:lvl1pPr>
                <a:defRPr sz="2800" b="1">
                  <a:solidFill>
                    <a:srgbClr val="FAFD00"/>
                  </a:solidFill>
                  <a:latin typeface="Arial" charset="0"/>
                  <a:ea typeface="ＭＳ Ｐゴシック" charset="0"/>
                  <a:cs typeface="ＭＳ Ｐゴシック" charset="0"/>
                </a:defRPr>
              </a:lvl1pPr>
              <a:lvl2pPr marL="37931725" indent="-37474525">
                <a:defRPr sz="2800" b="1">
                  <a:solidFill>
                    <a:srgbClr val="FAFD00"/>
                  </a:solidFill>
                  <a:latin typeface="Arial" charset="0"/>
                  <a:ea typeface="ＭＳ Ｐゴシック" charset="0"/>
                </a:defRPr>
              </a:lvl2pPr>
              <a:lvl3pPr>
                <a:defRPr sz="2800" b="1">
                  <a:solidFill>
                    <a:srgbClr val="FAFD00"/>
                  </a:solidFill>
                  <a:latin typeface="Arial" charset="0"/>
                  <a:ea typeface="ＭＳ Ｐゴシック" charset="0"/>
                </a:defRPr>
              </a:lvl3pPr>
              <a:lvl4pPr>
                <a:defRPr sz="2800" b="1">
                  <a:solidFill>
                    <a:srgbClr val="FAFD00"/>
                  </a:solidFill>
                  <a:latin typeface="Arial" charset="0"/>
                  <a:ea typeface="ＭＳ Ｐゴシック" charset="0"/>
                </a:defRPr>
              </a:lvl4pPr>
              <a:lvl5pPr>
                <a:defRPr sz="2800" b="1">
                  <a:solidFill>
                    <a:srgbClr val="FAFD00"/>
                  </a:solidFill>
                  <a:latin typeface="Arial" charset="0"/>
                  <a:ea typeface="ＭＳ Ｐゴシック" charset="0"/>
                </a:defRPr>
              </a:lvl5pPr>
              <a:lvl6pPr marL="457200" eaLnBrk="0" fontAlgn="base" hangingPunct="0">
                <a:spcBef>
                  <a:spcPct val="0"/>
                </a:spcBef>
                <a:spcAft>
                  <a:spcPct val="0"/>
                </a:spcAft>
                <a:defRPr sz="2800" b="1">
                  <a:solidFill>
                    <a:srgbClr val="FAFD00"/>
                  </a:solidFill>
                  <a:latin typeface="Arial" charset="0"/>
                  <a:ea typeface="ＭＳ Ｐゴシック" charset="0"/>
                </a:defRPr>
              </a:lvl6pPr>
              <a:lvl7pPr marL="914400" eaLnBrk="0" fontAlgn="base" hangingPunct="0">
                <a:spcBef>
                  <a:spcPct val="0"/>
                </a:spcBef>
                <a:spcAft>
                  <a:spcPct val="0"/>
                </a:spcAft>
                <a:defRPr sz="2800" b="1">
                  <a:solidFill>
                    <a:srgbClr val="FAFD00"/>
                  </a:solidFill>
                  <a:latin typeface="Arial" charset="0"/>
                  <a:ea typeface="ＭＳ Ｐゴシック" charset="0"/>
                </a:defRPr>
              </a:lvl7pPr>
              <a:lvl8pPr marL="1371600" eaLnBrk="0" fontAlgn="base" hangingPunct="0">
                <a:spcBef>
                  <a:spcPct val="0"/>
                </a:spcBef>
                <a:spcAft>
                  <a:spcPct val="0"/>
                </a:spcAft>
                <a:defRPr sz="2800" b="1">
                  <a:solidFill>
                    <a:srgbClr val="FAFD00"/>
                  </a:solidFill>
                  <a:latin typeface="Arial" charset="0"/>
                  <a:ea typeface="ＭＳ Ｐゴシック" charset="0"/>
                </a:defRPr>
              </a:lvl8pPr>
              <a:lvl9pPr marL="1828800" eaLnBrk="0" fontAlgn="base" hangingPunct="0">
                <a:spcBef>
                  <a:spcPct val="0"/>
                </a:spcBef>
                <a:spcAft>
                  <a:spcPct val="0"/>
                </a:spcAft>
                <a:defRPr sz="2800" b="1">
                  <a:solidFill>
                    <a:srgbClr val="FAFD00"/>
                  </a:solidFill>
                  <a:latin typeface="Arial" charset="0"/>
                  <a:ea typeface="ＭＳ Ｐゴシック" charset="0"/>
                </a:defRPr>
              </a:lvl9pPr>
            </a:lstStyle>
            <a:p>
              <a:pPr>
                <a:defRPr/>
              </a:pPr>
              <a:r>
                <a:rPr lang="en-US" sz="1400" dirty="0">
                  <a:solidFill>
                    <a:srgbClr val="FF070F"/>
                  </a:solidFill>
                </a:rPr>
                <a:t>-2</a:t>
              </a:r>
              <a:endParaRPr lang="en-US" dirty="0">
                <a:effectLst>
                  <a:outerShdw blurRad="38100" dist="38100" dir="2700000" algn="tl">
                    <a:srgbClr val="000000"/>
                  </a:outerShdw>
                </a:effectLst>
              </a:endParaRPr>
            </a:p>
          </p:txBody>
        </p:sp>
      </p:grpSp>
      <p:grpSp>
        <p:nvGrpSpPr>
          <p:cNvPr id="16" name="Group 15"/>
          <p:cNvGrpSpPr/>
          <p:nvPr/>
        </p:nvGrpSpPr>
        <p:grpSpPr>
          <a:xfrm>
            <a:off x="6602754" y="3370739"/>
            <a:ext cx="1832428" cy="307778"/>
            <a:chOff x="544953" y="3326150"/>
            <a:chExt cx="1832428" cy="307778"/>
          </a:xfrm>
        </p:grpSpPr>
        <p:sp>
          <p:nvSpPr>
            <p:cNvPr id="17" name="Text Box 4"/>
            <p:cNvSpPr txBox="1">
              <a:spLocks noChangeArrowheads="1"/>
            </p:cNvSpPr>
            <p:nvPr/>
          </p:nvSpPr>
          <p:spPr bwMode="auto">
            <a:xfrm>
              <a:off x="544953" y="3326151"/>
              <a:ext cx="343364" cy="307777"/>
            </a:xfrm>
            <a:prstGeom prst="rect">
              <a:avLst/>
            </a:prstGeom>
            <a:noFill/>
            <a:ln w="50800">
              <a:noFill/>
              <a:miter lim="800000"/>
              <a:headEnd/>
              <a:tailEnd/>
            </a:ln>
            <a:effectLst/>
          </p:spPr>
          <p:txBody>
            <a:bodyPr wrap="none">
              <a:spAutoFit/>
            </a:bodyPr>
            <a:lstStyle>
              <a:lvl1pPr>
                <a:defRPr sz="2800" b="1">
                  <a:solidFill>
                    <a:srgbClr val="FAFD00"/>
                  </a:solidFill>
                  <a:latin typeface="Arial" charset="0"/>
                  <a:ea typeface="ＭＳ Ｐゴシック" charset="0"/>
                  <a:cs typeface="ＭＳ Ｐゴシック" charset="0"/>
                </a:defRPr>
              </a:lvl1pPr>
              <a:lvl2pPr marL="37931725" indent="-37474525">
                <a:defRPr sz="2800" b="1">
                  <a:solidFill>
                    <a:srgbClr val="FAFD00"/>
                  </a:solidFill>
                  <a:latin typeface="Arial" charset="0"/>
                  <a:ea typeface="ＭＳ Ｐゴシック" charset="0"/>
                </a:defRPr>
              </a:lvl2pPr>
              <a:lvl3pPr>
                <a:defRPr sz="2800" b="1">
                  <a:solidFill>
                    <a:srgbClr val="FAFD00"/>
                  </a:solidFill>
                  <a:latin typeface="Arial" charset="0"/>
                  <a:ea typeface="ＭＳ Ｐゴシック" charset="0"/>
                </a:defRPr>
              </a:lvl3pPr>
              <a:lvl4pPr>
                <a:defRPr sz="2800" b="1">
                  <a:solidFill>
                    <a:srgbClr val="FAFD00"/>
                  </a:solidFill>
                  <a:latin typeface="Arial" charset="0"/>
                  <a:ea typeface="ＭＳ Ｐゴシック" charset="0"/>
                </a:defRPr>
              </a:lvl4pPr>
              <a:lvl5pPr>
                <a:defRPr sz="2800" b="1">
                  <a:solidFill>
                    <a:srgbClr val="FAFD00"/>
                  </a:solidFill>
                  <a:latin typeface="Arial" charset="0"/>
                  <a:ea typeface="ＭＳ Ｐゴシック" charset="0"/>
                </a:defRPr>
              </a:lvl5pPr>
              <a:lvl6pPr marL="457200" eaLnBrk="0" fontAlgn="base" hangingPunct="0">
                <a:spcBef>
                  <a:spcPct val="0"/>
                </a:spcBef>
                <a:spcAft>
                  <a:spcPct val="0"/>
                </a:spcAft>
                <a:defRPr sz="2800" b="1">
                  <a:solidFill>
                    <a:srgbClr val="FAFD00"/>
                  </a:solidFill>
                  <a:latin typeface="Arial" charset="0"/>
                  <a:ea typeface="ＭＳ Ｐゴシック" charset="0"/>
                </a:defRPr>
              </a:lvl6pPr>
              <a:lvl7pPr marL="914400" eaLnBrk="0" fontAlgn="base" hangingPunct="0">
                <a:spcBef>
                  <a:spcPct val="0"/>
                </a:spcBef>
                <a:spcAft>
                  <a:spcPct val="0"/>
                </a:spcAft>
                <a:defRPr sz="2800" b="1">
                  <a:solidFill>
                    <a:srgbClr val="FAFD00"/>
                  </a:solidFill>
                  <a:latin typeface="Arial" charset="0"/>
                  <a:ea typeface="ＭＳ Ｐゴシック" charset="0"/>
                </a:defRPr>
              </a:lvl7pPr>
              <a:lvl8pPr marL="1371600" eaLnBrk="0" fontAlgn="base" hangingPunct="0">
                <a:spcBef>
                  <a:spcPct val="0"/>
                </a:spcBef>
                <a:spcAft>
                  <a:spcPct val="0"/>
                </a:spcAft>
                <a:defRPr sz="2800" b="1">
                  <a:solidFill>
                    <a:srgbClr val="FAFD00"/>
                  </a:solidFill>
                  <a:latin typeface="Arial" charset="0"/>
                  <a:ea typeface="ＭＳ Ｐゴシック" charset="0"/>
                </a:defRPr>
              </a:lvl8pPr>
              <a:lvl9pPr marL="1828800" eaLnBrk="0" fontAlgn="base" hangingPunct="0">
                <a:spcBef>
                  <a:spcPct val="0"/>
                </a:spcBef>
                <a:spcAft>
                  <a:spcPct val="0"/>
                </a:spcAft>
                <a:defRPr sz="2800" b="1">
                  <a:solidFill>
                    <a:srgbClr val="FAFD00"/>
                  </a:solidFill>
                  <a:latin typeface="Arial" charset="0"/>
                  <a:ea typeface="ＭＳ Ｐゴシック" charset="0"/>
                </a:defRPr>
              </a:lvl9pPr>
            </a:lstStyle>
            <a:p>
              <a:pPr>
                <a:defRPr/>
              </a:pPr>
              <a:r>
                <a:rPr lang="en-US" sz="1400" dirty="0">
                  <a:solidFill>
                    <a:srgbClr val="FF070F"/>
                  </a:solidFill>
                </a:rPr>
                <a:t>-1</a:t>
              </a:r>
              <a:endParaRPr lang="en-US" dirty="0">
                <a:effectLst>
                  <a:outerShdw blurRad="38100" dist="38100" dir="2700000" algn="tl">
                    <a:srgbClr val="000000"/>
                  </a:outerShdw>
                </a:effectLst>
              </a:endParaRPr>
            </a:p>
          </p:txBody>
        </p:sp>
        <p:sp>
          <p:nvSpPr>
            <p:cNvPr id="18" name="Text Box 6"/>
            <p:cNvSpPr txBox="1">
              <a:spLocks noChangeArrowheads="1"/>
            </p:cNvSpPr>
            <p:nvPr/>
          </p:nvSpPr>
          <p:spPr bwMode="auto">
            <a:xfrm>
              <a:off x="1319141" y="3326150"/>
              <a:ext cx="284515" cy="307777"/>
            </a:xfrm>
            <a:prstGeom prst="rect">
              <a:avLst/>
            </a:prstGeom>
            <a:noFill/>
            <a:ln w="50800">
              <a:noFill/>
              <a:miter lim="800000"/>
              <a:headEnd/>
              <a:tailEnd/>
            </a:ln>
            <a:effectLst/>
          </p:spPr>
          <p:txBody>
            <a:bodyPr wrap="none">
              <a:spAutoFit/>
            </a:bodyPr>
            <a:lstStyle>
              <a:lvl1pPr>
                <a:defRPr sz="2800" b="1">
                  <a:solidFill>
                    <a:srgbClr val="FAFD00"/>
                  </a:solidFill>
                  <a:latin typeface="Arial" charset="0"/>
                  <a:ea typeface="ＭＳ Ｐゴシック" charset="0"/>
                  <a:cs typeface="ＭＳ Ｐゴシック" charset="0"/>
                </a:defRPr>
              </a:lvl1pPr>
              <a:lvl2pPr marL="37931725" indent="-37474525">
                <a:defRPr sz="2800" b="1">
                  <a:solidFill>
                    <a:srgbClr val="FAFD00"/>
                  </a:solidFill>
                  <a:latin typeface="Arial" charset="0"/>
                  <a:ea typeface="ＭＳ Ｐゴシック" charset="0"/>
                </a:defRPr>
              </a:lvl2pPr>
              <a:lvl3pPr>
                <a:defRPr sz="2800" b="1">
                  <a:solidFill>
                    <a:srgbClr val="FAFD00"/>
                  </a:solidFill>
                  <a:latin typeface="Arial" charset="0"/>
                  <a:ea typeface="ＭＳ Ｐゴシック" charset="0"/>
                </a:defRPr>
              </a:lvl3pPr>
              <a:lvl4pPr>
                <a:defRPr sz="2800" b="1">
                  <a:solidFill>
                    <a:srgbClr val="FAFD00"/>
                  </a:solidFill>
                  <a:latin typeface="Arial" charset="0"/>
                  <a:ea typeface="ＭＳ Ｐゴシック" charset="0"/>
                </a:defRPr>
              </a:lvl4pPr>
              <a:lvl5pPr>
                <a:defRPr sz="2800" b="1">
                  <a:solidFill>
                    <a:srgbClr val="FAFD00"/>
                  </a:solidFill>
                  <a:latin typeface="Arial" charset="0"/>
                  <a:ea typeface="ＭＳ Ｐゴシック" charset="0"/>
                </a:defRPr>
              </a:lvl5pPr>
              <a:lvl6pPr marL="457200" eaLnBrk="0" fontAlgn="base" hangingPunct="0">
                <a:spcBef>
                  <a:spcPct val="0"/>
                </a:spcBef>
                <a:spcAft>
                  <a:spcPct val="0"/>
                </a:spcAft>
                <a:defRPr sz="2800" b="1">
                  <a:solidFill>
                    <a:srgbClr val="FAFD00"/>
                  </a:solidFill>
                  <a:latin typeface="Arial" charset="0"/>
                  <a:ea typeface="ＭＳ Ｐゴシック" charset="0"/>
                </a:defRPr>
              </a:lvl6pPr>
              <a:lvl7pPr marL="914400" eaLnBrk="0" fontAlgn="base" hangingPunct="0">
                <a:spcBef>
                  <a:spcPct val="0"/>
                </a:spcBef>
                <a:spcAft>
                  <a:spcPct val="0"/>
                </a:spcAft>
                <a:defRPr sz="2800" b="1">
                  <a:solidFill>
                    <a:srgbClr val="FAFD00"/>
                  </a:solidFill>
                  <a:latin typeface="Arial" charset="0"/>
                  <a:ea typeface="ＭＳ Ｐゴシック" charset="0"/>
                </a:defRPr>
              </a:lvl7pPr>
              <a:lvl8pPr marL="1371600" eaLnBrk="0" fontAlgn="base" hangingPunct="0">
                <a:spcBef>
                  <a:spcPct val="0"/>
                </a:spcBef>
                <a:spcAft>
                  <a:spcPct val="0"/>
                </a:spcAft>
                <a:defRPr sz="2800" b="1">
                  <a:solidFill>
                    <a:srgbClr val="FAFD00"/>
                  </a:solidFill>
                  <a:latin typeface="Arial" charset="0"/>
                  <a:ea typeface="ＭＳ Ｐゴシック" charset="0"/>
                </a:defRPr>
              </a:lvl8pPr>
              <a:lvl9pPr marL="1828800" eaLnBrk="0" fontAlgn="base" hangingPunct="0">
                <a:spcBef>
                  <a:spcPct val="0"/>
                </a:spcBef>
                <a:spcAft>
                  <a:spcPct val="0"/>
                </a:spcAft>
                <a:defRPr sz="2800" b="1">
                  <a:solidFill>
                    <a:srgbClr val="FAFD00"/>
                  </a:solidFill>
                  <a:latin typeface="Arial" charset="0"/>
                  <a:ea typeface="ＭＳ Ｐゴシック" charset="0"/>
                </a:defRPr>
              </a:lvl9pPr>
            </a:lstStyle>
            <a:p>
              <a:pPr>
                <a:defRPr/>
              </a:pPr>
              <a:r>
                <a:rPr lang="en-US" sz="1400" dirty="0">
                  <a:solidFill>
                    <a:srgbClr val="FF070F"/>
                  </a:solidFill>
                </a:rPr>
                <a:t>0</a:t>
              </a:r>
              <a:endParaRPr lang="en-US" dirty="0">
                <a:effectLst>
                  <a:outerShdw blurRad="38100" dist="38100" dir="2700000" algn="tl">
                    <a:srgbClr val="000000"/>
                  </a:outerShdw>
                </a:effectLst>
              </a:endParaRPr>
            </a:p>
          </p:txBody>
        </p:sp>
        <p:sp>
          <p:nvSpPr>
            <p:cNvPr id="19" name="Text Box 7"/>
            <p:cNvSpPr txBox="1">
              <a:spLocks noChangeArrowheads="1"/>
            </p:cNvSpPr>
            <p:nvPr/>
          </p:nvSpPr>
          <p:spPr bwMode="auto">
            <a:xfrm>
              <a:off x="2093329" y="3326150"/>
              <a:ext cx="284052" cy="307777"/>
            </a:xfrm>
            <a:prstGeom prst="rect">
              <a:avLst/>
            </a:prstGeom>
            <a:noFill/>
            <a:ln w="50800">
              <a:noFill/>
              <a:miter lim="800000"/>
              <a:headEnd/>
              <a:tailEnd/>
            </a:ln>
            <a:effectLst/>
          </p:spPr>
          <p:txBody>
            <a:bodyPr wrap="none">
              <a:spAutoFit/>
            </a:bodyPr>
            <a:lstStyle>
              <a:lvl1pPr>
                <a:defRPr sz="2800" b="1">
                  <a:solidFill>
                    <a:srgbClr val="FAFD00"/>
                  </a:solidFill>
                  <a:latin typeface="Arial" charset="0"/>
                  <a:ea typeface="ＭＳ Ｐゴシック" charset="0"/>
                  <a:cs typeface="ＭＳ Ｐゴシック" charset="0"/>
                </a:defRPr>
              </a:lvl1pPr>
              <a:lvl2pPr marL="37931725" indent="-37474525">
                <a:defRPr sz="2800" b="1">
                  <a:solidFill>
                    <a:srgbClr val="FAFD00"/>
                  </a:solidFill>
                  <a:latin typeface="Arial" charset="0"/>
                  <a:ea typeface="ＭＳ Ｐゴシック" charset="0"/>
                </a:defRPr>
              </a:lvl2pPr>
              <a:lvl3pPr>
                <a:defRPr sz="2800" b="1">
                  <a:solidFill>
                    <a:srgbClr val="FAFD00"/>
                  </a:solidFill>
                  <a:latin typeface="Arial" charset="0"/>
                  <a:ea typeface="ＭＳ Ｐゴシック" charset="0"/>
                </a:defRPr>
              </a:lvl3pPr>
              <a:lvl4pPr>
                <a:defRPr sz="2800" b="1">
                  <a:solidFill>
                    <a:srgbClr val="FAFD00"/>
                  </a:solidFill>
                  <a:latin typeface="Arial" charset="0"/>
                  <a:ea typeface="ＭＳ Ｐゴシック" charset="0"/>
                </a:defRPr>
              </a:lvl4pPr>
              <a:lvl5pPr>
                <a:defRPr sz="2800" b="1">
                  <a:solidFill>
                    <a:srgbClr val="FAFD00"/>
                  </a:solidFill>
                  <a:latin typeface="Arial" charset="0"/>
                  <a:ea typeface="ＭＳ Ｐゴシック" charset="0"/>
                </a:defRPr>
              </a:lvl5pPr>
              <a:lvl6pPr marL="457200" eaLnBrk="0" fontAlgn="base" hangingPunct="0">
                <a:spcBef>
                  <a:spcPct val="0"/>
                </a:spcBef>
                <a:spcAft>
                  <a:spcPct val="0"/>
                </a:spcAft>
                <a:defRPr sz="2800" b="1">
                  <a:solidFill>
                    <a:srgbClr val="FAFD00"/>
                  </a:solidFill>
                  <a:latin typeface="Arial" charset="0"/>
                  <a:ea typeface="ＭＳ Ｐゴシック" charset="0"/>
                </a:defRPr>
              </a:lvl6pPr>
              <a:lvl7pPr marL="914400" eaLnBrk="0" fontAlgn="base" hangingPunct="0">
                <a:spcBef>
                  <a:spcPct val="0"/>
                </a:spcBef>
                <a:spcAft>
                  <a:spcPct val="0"/>
                </a:spcAft>
                <a:defRPr sz="2800" b="1">
                  <a:solidFill>
                    <a:srgbClr val="FAFD00"/>
                  </a:solidFill>
                  <a:latin typeface="Arial" charset="0"/>
                  <a:ea typeface="ＭＳ Ｐゴシック" charset="0"/>
                </a:defRPr>
              </a:lvl7pPr>
              <a:lvl8pPr marL="1371600" eaLnBrk="0" fontAlgn="base" hangingPunct="0">
                <a:spcBef>
                  <a:spcPct val="0"/>
                </a:spcBef>
                <a:spcAft>
                  <a:spcPct val="0"/>
                </a:spcAft>
                <a:defRPr sz="2800" b="1">
                  <a:solidFill>
                    <a:srgbClr val="FAFD00"/>
                  </a:solidFill>
                  <a:latin typeface="Arial" charset="0"/>
                  <a:ea typeface="ＭＳ Ｐゴシック" charset="0"/>
                </a:defRPr>
              </a:lvl8pPr>
              <a:lvl9pPr marL="1828800" eaLnBrk="0" fontAlgn="base" hangingPunct="0">
                <a:spcBef>
                  <a:spcPct val="0"/>
                </a:spcBef>
                <a:spcAft>
                  <a:spcPct val="0"/>
                </a:spcAft>
                <a:defRPr sz="2800" b="1">
                  <a:solidFill>
                    <a:srgbClr val="FAFD00"/>
                  </a:solidFill>
                  <a:latin typeface="Arial" charset="0"/>
                  <a:ea typeface="ＭＳ Ｐゴシック" charset="0"/>
                </a:defRPr>
              </a:lvl9pPr>
            </a:lstStyle>
            <a:p>
              <a:pPr>
                <a:defRPr/>
              </a:pPr>
              <a:r>
                <a:rPr lang="en-US" sz="1400" dirty="0">
                  <a:solidFill>
                    <a:srgbClr val="FF070F"/>
                  </a:solidFill>
                </a:rPr>
                <a:t>0</a:t>
              </a:r>
              <a:endParaRPr lang="en-US" dirty="0">
                <a:effectLst>
                  <a:outerShdw blurRad="38100" dist="38100" dir="2700000" algn="tl">
                    <a:srgbClr val="000000"/>
                  </a:outerShdw>
                </a:effectLst>
              </a:endParaRPr>
            </a:p>
          </p:txBody>
        </p:sp>
      </p:grpSp>
      <p:grpSp>
        <p:nvGrpSpPr>
          <p:cNvPr id="23" name="Group 22">
            <a:extLst>
              <a:ext uri="{FF2B5EF4-FFF2-40B4-BE49-F238E27FC236}">
                <a16:creationId xmlns:a16="http://schemas.microsoft.com/office/drawing/2014/main" id="{2D426E99-1F75-E53A-8707-E3E0CC961584}"/>
              </a:ext>
            </a:extLst>
          </p:cNvPr>
          <p:cNvGrpSpPr/>
          <p:nvPr/>
        </p:nvGrpSpPr>
        <p:grpSpPr>
          <a:xfrm>
            <a:off x="138104" y="3110706"/>
            <a:ext cx="2914543" cy="1127919"/>
            <a:chOff x="223838" y="3110706"/>
            <a:chExt cx="2914543" cy="1127919"/>
          </a:xfrm>
        </p:grpSpPr>
        <p:sp>
          <p:nvSpPr>
            <p:cNvPr id="5" name="Double Bracket 4">
              <a:extLst>
                <a:ext uri="{FF2B5EF4-FFF2-40B4-BE49-F238E27FC236}">
                  <a16:creationId xmlns:a16="http://schemas.microsoft.com/office/drawing/2014/main" id="{288BC28D-B7AB-93B4-EC73-B970D9B512B3}"/>
                </a:ext>
              </a:extLst>
            </p:cNvPr>
            <p:cNvSpPr/>
            <p:nvPr/>
          </p:nvSpPr>
          <p:spPr>
            <a:xfrm>
              <a:off x="223838" y="3262313"/>
              <a:ext cx="2519158" cy="976312"/>
            </a:xfrm>
            <a:prstGeom prst="bracketPair">
              <a:avLst/>
            </a:prstGeom>
            <a:noFill/>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FF75C039-F040-1351-DD94-B08DC4F780C6}"/>
                </a:ext>
              </a:extLst>
            </p:cNvPr>
            <p:cNvSpPr txBox="1"/>
            <p:nvPr/>
          </p:nvSpPr>
          <p:spPr>
            <a:xfrm>
              <a:off x="2690475" y="3110706"/>
              <a:ext cx="447906" cy="369332"/>
            </a:xfrm>
            <a:prstGeom prst="rect">
              <a:avLst/>
            </a:prstGeom>
            <a:noFill/>
          </p:spPr>
          <p:txBody>
            <a:bodyPr wrap="square">
              <a:spAutoFit/>
            </a:bodyPr>
            <a:lstStyle/>
            <a:p>
              <a:r>
                <a:rPr lang="en-US" sz="1800" dirty="0">
                  <a:ea typeface="ＭＳ Ｐゴシック" charset="0"/>
                </a:rPr>
                <a:t>–1</a:t>
              </a:r>
              <a:endParaRPr lang="en-US" dirty="0"/>
            </a:p>
          </p:txBody>
        </p:sp>
      </p:grpSp>
      <p:grpSp>
        <p:nvGrpSpPr>
          <p:cNvPr id="24" name="Group 23">
            <a:extLst>
              <a:ext uri="{FF2B5EF4-FFF2-40B4-BE49-F238E27FC236}">
                <a16:creationId xmlns:a16="http://schemas.microsoft.com/office/drawing/2014/main" id="{5CC9FC33-4D55-05E5-C232-03A54F8CE009}"/>
              </a:ext>
            </a:extLst>
          </p:cNvPr>
          <p:cNvGrpSpPr/>
          <p:nvPr/>
        </p:nvGrpSpPr>
        <p:grpSpPr>
          <a:xfrm>
            <a:off x="3232482" y="3115468"/>
            <a:ext cx="2914543" cy="1127919"/>
            <a:chOff x="223838" y="3110706"/>
            <a:chExt cx="2914543" cy="1127919"/>
          </a:xfrm>
        </p:grpSpPr>
        <p:sp>
          <p:nvSpPr>
            <p:cNvPr id="25" name="Double Bracket 24">
              <a:extLst>
                <a:ext uri="{FF2B5EF4-FFF2-40B4-BE49-F238E27FC236}">
                  <a16:creationId xmlns:a16="http://schemas.microsoft.com/office/drawing/2014/main" id="{D55CD964-ED3C-E7C2-4828-839B3A818FA2}"/>
                </a:ext>
              </a:extLst>
            </p:cNvPr>
            <p:cNvSpPr/>
            <p:nvPr/>
          </p:nvSpPr>
          <p:spPr>
            <a:xfrm>
              <a:off x="223838" y="3262313"/>
              <a:ext cx="2519158" cy="976312"/>
            </a:xfrm>
            <a:prstGeom prst="bracketPair">
              <a:avLst/>
            </a:prstGeom>
            <a:noFill/>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6" name="TextBox 25">
              <a:extLst>
                <a:ext uri="{FF2B5EF4-FFF2-40B4-BE49-F238E27FC236}">
                  <a16:creationId xmlns:a16="http://schemas.microsoft.com/office/drawing/2014/main" id="{C2CF571B-9A4F-09AB-FCEE-1569F7A0616C}"/>
                </a:ext>
              </a:extLst>
            </p:cNvPr>
            <p:cNvSpPr txBox="1"/>
            <p:nvPr/>
          </p:nvSpPr>
          <p:spPr>
            <a:xfrm>
              <a:off x="2690475" y="3110706"/>
              <a:ext cx="447906" cy="369332"/>
            </a:xfrm>
            <a:prstGeom prst="rect">
              <a:avLst/>
            </a:prstGeom>
            <a:noFill/>
          </p:spPr>
          <p:txBody>
            <a:bodyPr wrap="square">
              <a:spAutoFit/>
            </a:bodyPr>
            <a:lstStyle/>
            <a:p>
              <a:r>
                <a:rPr lang="en-US" sz="1800" dirty="0">
                  <a:ea typeface="ＭＳ Ｐゴシック" charset="0"/>
                </a:rPr>
                <a:t>–1</a:t>
              </a:r>
              <a:endParaRPr lang="en-US" dirty="0"/>
            </a:p>
          </p:txBody>
        </p:sp>
      </p:grpSp>
      <p:grpSp>
        <p:nvGrpSpPr>
          <p:cNvPr id="27" name="Group 26">
            <a:extLst>
              <a:ext uri="{FF2B5EF4-FFF2-40B4-BE49-F238E27FC236}">
                <a16:creationId xmlns:a16="http://schemas.microsoft.com/office/drawing/2014/main" id="{63C197C4-9F59-6138-7D3D-4729B99CB21A}"/>
              </a:ext>
            </a:extLst>
          </p:cNvPr>
          <p:cNvGrpSpPr/>
          <p:nvPr/>
        </p:nvGrpSpPr>
        <p:grpSpPr>
          <a:xfrm>
            <a:off x="6233706" y="3114556"/>
            <a:ext cx="2914543" cy="1127919"/>
            <a:chOff x="223838" y="3110706"/>
            <a:chExt cx="2914543" cy="1127919"/>
          </a:xfrm>
        </p:grpSpPr>
        <p:sp>
          <p:nvSpPr>
            <p:cNvPr id="28" name="Double Bracket 27">
              <a:extLst>
                <a:ext uri="{FF2B5EF4-FFF2-40B4-BE49-F238E27FC236}">
                  <a16:creationId xmlns:a16="http://schemas.microsoft.com/office/drawing/2014/main" id="{7C41A0C2-700E-1DC0-0D36-6ACAD0A6A3E9}"/>
                </a:ext>
              </a:extLst>
            </p:cNvPr>
            <p:cNvSpPr/>
            <p:nvPr/>
          </p:nvSpPr>
          <p:spPr>
            <a:xfrm>
              <a:off x="223838" y="3262313"/>
              <a:ext cx="2519158" cy="976312"/>
            </a:xfrm>
            <a:prstGeom prst="bracketPair">
              <a:avLst/>
            </a:prstGeom>
            <a:noFill/>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9" name="TextBox 28">
              <a:extLst>
                <a:ext uri="{FF2B5EF4-FFF2-40B4-BE49-F238E27FC236}">
                  <a16:creationId xmlns:a16="http://schemas.microsoft.com/office/drawing/2014/main" id="{99567124-360A-3E4E-3605-62B6DBDBA456}"/>
                </a:ext>
              </a:extLst>
            </p:cNvPr>
            <p:cNvSpPr txBox="1"/>
            <p:nvPr/>
          </p:nvSpPr>
          <p:spPr>
            <a:xfrm>
              <a:off x="2690475" y="3110706"/>
              <a:ext cx="447906" cy="369332"/>
            </a:xfrm>
            <a:prstGeom prst="rect">
              <a:avLst/>
            </a:prstGeom>
            <a:noFill/>
          </p:spPr>
          <p:txBody>
            <a:bodyPr wrap="square">
              <a:spAutoFit/>
            </a:bodyPr>
            <a:lstStyle/>
            <a:p>
              <a:r>
                <a:rPr lang="en-US" sz="1800" dirty="0">
                  <a:ea typeface="ＭＳ Ｐゴシック" charset="0"/>
                </a:rPr>
                <a:t>–1</a:t>
              </a:r>
              <a:endParaRPr lang="en-US" dirty="0"/>
            </a:p>
          </p:txBody>
        </p:sp>
      </p:grpSp>
    </p:spTree>
    <p:extLst>
      <p:ext uri="{BB962C8B-B14F-4D97-AF65-F5344CB8AC3E}">
        <p14:creationId xmlns:p14="http://schemas.microsoft.com/office/powerpoint/2010/main" val="2634201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par>
                                <p:cTn id="11" presetID="10"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0" end="0"/>
                                            </p:txEl>
                                          </p:spTgt>
                                        </p:tgtEl>
                                        <p:attrNameLst>
                                          <p:attrName>style.visibility</p:attrName>
                                        </p:attrNameLst>
                                      </p:cBhvr>
                                      <p:to>
                                        <p:strVal val="visible"/>
                                      </p:to>
                                    </p:set>
                                    <p:animEffect transition="in" filter="fade">
                                      <p:cBhvr>
                                        <p:cTn id="18" dur="500"/>
                                        <p:tgtEl>
                                          <p:spTgt spid="3">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500"/>
                                        <p:tgtEl>
                                          <p:spTgt spid="16"/>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
                                            <p:txEl>
                                              <p:pRg st="1" end="1"/>
                                            </p:txEl>
                                          </p:spTgt>
                                        </p:tgtEl>
                                        <p:attrNameLst>
                                          <p:attrName>style.visibility</p:attrName>
                                        </p:attrNameLst>
                                      </p:cBhvr>
                                      <p:to>
                                        <p:strVal val="visible"/>
                                      </p:to>
                                    </p:set>
                                    <p:animEffect transition="in" filter="fade">
                                      <p:cBhvr>
                                        <p:cTn id="38" dur="500"/>
                                        <p:tgtEl>
                                          <p:spTgt spid="3">
                                            <p:txEl>
                                              <p:pRg st="1" end="1"/>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animEffect transition="in" filter="fade">
                                      <p:cBhvr>
                                        <p:cTn id="43" dur="500"/>
                                        <p:tgtEl>
                                          <p:spTgt spid="3">
                                            <p:txEl>
                                              <p:pRg st="5" end="5"/>
                                            </p:txEl>
                                          </p:spTgt>
                                        </p:tgtEl>
                                      </p:cBhvr>
                                    </p:animEffect>
                                  </p:childTnLst>
                                </p:cTn>
                              </p:par>
                            </p:childTnLst>
                          </p:cTn>
                        </p:par>
                        <p:par>
                          <p:cTn id="44" fill="hold">
                            <p:stCondLst>
                              <p:cond delay="500"/>
                            </p:stCondLst>
                            <p:childTnLst>
                              <p:par>
                                <p:cTn id="45" presetID="10" presetClass="entr" presetSubtype="0" fill="hold" nodeType="after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animEffect transition="in" filter="fade">
                                      <p:cBhvr>
                                        <p:cTn id="47" dur="500"/>
                                        <p:tgtEl>
                                          <p:spTgt spid="3">
                                            <p:txEl>
                                              <p:pRg st="6" end="6"/>
                                            </p:txEl>
                                          </p:spTgt>
                                        </p:tgtEl>
                                      </p:cBhvr>
                                    </p:animEffect>
                                  </p:childTnLst>
                                </p:cTn>
                              </p:par>
                            </p:childTnLst>
                          </p:cTn>
                        </p:par>
                        <p:par>
                          <p:cTn id="48" fill="hold">
                            <p:stCondLst>
                              <p:cond delay="1000"/>
                            </p:stCondLst>
                            <p:childTnLst>
                              <p:par>
                                <p:cTn id="49" presetID="10" presetClass="entr" presetSubtype="0" fill="hold" nodeType="afterEffect">
                                  <p:stCondLst>
                                    <p:cond delay="0"/>
                                  </p:stCondLst>
                                  <p:childTnLst>
                                    <p:set>
                                      <p:cBhvr>
                                        <p:cTn id="50" dur="1" fill="hold">
                                          <p:stCondLst>
                                            <p:cond delay="0"/>
                                          </p:stCondLst>
                                        </p:cTn>
                                        <p:tgtEl>
                                          <p:spTgt spid="3">
                                            <p:txEl>
                                              <p:pRg st="7" end="7"/>
                                            </p:txEl>
                                          </p:spTgt>
                                        </p:tgtEl>
                                        <p:attrNameLst>
                                          <p:attrName>style.visibility</p:attrName>
                                        </p:attrNameLst>
                                      </p:cBhvr>
                                      <p:to>
                                        <p:strVal val="visible"/>
                                      </p:to>
                                    </p:set>
                                    <p:animEffect transition="in" filter="fade">
                                      <p:cBhvr>
                                        <p:cTn id="51"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1027"/>
          <p:cNvSpPr>
            <a:spLocks noGrp="1" noChangeArrowheads="1"/>
          </p:cNvSpPr>
          <p:nvPr>
            <p:ph type="body" idx="1"/>
          </p:nvPr>
        </p:nvSpPr>
        <p:spPr>
          <a:xfrm>
            <a:off x="651517" y="1424883"/>
            <a:ext cx="7766242" cy="4228428"/>
          </a:xfrm>
        </p:spPr>
        <p:txBody>
          <a:bodyPr>
            <a:normAutofit/>
          </a:bodyPr>
          <a:lstStyle/>
          <a:p>
            <a:pPr marL="0" indent="0">
              <a:buNone/>
              <a:defRPr/>
            </a:pPr>
            <a:r>
              <a:rPr lang="en-US" sz="2800" dirty="0">
                <a:solidFill>
                  <a:srgbClr val="000000"/>
                </a:solidFill>
              </a:rPr>
              <a:t>Which is the ‘best’ or most heavily weighted resonance form for cyanate ion, OCN</a:t>
            </a:r>
            <a:r>
              <a:rPr lang="en-US" sz="2800" baseline="30000" dirty="0">
                <a:solidFill>
                  <a:srgbClr val="000000"/>
                </a:solidFill>
              </a:rPr>
              <a:t>–</a:t>
            </a:r>
            <a:r>
              <a:rPr lang="en-US" sz="2800" dirty="0">
                <a:solidFill>
                  <a:srgbClr val="000000"/>
                </a:solidFill>
              </a:rPr>
              <a:t>?</a:t>
            </a:r>
          </a:p>
          <a:p>
            <a:pPr marL="0" indent="0">
              <a:buNone/>
              <a:defRPr/>
            </a:pPr>
            <a:endParaRPr lang="en-US" sz="2800" dirty="0">
              <a:solidFill>
                <a:srgbClr val="000000"/>
              </a:solidFill>
            </a:endParaRPr>
          </a:p>
          <a:p>
            <a:pPr marL="966788" lvl="1" indent="-509588">
              <a:buFontTx/>
              <a:buAutoNum type="alphaUcPeriod"/>
              <a:defRPr/>
            </a:pPr>
            <a:endParaRPr lang="en-US" sz="2800" baseline="30000" dirty="0">
              <a:solidFill>
                <a:srgbClr val="000000"/>
              </a:solidFill>
            </a:endParaRPr>
          </a:p>
          <a:p>
            <a:pPr marL="762000" lvl="1" indent="-304800">
              <a:buFontTx/>
              <a:buAutoNum type="alphaUcPeriod"/>
              <a:defRPr/>
            </a:pPr>
            <a:endParaRPr lang="en-US" sz="2800" baseline="30000" dirty="0">
              <a:solidFill>
                <a:srgbClr val="000000"/>
              </a:solidFill>
            </a:endParaRPr>
          </a:p>
        </p:txBody>
      </p:sp>
      <p:sp>
        <p:nvSpPr>
          <p:cNvPr id="4" name="Rectangle 3"/>
          <p:cNvSpPr/>
          <p:nvPr/>
        </p:nvSpPr>
        <p:spPr bwMode="auto">
          <a:xfrm>
            <a:off x="2193225" y="2327707"/>
            <a:ext cx="695963" cy="605433"/>
          </a:xfrm>
          <a:prstGeom prst="rect">
            <a:avLst/>
          </a:prstGeom>
          <a:solidFill>
            <a:srgbClr val="66FF3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88066" name="Rectangle 1026"/>
          <p:cNvSpPr>
            <a:spLocks noGrp="1" noChangeArrowheads="1"/>
          </p:cNvSpPr>
          <p:nvPr>
            <p:ph type="title"/>
          </p:nvPr>
        </p:nvSpPr>
        <p:spPr>
          <a:xfrm>
            <a:off x="2821577" y="381001"/>
            <a:ext cx="5355771" cy="1254759"/>
          </a:xfrm>
        </p:spPr>
        <p:txBody>
          <a:bodyPr/>
          <a:lstStyle/>
          <a:p>
            <a:pPr>
              <a:defRPr/>
            </a:pPr>
            <a:r>
              <a:rPr lang="en-US" cap="none" dirty="0" err="1">
                <a:latin typeface="Comic Sans MS" charset="0"/>
                <a:ea typeface="ＭＳ Ｐゴシック" charset="0"/>
                <a:cs typeface="ＭＳ Ｐゴシック" charset="0"/>
              </a:rPr>
              <a:t>i</a:t>
            </a:r>
            <a:r>
              <a:rPr lang="en-US" dirty="0" err="1">
                <a:latin typeface="Comic Sans MS" charset="0"/>
                <a:ea typeface="ＭＳ Ｐゴシック" charset="0"/>
                <a:cs typeface="ＭＳ Ｐゴシック" charset="0"/>
              </a:rPr>
              <a:t>Clicker</a:t>
            </a:r>
            <a:r>
              <a:rPr lang="en-US" dirty="0">
                <a:latin typeface="Comic Sans MS" charset="0"/>
                <a:ea typeface="ＭＳ Ｐゴシック" charset="0"/>
                <a:cs typeface="ＭＳ Ｐゴシック" charset="0"/>
              </a:rPr>
              <a:t> Quiz</a:t>
            </a:r>
          </a:p>
        </p:txBody>
      </p:sp>
      <p:sp>
        <p:nvSpPr>
          <p:cNvPr id="5" name="Slide Number Placeholder 4"/>
          <p:cNvSpPr>
            <a:spLocks noGrp="1"/>
          </p:cNvSpPr>
          <p:nvPr>
            <p:ph type="sldNum" sz="quarter" idx="12"/>
          </p:nvPr>
        </p:nvSpPr>
        <p:spPr/>
        <p:txBody>
          <a:bodyPr/>
          <a:lstStyle/>
          <a:p>
            <a:fld id="{63C103D7-7FC1-4B9F-A526-BC88A3C4AA47}" type="slidenum">
              <a:rPr lang="en-US" smtClean="0"/>
              <a:pPr/>
              <a:t>7</a:t>
            </a:fld>
            <a:endParaRPr lang="en-US" dirty="0"/>
          </a:p>
        </p:txBody>
      </p:sp>
      <p:pic>
        <p:nvPicPr>
          <p:cNvPr id="11"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079760" y="2676917"/>
            <a:ext cx="2989385" cy="11049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2" name="Text Box 54"/>
          <p:cNvSpPr txBox="1">
            <a:spLocks noChangeArrowheads="1"/>
          </p:cNvSpPr>
          <p:nvPr/>
        </p:nvSpPr>
        <p:spPr bwMode="auto">
          <a:xfrm>
            <a:off x="998665" y="3705618"/>
            <a:ext cx="3204434"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50800">
                <a:solidFill>
                  <a:srgbClr val="000000"/>
                </a:solidFill>
                <a:miter lim="800000"/>
                <a:headEnd/>
                <a:tailEnd/>
              </a14:hiddenLine>
            </a:ext>
          </a:extLst>
        </p:spPr>
        <p:txBody>
          <a:bodyPr wrap="square">
            <a:spAutoFit/>
          </a:bodyPr>
          <a:lstStyle>
            <a:lvl1pPr>
              <a:defRPr sz="2800" b="1">
                <a:solidFill>
                  <a:srgbClr val="FAFD00"/>
                </a:solidFill>
                <a:latin typeface="Arial" charset="0"/>
                <a:ea typeface="ＭＳ Ｐゴシック" charset="0"/>
                <a:cs typeface="ＭＳ Ｐゴシック" charset="0"/>
              </a:defRPr>
            </a:lvl1pPr>
            <a:lvl2pPr marL="742950" indent="-285750">
              <a:defRPr sz="2800" b="1">
                <a:solidFill>
                  <a:srgbClr val="FAFD00"/>
                </a:solidFill>
                <a:latin typeface="Arial" charset="0"/>
                <a:ea typeface="ＭＳ Ｐゴシック" charset="0"/>
              </a:defRPr>
            </a:lvl2pPr>
            <a:lvl3pPr marL="1143000" indent="-228600">
              <a:defRPr sz="2800" b="1">
                <a:solidFill>
                  <a:srgbClr val="FAFD00"/>
                </a:solidFill>
                <a:latin typeface="Arial" charset="0"/>
                <a:ea typeface="ＭＳ Ｐゴシック" charset="0"/>
              </a:defRPr>
            </a:lvl3pPr>
            <a:lvl4pPr marL="1600200" indent="-228600">
              <a:defRPr sz="2800" b="1">
                <a:solidFill>
                  <a:srgbClr val="FAFD00"/>
                </a:solidFill>
                <a:latin typeface="Arial" charset="0"/>
                <a:ea typeface="ＭＳ Ｐゴシック" charset="0"/>
              </a:defRPr>
            </a:lvl4pPr>
            <a:lvl5pPr marL="2057400" indent="-228600">
              <a:defRPr sz="2800" b="1">
                <a:solidFill>
                  <a:srgbClr val="FAFD00"/>
                </a:solidFill>
                <a:latin typeface="Arial" charset="0"/>
                <a:ea typeface="ＭＳ Ｐゴシック" charset="0"/>
              </a:defRPr>
            </a:lvl5pPr>
            <a:lvl6pPr marL="2514600" indent="-228600" eaLnBrk="0" fontAlgn="base" hangingPunct="0">
              <a:spcBef>
                <a:spcPct val="0"/>
              </a:spcBef>
              <a:spcAft>
                <a:spcPct val="0"/>
              </a:spcAft>
              <a:defRPr sz="2800" b="1">
                <a:solidFill>
                  <a:srgbClr val="FAFD00"/>
                </a:solidFill>
                <a:latin typeface="Arial" charset="0"/>
                <a:ea typeface="ＭＳ Ｐゴシック" charset="0"/>
              </a:defRPr>
            </a:lvl6pPr>
            <a:lvl7pPr marL="2971800" indent="-228600" eaLnBrk="0" fontAlgn="base" hangingPunct="0">
              <a:spcBef>
                <a:spcPct val="0"/>
              </a:spcBef>
              <a:spcAft>
                <a:spcPct val="0"/>
              </a:spcAft>
              <a:defRPr sz="2800" b="1">
                <a:solidFill>
                  <a:srgbClr val="FAFD00"/>
                </a:solidFill>
                <a:latin typeface="Arial" charset="0"/>
                <a:ea typeface="ＭＳ Ｐゴシック" charset="0"/>
              </a:defRPr>
            </a:lvl7pPr>
            <a:lvl8pPr marL="3429000" indent="-228600" eaLnBrk="0" fontAlgn="base" hangingPunct="0">
              <a:spcBef>
                <a:spcPct val="0"/>
              </a:spcBef>
              <a:spcAft>
                <a:spcPct val="0"/>
              </a:spcAft>
              <a:defRPr sz="2800" b="1">
                <a:solidFill>
                  <a:srgbClr val="FAFD00"/>
                </a:solidFill>
                <a:latin typeface="Arial" charset="0"/>
                <a:ea typeface="ＭＳ Ｐゴシック" charset="0"/>
              </a:defRPr>
            </a:lvl8pPr>
            <a:lvl9pPr marL="3886200" indent="-228600" eaLnBrk="0" fontAlgn="base" hangingPunct="0">
              <a:spcBef>
                <a:spcPct val="0"/>
              </a:spcBef>
              <a:spcAft>
                <a:spcPct val="0"/>
              </a:spcAft>
              <a:defRPr sz="2800" b="1">
                <a:solidFill>
                  <a:srgbClr val="FAFD00"/>
                </a:solidFill>
                <a:latin typeface="Arial" charset="0"/>
                <a:ea typeface="ＭＳ Ｐゴシック" charset="0"/>
              </a:defRPr>
            </a:lvl9pPr>
          </a:lstStyle>
          <a:p>
            <a:pPr>
              <a:spcBef>
                <a:spcPct val="50000"/>
              </a:spcBef>
            </a:pPr>
            <a:r>
              <a:rPr lang="en-US" sz="2000" dirty="0">
                <a:solidFill>
                  <a:schemeClr val="hlink"/>
                </a:solidFill>
              </a:rPr>
              <a:t>-1                0             0</a:t>
            </a:r>
          </a:p>
        </p:txBody>
      </p:sp>
      <p:sp>
        <p:nvSpPr>
          <p:cNvPr id="13" name="Text Box 55"/>
          <p:cNvSpPr txBox="1">
            <a:spLocks noChangeArrowheads="1"/>
          </p:cNvSpPr>
          <p:nvPr/>
        </p:nvSpPr>
        <p:spPr bwMode="auto">
          <a:xfrm>
            <a:off x="3210318" y="5377633"/>
            <a:ext cx="3455446"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50800">
                <a:solidFill>
                  <a:srgbClr val="000000"/>
                </a:solidFill>
                <a:miter lim="800000"/>
                <a:headEnd/>
                <a:tailEnd/>
              </a14:hiddenLine>
            </a:ext>
          </a:extLst>
        </p:spPr>
        <p:txBody>
          <a:bodyPr wrap="square">
            <a:spAutoFit/>
          </a:bodyPr>
          <a:lstStyle>
            <a:lvl1pPr>
              <a:defRPr sz="2800" b="1">
                <a:solidFill>
                  <a:srgbClr val="FAFD00"/>
                </a:solidFill>
                <a:latin typeface="Arial" charset="0"/>
                <a:ea typeface="ＭＳ Ｐゴシック" charset="0"/>
                <a:cs typeface="ＭＳ Ｐゴシック" charset="0"/>
              </a:defRPr>
            </a:lvl1pPr>
            <a:lvl2pPr marL="742950" indent="-285750">
              <a:defRPr sz="2800" b="1">
                <a:solidFill>
                  <a:srgbClr val="FAFD00"/>
                </a:solidFill>
                <a:latin typeface="Arial" charset="0"/>
                <a:ea typeface="ＭＳ Ｐゴシック" charset="0"/>
              </a:defRPr>
            </a:lvl2pPr>
            <a:lvl3pPr marL="1143000" indent="-228600">
              <a:defRPr sz="2800" b="1">
                <a:solidFill>
                  <a:srgbClr val="FAFD00"/>
                </a:solidFill>
                <a:latin typeface="Arial" charset="0"/>
                <a:ea typeface="ＭＳ Ｐゴシック" charset="0"/>
              </a:defRPr>
            </a:lvl3pPr>
            <a:lvl4pPr marL="1600200" indent="-228600">
              <a:defRPr sz="2800" b="1">
                <a:solidFill>
                  <a:srgbClr val="FAFD00"/>
                </a:solidFill>
                <a:latin typeface="Arial" charset="0"/>
                <a:ea typeface="ＭＳ Ｐゴシック" charset="0"/>
              </a:defRPr>
            </a:lvl4pPr>
            <a:lvl5pPr marL="2057400" indent="-228600">
              <a:defRPr sz="2800" b="1">
                <a:solidFill>
                  <a:srgbClr val="FAFD00"/>
                </a:solidFill>
                <a:latin typeface="Arial" charset="0"/>
                <a:ea typeface="ＭＳ Ｐゴシック" charset="0"/>
              </a:defRPr>
            </a:lvl5pPr>
            <a:lvl6pPr marL="2514600" indent="-228600" eaLnBrk="0" fontAlgn="base" hangingPunct="0">
              <a:spcBef>
                <a:spcPct val="0"/>
              </a:spcBef>
              <a:spcAft>
                <a:spcPct val="0"/>
              </a:spcAft>
              <a:defRPr sz="2800" b="1">
                <a:solidFill>
                  <a:srgbClr val="FAFD00"/>
                </a:solidFill>
                <a:latin typeface="Arial" charset="0"/>
                <a:ea typeface="ＭＳ Ｐゴシック" charset="0"/>
              </a:defRPr>
            </a:lvl6pPr>
            <a:lvl7pPr marL="2971800" indent="-228600" eaLnBrk="0" fontAlgn="base" hangingPunct="0">
              <a:spcBef>
                <a:spcPct val="0"/>
              </a:spcBef>
              <a:spcAft>
                <a:spcPct val="0"/>
              </a:spcAft>
              <a:defRPr sz="2800" b="1">
                <a:solidFill>
                  <a:srgbClr val="FAFD00"/>
                </a:solidFill>
                <a:latin typeface="Arial" charset="0"/>
                <a:ea typeface="ＭＳ Ｐゴシック" charset="0"/>
              </a:defRPr>
            </a:lvl7pPr>
            <a:lvl8pPr marL="3429000" indent="-228600" eaLnBrk="0" fontAlgn="base" hangingPunct="0">
              <a:spcBef>
                <a:spcPct val="0"/>
              </a:spcBef>
              <a:spcAft>
                <a:spcPct val="0"/>
              </a:spcAft>
              <a:defRPr sz="2800" b="1">
                <a:solidFill>
                  <a:srgbClr val="FAFD00"/>
                </a:solidFill>
                <a:latin typeface="Arial" charset="0"/>
                <a:ea typeface="ＭＳ Ｐゴシック" charset="0"/>
              </a:defRPr>
            </a:lvl8pPr>
            <a:lvl9pPr marL="3886200" indent="-228600" eaLnBrk="0" fontAlgn="base" hangingPunct="0">
              <a:spcBef>
                <a:spcPct val="0"/>
              </a:spcBef>
              <a:spcAft>
                <a:spcPct val="0"/>
              </a:spcAft>
              <a:defRPr sz="2800" b="1">
                <a:solidFill>
                  <a:srgbClr val="FAFD00"/>
                </a:solidFill>
                <a:latin typeface="Arial" charset="0"/>
                <a:ea typeface="ＭＳ Ｐゴシック" charset="0"/>
              </a:defRPr>
            </a:lvl9pPr>
          </a:lstStyle>
          <a:p>
            <a:pPr>
              <a:spcBef>
                <a:spcPct val="50000"/>
              </a:spcBef>
            </a:pPr>
            <a:r>
              <a:rPr lang="en-US" sz="2000" dirty="0">
                <a:solidFill>
                  <a:schemeClr val="hlink"/>
                </a:solidFill>
              </a:rPr>
              <a:t>+1             0            -2       </a:t>
            </a:r>
          </a:p>
        </p:txBody>
      </p:sp>
      <p:pic>
        <p:nvPicPr>
          <p:cNvPr id="14" name="Picture 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24283" y="2715017"/>
            <a:ext cx="3130062" cy="11049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5" name="Picture 8"/>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969607" y="4429517"/>
            <a:ext cx="3130062" cy="11049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6" name="TextBox 1"/>
          <p:cNvSpPr txBox="1">
            <a:spLocks noChangeArrowheads="1"/>
          </p:cNvSpPr>
          <p:nvPr/>
        </p:nvSpPr>
        <p:spPr bwMode="auto">
          <a:xfrm>
            <a:off x="2228955" y="2245238"/>
            <a:ext cx="536074" cy="7078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800" b="1">
                <a:solidFill>
                  <a:srgbClr val="FAFD00"/>
                </a:solidFill>
                <a:latin typeface="Arial" charset="0"/>
                <a:ea typeface="ＭＳ Ｐゴシック" charset="0"/>
                <a:cs typeface="ＭＳ Ｐゴシック" charset="0"/>
              </a:defRPr>
            </a:lvl1pPr>
            <a:lvl2pPr marL="742950" indent="-285750">
              <a:defRPr sz="2800" b="1">
                <a:solidFill>
                  <a:srgbClr val="FAFD00"/>
                </a:solidFill>
                <a:latin typeface="Arial" charset="0"/>
                <a:ea typeface="ＭＳ Ｐゴシック" charset="0"/>
              </a:defRPr>
            </a:lvl2pPr>
            <a:lvl3pPr marL="1143000" indent="-228600">
              <a:defRPr sz="2800" b="1">
                <a:solidFill>
                  <a:srgbClr val="FAFD00"/>
                </a:solidFill>
                <a:latin typeface="Arial" charset="0"/>
                <a:ea typeface="ＭＳ Ｐゴシック" charset="0"/>
              </a:defRPr>
            </a:lvl3pPr>
            <a:lvl4pPr marL="1600200" indent="-228600">
              <a:defRPr sz="2800" b="1">
                <a:solidFill>
                  <a:srgbClr val="FAFD00"/>
                </a:solidFill>
                <a:latin typeface="Arial" charset="0"/>
                <a:ea typeface="ＭＳ Ｐゴシック" charset="0"/>
              </a:defRPr>
            </a:lvl4pPr>
            <a:lvl5pPr marL="2057400" indent="-228600">
              <a:defRPr sz="2800" b="1">
                <a:solidFill>
                  <a:srgbClr val="FAFD00"/>
                </a:solidFill>
                <a:latin typeface="Arial" charset="0"/>
                <a:ea typeface="ＭＳ Ｐゴシック" charset="0"/>
              </a:defRPr>
            </a:lvl5pPr>
            <a:lvl6pPr marL="2514600" indent="-228600" eaLnBrk="0" fontAlgn="base" hangingPunct="0">
              <a:spcBef>
                <a:spcPct val="0"/>
              </a:spcBef>
              <a:spcAft>
                <a:spcPct val="0"/>
              </a:spcAft>
              <a:defRPr sz="2800" b="1">
                <a:solidFill>
                  <a:srgbClr val="FAFD00"/>
                </a:solidFill>
                <a:latin typeface="Arial" charset="0"/>
                <a:ea typeface="ＭＳ Ｐゴシック" charset="0"/>
              </a:defRPr>
            </a:lvl6pPr>
            <a:lvl7pPr marL="2971800" indent="-228600" eaLnBrk="0" fontAlgn="base" hangingPunct="0">
              <a:spcBef>
                <a:spcPct val="0"/>
              </a:spcBef>
              <a:spcAft>
                <a:spcPct val="0"/>
              </a:spcAft>
              <a:defRPr sz="2800" b="1">
                <a:solidFill>
                  <a:srgbClr val="FAFD00"/>
                </a:solidFill>
                <a:latin typeface="Arial" charset="0"/>
                <a:ea typeface="ＭＳ Ｐゴシック" charset="0"/>
              </a:defRPr>
            </a:lvl7pPr>
            <a:lvl8pPr marL="3429000" indent="-228600" eaLnBrk="0" fontAlgn="base" hangingPunct="0">
              <a:spcBef>
                <a:spcPct val="0"/>
              </a:spcBef>
              <a:spcAft>
                <a:spcPct val="0"/>
              </a:spcAft>
              <a:defRPr sz="2800" b="1">
                <a:solidFill>
                  <a:srgbClr val="FAFD00"/>
                </a:solidFill>
                <a:latin typeface="Arial" charset="0"/>
                <a:ea typeface="ＭＳ Ｐゴシック" charset="0"/>
              </a:defRPr>
            </a:lvl8pPr>
            <a:lvl9pPr marL="3886200" indent="-228600" eaLnBrk="0" fontAlgn="base" hangingPunct="0">
              <a:spcBef>
                <a:spcPct val="0"/>
              </a:spcBef>
              <a:spcAft>
                <a:spcPct val="0"/>
              </a:spcAft>
              <a:defRPr sz="2800" b="1">
                <a:solidFill>
                  <a:srgbClr val="FAFD00"/>
                </a:solidFill>
                <a:latin typeface="Arial" charset="0"/>
                <a:ea typeface="ＭＳ Ｐゴシック" charset="0"/>
              </a:defRPr>
            </a:lvl9pPr>
          </a:lstStyle>
          <a:p>
            <a:r>
              <a:rPr lang="en-US" sz="4000" dirty="0">
                <a:solidFill>
                  <a:schemeClr val="tx1"/>
                </a:solidFill>
              </a:rPr>
              <a:t>A</a:t>
            </a:r>
          </a:p>
        </p:txBody>
      </p:sp>
      <p:sp>
        <p:nvSpPr>
          <p:cNvPr id="17" name="TextBox 9"/>
          <p:cNvSpPr txBox="1">
            <a:spLocks noChangeArrowheads="1"/>
          </p:cNvSpPr>
          <p:nvPr/>
        </p:nvSpPr>
        <p:spPr bwMode="auto">
          <a:xfrm>
            <a:off x="6289679" y="2213224"/>
            <a:ext cx="555110" cy="7078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800" b="1">
                <a:solidFill>
                  <a:srgbClr val="FAFD00"/>
                </a:solidFill>
                <a:latin typeface="Arial" charset="0"/>
                <a:ea typeface="ＭＳ Ｐゴシック" charset="0"/>
                <a:cs typeface="ＭＳ Ｐゴシック" charset="0"/>
              </a:defRPr>
            </a:lvl1pPr>
            <a:lvl2pPr marL="742950" indent="-285750">
              <a:defRPr sz="2800" b="1">
                <a:solidFill>
                  <a:srgbClr val="FAFD00"/>
                </a:solidFill>
                <a:latin typeface="Arial" charset="0"/>
                <a:ea typeface="ＭＳ Ｐゴシック" charset="0"/>
              </a:defRPr>
            </a:lvl2pPr>
            <a:lvl3pPr marL="1143000" indent="-228600">
              <a:defRPr sz="2800" b="1">
                <a:solidFill>
                  <a:srgbClr val="FAFD00"/>
                </a:solidFill>
                <a:latin typeface="Arial" charset="0"/>
                <a:ea typeface="ＭＳ Ｐゴシック" charset="0"/>
              </a:defRPr>
            </a:lvl3pPr>
            <a:lvl4pPr marL="1600200" indent="-228600">
              <a:defRPr sz="2800" b="1">
                <a:solidFill>
                  <a:srgbClr val="FAFD00"/>
                </a:solidFill>
                <a:latin typeface="Arial" charset="0"/>
                <a:ea typeface="ＭＳ Ｐゴシック" charset="0"/>
              </a:defRPr>
            </a:lvl4pPr>
            <a:lvl5pPr marL="2057400" indent="-228600">
              <a:defRPr sz="2800" b="1">
                <a:solidFill>
                  <a:srgbClr val="FAFD00"/>
                </a:solidFill>
                <a:latin typeface="Arial" charset="0"/>
                <a:ea typeface="ＭＳ Ｐゴシック" charset="0"/>
              </a:defRPr>
            </a:lvl5pPr>
            <a:lvl6pPr marL="2514600" indent="-228600" eaLnBrk="0" fontAlgn="base" hangingPunct="0">
              <a:spcBef>
                <a:spcPct val="0"/>
              </a:spcBef>
              <a:spcAft>
                <a:spcPct val="0"/>
              </a:spcAft>
              <a:defRPr sz="2800" b="1">
                <a:solidFill>
                  <a:srgbClr val="FAFD00"/>
                </a:solidFill>
                <a:latin typeface="Arial" charset="0"/>
                <a:ea typeface="ＭＳ Ｐゴシック" charset="0"/>
              </a:defRPr>
            </a:lvl6pPr>
            <a:lvl7pPr marL="2971800" indent="-228600" eaLnBrk="0" fontAlgn="base" hangingPunct="0">
              <a:spcBef>
                <a:spcPct val="0"/>
              </a:spcBef>
              <a:spcAft>
                <a:spcPct val="0"/>
              </a:spcAft>
              <a:defRPr sz="2800" b="1">
                <a:solidFill>
                  <a:srgbClr val="FAFD00"/>
                </a:solidFill>
                <a:latin typeface="Arial" charset="0"/>
                <a:ea typeface="ＭＳ Ｐゴシック" charset="0"/>
              </a:defRPr>
            </a:lvl7pPr>
            <a:lvl8pPr marL="3429000" indent="-228600" eaLnBrk="0" fontAlgn="base" hangingPunct="0">
              <a:spcBef>
                <a:spcPct val="0"/>
              </a:spcBef>
              <a:spcAft>
                <a:spcPct val="0"/>
              </a:spcAft>
              <a:defRPr sz="2800" b="1">
                <a:solidFill>
                  <a:srgbClr val="FAFD00"/>
                </a:solidFill>
                <a:latin typeface="Arial" charset="0"/>
                <a:ea typeface="ＭＳ Ｐゴシック" charset="0"/>
              </a:defRPr>
            </a:lvl8pPr>
            <a:lvl9pPr marL="3886200" indent="-228600" eaLnBrk="0" fontAlgn="base" hangingPunct="0">
              <a:spcBef>
                <a:spcPct val="0"/>
              </a:spcBef>
              <a:spcAft>
                <a:spcPct val="0"/>
              </a:spcAft>
              <a:defRPr sz="2800" b="1">
                <a:solidFill>
                  <a:srgbClr val="FAFD00"/>
                </a:solidFill>
                <a:latin typeface="Arial" charset="0"/>
                <a:ea typeface="ＭＳ Ｐゴシック" charset="0"/>
              </a:defRPr>
            </a:lvl9pPr>
          </a:lstStyle>
          <a:p>
            <a:r>
              <a:rPr lang="en-US" sz="4000" dirty="0">
                <a:solidFill>
                  <a:schemeClr val="tx1"/>
                </a:solidFill>
              </a:rPr>
              <a:t>B</a:t>
            </a:r>
          </a:p>
        </p:txBody>
      </p:sp>
      <p:sp>
        <p:nvSpPr>
          <p:cNvPr id="18" name="TextBox 10"/>
          <p:cNvSpPr txBox="1">
            <a:spLocks noChangeArrowheads="1"/>
          </p:cNvSpPr>
          <p:nvPr/>
        </p:nvSpPr>
        <p:spPr bwMode="auto">
          <a:xfrm>
            <a:off x="4257083" y="4054625"/>
            <a:ext cx="555110" cy="7078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800" b="1">
                <a:solidFill>
                  <a:srgbClr val="FAFD00"/>
                </a:solidFill>
                <a:latin typeface="Arial" charset="0"/>
                <a:ea typeface="ＭＳ Ｐゴシック" charset="0"/>
                <a:cs typeface="ＭＳ Ｐゴシック" charset="0"/>
              </a:defRPr>
            </a:lvl1pPr>
            <a:lvl2pPr marL="742950" indent="-285750">
              <a:defRPr sz="2800" b="1">
                <a:solidFill>
                  <a:srgbClr val="FAFD00"/>
                </a:solidFill>
                <a:latin typeface="Arial" charset="0"/>
                <a:ea typeface="ＭＳ Ｐゴシック" charset="0"/>
              </a:defRPr>
            </a:lvl2pPr>
            <a:lvl3pPr marL="1143000" indent="-228600">
              <a:defRPr sz="2800" b="1">
                <a:solidFill>
                  <a:srgbClr val="FAFD00"/>
                </a:solidFill>
                <a:latin typeface="Arial" charset="0"/>
                <a:ea typeface="ＭＳ Ｐゴシック" charset="0"/>
              </a:defRPr>
            </a:lvl3pPr>
            <a:lvl4pPr marL="1600200" indent="-228600">
              <a:defRPr sz="2800" b="1">
                <a:solidFill>
                  <a:srgbClr val="FAFD00"/>
                </a:solidFill>
                <a:latin typeface="Arial" charset="0"/>
                <a:ea typeface="ＭＳ Ｐゴシック" charset="0"/>
              </a:defRPr>
            </a:lvl4pPr>
            <a:lvl5pPr marL="2057400" indent="-228600">
              <a:defRPr sz="2800" b="1">
                <a:solidFill>
                  <a:srgbClr val="FAFD00"/>
                </a:solidFill>
                <a:latin typeface="Arial" charset="0"/>
                <a:ea typeface="ＭＳ Ｐゴシック" charset="0"/>
              </a:defRPr>
            </a:lvl5pPr>
            <a:lvl6pPr marL="2514600" indent="-228600" eaLnBrk="0" fontAlgn="base" hangingPunct="0">
              <a:spcBef>
                <a:spcPct val="0"/>
              </a:spcBef>
              <a:spcAft>
                <a:spcPct val="0"/>
              </a:spcAft>
              <a:defRPr sz="2800" b="1">
                <a:solidFill>
                  <a:srgbClr val="FAFD00"/>
                </a:solidFill>
                <a:latin typeface="Arial" charset="0"/>
                <a:ea typeface="ＭＳ Ｐゴシック" charset="0"/>
              </a:defRPr>
            </a:lvl6pPr>
            <a:lvl7pPr marL="2971800" indent="-228600" eaLnBrk="0" fontAlgn="base" hangingPunct="0">
              <a:spcBef>
                <a:spcPct val="0"/>
              </a:spcBef>
              <a:spcAft>
                <a:spcPct val="0"/>
              </a:spcAft>
              <a:defRPr sz="2800" b="1">
                <a:solidFill>
                  <a:srgbClr val="FAFD00"/>
                </a:solidFill>
                <a:latin typeface="Arial" charset="0"/>
                <a:ea typeface="ＭＳ Ｐゴシック" charset="0"/>
              </a:defRPr>
            </a:lvl7pPr>
            <a:lvl8pPr marL="3429000" indent="-228600" eaLnBrk="0" fontAlgn="base" hangingPunct="0">
              <a:spcBef>
                <a:spcPct val="0"/>
              </a:spcBef>
              <a:spcAft>
                <a:spcPct val="0"/>
              </a:spcAft>
              <a:defRPr sz="2800" b="1">
                <a:solidFill>
                  <a:srgbClr val="FAFD00"/>
                </a:solidFill>
                <a:latin typeface="Arial" charset="0"/>
                <a:ea typeface="ＭＳ Ｐゴシック" charset="0"/>
              </a:defRPr>
            </a:lvl8pPr>
            <a:lvl9pPr marL="3886200" indent="-228600" eaLnBrk="0" fontAlgn="base" hangingPunct="0">
              <a:spcBef>
                <a:spcPct val="0"/>
              </a:spcBef>
              <a:spcAft>
                <a:spcPct val="0"/>
              </a:spcAft>
              <a:defRPr sz="2800" b="1">
                <a:solidFill>
                  <a:srgbClr val="FAFD00"/>
                </a:solidFill>
                <a:latin typeface="Arial" charset="0"/>
                <a:ea typeface="ＭＳ Ｐゴシック" charset="0"/>
              </a:defRPr>
            </a:lvl9pPr>
          </a:lstStyle>
          <a:p>
            <a:r>
              <a:rPr lang="en-US" sz="4000" dirty="0">
                <a:solidFill>
                  <a:schemeClr val="tx1"/>
                </a:solidFill>
              </a:rPr>
              <a:t>C</a:t>
            </a:r>
          </a:p>
        </p:txBody>
      </p:sp>
      <p:sp>
        <p:nvSpPr>
          <p:cNvPr id="19" name="Text Box 54"/>
          <p:cNvSpPr txBox="1">
            <a:spLocks noChangeArrowheads="1"/>
          </p:cNvSpPr>
          <p:nvPr/>
        </p:nvSpPr>
        <p:spPr bwMode="auto">
          <a:xfrm>
            <a:off x="5270912" y="3682951"/>
            <a:ext cx="3305908" cy="396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50800">
                <a:solidFill>
                  <a:srgbClr val="000000"/>
                </a:solidFill>
                <a:miter lim="800000"/>
                <a:headEnd/>
                <a:tailEnd/>
              </a14:hiddenLine>
            </a:ext>
          </a:extLst>
        </p:spPr>
        <p:txBody>
          <a:bodyPr>
            <a:spAutoFit/>
          </a:bodyPr>
          <a:lstStyle>
            <a:lvl1pPr>
              <a:defRPr sz="2800" b="1">
                <a:solidFill>
                  <a:srgbClr val="FAFD00"/>
                </a:solidFill>
                <a:latin typeface="Arial" charset="0"/>
                <a:ea typeface="ＭＳ Ｐゴシック" charset="0"/>
                <a:cs typeface="ＭＳ Ｐゴシック" charset="0"/>
              </a:defRPr>
            </a:lvl1pPr>
            <a:lvl2pPr marL="742950" indent="-285750">
              <a:defRPr sz="2800" b="1">
                <a:solidFill>
                  <a:srgbClr val="FAFD00"/>
                </a:solidFill>
                <a:latin typeface="Arial" charset="0"/>
                <a:ea typeface="ＭＳ Ｐゴシック" charset="0"/>
              </a:defRPr>
            </a:lvl2pPr>
            <a:lvl3pPr marL="1143000" indent="-228600">
              <a:defRPr sz="2800" b="1">
                <a:solidFill>
                  <a:srgbClr val="FAFD00"/>
                </a:solidFill>
                <a:latin typeface="Arial" charset="0"/>
                <a:ea typeface="ＭＳ Ｐゴシック" charset="0"/>
              </a:defRPr>
            </a:lvl3pPr>
            <a:lvl4pPr marL="1600200" indent="-228600">
              <a:defRPr sz="2800" b="1">
                <a:solidFill>
                  <a:srgbClr val="FAFD00"/>
                </a:solidFill>
                <a:latin typeface="Arial" charset="0"/>
                <a:ea typeface="ＭＳ Ｐゴシック" charset="0"/>
              </a:defRPr>
            </a:lvl4pPr>
            <a:lvl5pPr marL="2057400" indent="-228600">
              <a:defRPr sz="2800" b="1">
                <a:solidFill>
                  <a:srgbClr val="FAFD00"/>
                </a:solidFill>
                <a:latin typeface="Arial" charset="0"/>
                <a:ea typeface="ＭＳ Ｐゴシック" charset="0"/>
              </a:defRPr>
            </a:lvl5pPr>
            <a:lvl6pPr marL="2514600" indent="-228600" eaLnBrk="0" fontAlgn="base" hangingPunct="0">
              <a:spcBef>
                <a:spcPct val="0"/>
              </a:spcBef>
              <a:spcAft>
                <a:spcPct val="0"/>
              </a:spcAft>
              <a:defRPr sz="2800" b="1">
                <a:solidFill>
                  <a:srgbClr val="FAFD00"/>
                </a:solidFill>
                <a:latin typeface="Arial" charset="0"/>
                <a:ea typeface="ＭＳ Ｐゴシック" charset="0"/>
              </a:defRPr>
            </a:lvl6pPr>
            <a:lvl7pPr marL="2971800" indent="-228600" eaLnBrk="0" fontAlgn="base" hangingPunct="0">
              <a:spcBef>
                <a:spcPct val="0"/>
              </a:spcBef>
              <a:spcAft>
                <a:spcPct val="0"/>
              </a:spcAft>
              <a:defRPr sz="2800" b="1">
                <a:solidFill>
                  <a:srgbClr val="FAFD00"/>
                </a:solidFill>
                <a:latin typeface="Arial" charset="0"/>
                <a:ea typeface="ＭＳ Ｐゴシック" charset="0"/>
              </a:defRPr>
            </a:lvl7pPr>
            <a:lvl8pPr marL="3429000" indent="-228600" eaLnBrk="0" fontAlgn="base" hangingPunct="0">
              <a:spcBef>
                <a:spcPct val="0"/>
              </a:spcBef>
              <a:spcAft>
                <a:spcPct val="0"/>
              </a:spcAft>
              <a:defRPr sz="2800" b="1">
                <a:solidFill>
                  <a:srgbClr val="FAFD00"/>
                </a:solidFill>
                <a:latin typeface="Arial" charset="0"/>
                <a:ea typeface="ＭＳ Ｐゴシック" charset="0"/>
              </a:defRPr>
            </a:lvl8pPr>
            <a:lvl9pPr marL="3886200" indent="-228600" eaLnBrk="0" fontAlgn="base" hangingPunct="0">
              <a:spcBef>
                <a:spcPct val="0"/>
              </a:spcBef>
              <a:spcAft>
                <a:spcPct val="0"/>
              </a:spcAft>
              <a:defRPr sz="2800" b="1">
                <a:solidFill>
                  <a:srgbClr val="FAFD00"/>
                </a:solidFill>
                <a:latin typeface="Arial" charset="0"/>
                <a:ea typeface="ＭＳ Ｐゴシック" charset="0"/>
              </a:defRPr>
            </a:lvl9pPr>
          </a:lstStyle>
          <a:p>
            <a:pPr>
              <a:spcBef>
                <a:spcPct val="50000"/>
              </a:spcBef>
            </a:pPr>
            <a:r>
              <a:rPr lang="en-US" sz="2000" dirty="0">
                <a:solidFill>
                  <a:schemeClr val="hlink"/>
                </a:solidFill>
              </a:rPr>
              <a:t>0             0             -1</a:t>
            </a:r>
          </a:p>
        </p:txBody>
      </p:sp>
      <p:grpSp>
        <p:nvGrpSpPr>
          <p:cNvPr id="21" name="Group 20"/>
          <p:cNvGrpSpPr/>
          <p:nvPr/>
        </p:nvGrpSpPr>
        <p:grpSpPr>
          <a:xfrm>
            <a:off x="824283" y="2651716"/>
            <a:ext cx="3667059" cy="1402909"/>
            <a:chOff x="824283" y="2651716"/>
            <a:chExt cx="3667059" cy="1402909"/>
          </a:xfrm>
        </p:grpSpPr>
        <p:sp>
          <p:nvSpPr>
            <p:cNvPr id="2" name="Left Bracket 1"/>
            <p:cNvSpPr/>
            <p:nvPr/>
          </p:nvSpPr>
          <p:spPr>
            <a:xfrm>
              <a:off x="824283" y="2651716"/>
              <a:ext cx="198922" cy="1402909"/>
            </a:xfrm>
            <a:prstGeom prst="leftBracket">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20" name="Left Bracket 19"/>
            <p:cNvSpPr/>
            <p:nvPr/>
          </p:nvSpPr>
          <p:spPr>
            <a:xfrm flipH="1">
              <a:off x="3854870" y="2651716"/>
              <a:ext cx="195934" cy="1402909"/>
            </a:xfrm>
            <a:prstGeom prst="leftBracket">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cxnSp>
          <p:nvCxnSpPr>
            <p:cNvPr id="7" name="Straight Connector 6"/>
            <p:cNvCxnSpPr/>
            <p:nvPr/>
          </p:nvCxnSpPr>
          <p:spPr>
            <a:xfrm>
              <a:off x="4201051" y="2721332"/>
              <a:ext cx="290291" cy="0"/>
            </a:xfrm>
            <a:prstGeom prst="line">
              <a:avLst/>
            </a:prstGeom>
          </p:spPr>
          <p:style>
            <a:lnRef idx="3">
              <a:schemeClr val="dk1"/>
            </a:lnRef>
            <a:fillRef idx="0">
              <a:schemeClr val="dk1"/>
            </a:fillRef>
            <a:effectRef idx="2">
              <a:schemeClr val="dk1"/>
            </a:effectRef>
            <a:fontRef idx="minor">
              <a:schemeClr val="tx1"/>
            </a:fontRef>
          </p:style>
        </p:cxnSp>
      </p:grpSp>
      <p:grpSp>
        <p:nvGrpSpPr>
          <p:cNvPr id="24" name="Group 23"/>
          <p:cNvGrpSpPr/>
          <p:nvPr/>
        </p:nvGrpSpPr>
        <p:grpSpPr>
          <a:xfrm>
            <a:off x="4952480" y="2635307"/>
            <a:ext cx="3667059" cy="1402909"/>
            <a:chOff x="824283" y="2651716"/>
            <a:chExt cx="3667059" cy="1402909"/>
          </a:xfrm>
        </p:grpSpPr>
        <p:sp>
          <p:nvSpPr>
            <p:cNvPr id="25" name="Left Bracket 24"/>
            <p:cNvSpPr/>
            <p:nvPr/>
          </p:nvSpPr>
          <p:spPr>
            <a:xfrm>
              <a:off x="824283" y="2651716"/>
              <a:ext cx="198922" cy="1402909"/>
            </a:xfrm>
            <a:prstGeom prst="leftBracket">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26" name="Left Bracket 25"/>
            <p:cNvSpPr/>
            <p:nvPr/>
          </p:nvSpPr>
          <p:spPr>
            <a:xfrm flipH="1">
              <a:off x="3854870" y="2651716"/>
              <a:ext cx="195934" cy="1402909"/>
            </a:xfrm>
            <a:prstGeom prst="leftBracket">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cxnSp>
          <p:nvCxnSpPr>
            <p:cNvPr id="27" name="Straight Connector 26"/>
            <p:cNvCxnSpPr/>
            <p:nvPr/>
          </p:nvCxnSpPr>
          <p:spPr>
            <a:xfrm>
              <a:off x="4201051" y="2721332"/>
              <a:ext cx="290291" cy="0"/>
            </a:xfrm>
            <a:prstGeom prst="line">
              <a:avLst/>
            </a:prstGeom>
          </p:spPr>
          <p:style>
            <a:lnRef idx="3">
              <a:schemeClr val="dk1"/>
            </a:lnRef>
            <a:fillRef idx="0">
              <a:schemeClr val="dk1"/>
            </a:fillRef>
            <a:effectRef idx="2">
              <a:schemeClr val="dk1"/>
            </a:effectRef>
            <a:fontRef idx="minor">
              <a:schemeClr val="tx1"/>
            </a:fontRef>
          </p:style>
        </p:cxnSp>
      </p:grpSp>
      <p:grpSp>
        <p:nvGrpSpPr>
          <p:cNvPr id="28" name="Group 27"/>
          <p:cNvGrpSpPr/>
          <p:nvPr/>
        </p:nvGrpSpPr>
        <p:grpSpPr>
          <a:xfrm>
            <a:off x="2935103" y="4301286"/>
            <a:ext cx="3667059" cy="1402909"/>
            <a:chOff x="824283" y="2651716"/>
            <a:chExt cx="3667059" cy="1402909"/>
          </a:xfrm>
        </p:grpSpPr>
        <p:sp>
          <p:nvSpPr>
            <p:cNvPr id="29" name="Left Bracket 28"/>
            <p:cNvSpPr/>
            <p:nvPr/>
          </p:nvSpPr>
          <p:spPr>
            <a:xfrm>
              <a:off x="824283" y="2651716"/>
              <a:ext cx="198922" cy="1402909"/>
            </a:xfrm>
            <a:prstGeom prst="leftBracket">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30" name="Left Bracket 29"/>
            <p:cNvSpPr/>
            <p:nvPr/>
          </p:nvSpPr>
          <p:spPr>
            <a:xfrm flipH="1">
              <a:off x="3854870" y="2651716"/>
              <a:ext cx="195934" cy="1402909"/>
            </a:xfrm>
            <a:prstGeom prst="leftBracket">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cxnSp>
          <p:nvCxnSpPr>
            <p:cNvPr id="31" name="Straight Connector 30"/>
            <p:cNvCxnSpPr/>
            <p:nvPr/>
          </p:nvCxnSpPr>
          <p:spPr>
            <a:xfrm>
              <a:off x="4201051" y="2721332"/>
              <a:ext cx="290291" cy="0"/>
            </a:xfrm>
            <a:prstGeom prst="line">
              <a:avLst/>
            </a:prstGeom>
          </p:spPr>
          <p:style>
            <a:lnRef idx="3">
              <a:schemeClr val="dk1"/>
            </a:lnRef>
            <a:fillRef idx="0">
              <a:schemeClr val="dk1"/>
            </a:fillRef>
            <a:effectRef idx="2">
              <a:schemeClr val="dk1"/>
            </a:effectRef>
            <a:fontRef idx="minor">
              <a:schemeClr val="tx1"/>
            </a:fontRef>
          </p:style>
        </p:cxnSp>
      </p:grpSp>
      <p:pic>
        <p:nvPicPr>
          <p:cNvPr id="32" name="Picture 2" descr="Student iClicker Information - Canvas | Colorado State University"/>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t="10284" r="78997" b="11252"/>
          <a:stretch/>
        </p:blipFill>
        <p:spPr bwMode="auto">
          <a:xfrm>
            <a:off x="185095" y="114496"/>
            <a:ext cx="715651" cy="802078"/>
          </a:xfrm>
          <a:prstGeom prst="rect">
            <a:avLst/>
          </a:prstGeom>
          <a:noFill/>
          <a:extLst>
            <a:ext uri="{909E8E84-426E-40DD-AFC4-6F175D3DCCD1}">
              <a14:hiddenFill xmlns:a14="http://schemas.microsoft.com/office/drawing/2010/main">
                <a:solidFill>
                  <a:srgbClr val="FFFFFF"/>
                </a:solidFill>
              </a14:hiddenFill>
            </a:ext>
          </a:extLst>
        </p:spPr>
      </p:pic>
      <p:sp>
        <p:nvSpPr>
          <p:cNvPr id="33" name="Rectangle 32"/>
          <p:cNvSpPr/>
          <p:nvPr/>
        </p:nvSpPr>
        <p:spPr>
          <a:xfrm>
            <a:off x="148956" y="5918087"/>
            <a:ext cx="9064117" cy="800219"/>
          </a:xfrm>
          <a:prstGeom prst="rect">
            <a:avLst/>
          </a:prstGeom>
        </p:spPr>
        <p:txBody>
          <a:bodyPr wrap="square">
            <a:spAutoFit/>
          </a:bodyPr>
          <a:lstStyle/>
          <a:p>
            <a:r>
              <a:rPr lang="en-US" sz="2300" dirty="0">
                <a:solidFill>
                  <a:srgbClr val="000000"/>
                </a:solidFill>
              </a:rPr>
              <a:t>The “best” resonance form (1) minimizes formal charge and  </a:t>
            </a:r>
          </a:p>
          <a:p>
            <a:r>
              <a:rPr lang="en-US" sz="2300" dirty="0">
                <a:solidFill>
                  <a:srgbClr val="000000"/>
                </a:solidFill>
              </a:rPr>
              <a:t>(2) puts any negative charge(s) on the most electronegative atom(s)</a:t>
            </a:r>
            <a:endParaRPr lang="en-US" sz="2300" dirty="0"/>
          </a:p>
        </p:txBody>
      </p:sp>
    </p:spTree>
    <p:extLst>
      <p:ext uri="{BB962C8B-B14F-4D97-AF65-F5344CB8AC3E}">
        <p14:creationId xmlns:p14="http://schemas.microsoft.com/office/powerpoint/2010/main" val="91080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2" grpId="0"/>
      <p:bldP spid="13" grpId="0"/>
      <p:bldP spid="19" grpId="0"/>
      <p:bldP spid="3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p:cNvSpPr/>
          <p:nvPr/>
        </p:nvSpPr>
        <p:spPr bwMode="auto">
          <a:xfrm>
            <a:off x="274320" y="3555201"/>
            <a:ext cx="1703070" cy="383705"/>
          </a:xfrm>
          <a:prstGeom prst="rect">
            <a:avLst/>
          </a:prstGeom>
          <a:solidFill>
            <a:srgbClr val="66FF3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81922" name="Rectangle 1027"/>
          <p:cNvSpPr>
            <a:spLocks noGrp="1" noChangeArrowheads="1"/>
          </p:cNvSpPr>
          <p:nvPr>
            <p:ph type="body" idx="1"/>
          </p:nvPr>
        </p:nvSpPr>
        <p:spPr>
          <a:xfrm>
            <a:off x="651517" y="1581461"/>
            <a:ext cx="8162699" cy="4071849"/>
          </a:xfrm>
        </p:spPr>
        <p:txBody>
          <a:bodyPr>
            <a:normAutofit/>
          </a:bodyPr>
          <a:lstStyle/>
          <a:p>
            <a:pPr marL="0" indent="0">
              <a:buNone/>
              <a:defRPr/>
            </a:pPr>
            <a:r>
              <a:rPr lang="en-US" sz="2800" dirty="0">
                <a:solidFill>
                  <a:srgbClr val="000000"/>
                </a:solidFill>
              </a:rPr>
              <a:t>What is the formal charge on the P atom in the Lewis structure of the phosphate ion below?</a:t>
            </a:r>
          </a:p>
          <a:p>
            <a:pPr marL="0" indent="0">
              <a:buNone/>
              <a:defRPr/>
            </a:pPr>
            <a:endParaRPr lang="en-US" sz="2800" dirty="0">
              <a:solidFill>
                <a:srgbClr val="000000"/>
              </a:solidFill>
            </a:endParaRPr>
          </a:p>
          <a:p>
            <a:pPr marL="514350" indent="-514350">
              <a:buAutoNum type="alphaUcPeriod"/>
              <a:defRPr/>
            </a:pPr>
            <a:r>
              <a:rPr lang="en-US" sz="2800" dirty="0">
                <a:solidFill>
                  <a:srgbClr val="000000"/>
                </a:solidFill>
              </a:rPr>
              <a:t>0</a:t>
            </a:r>
          </a:p>
          <a:p>
            <a:pPr marL="514350" indent="-514350">
              <a:buAutoNum type="alphaUcPeriod"/>
              <a:defRPr/>
            </a:pPr>
            <a:r>
              <a:rPr lang="en-US" sz="2800" dirty="0">
                <a:solidFill>
                  <a:srgbClr val="000000"/>
                </a:solidFill>
              </a:rPr>
              <a:t>+1</a:t>
            </a:r>
          </a:p>
          <a:p>
            <a:pPr marL="514350" indent="-514350">
              <a:buAutoNum type="alphaUcPeriod"/>
              <a:defRPr/>
            </a:pPr>
            <a:r>
              <a:rPr lang="en-US" sz="2800" dirty="0">
                <a:solidFill>
                  <a:srgbClr val="000000"/>
                </a:solidFill>
              </a:rPr>
              <a:t>-1</a:t>
            </a:r>
          </a:p>
          <a:p>
            <a:pPr marL="514350" indent="-514350">
              <a:buAutoNum type="alphaUcPeriod"/>
              <a:defRPr/>
            </a:pPr>
            <a:r>
              <a:rPr lang="en-US" sz="2800" dirty="0">
                <a:solidFill>
                  <a:srgbClr val="000000"/>
                </a:solidFill>
              </a:rPr>
              <a:t>+2</a:t>
            </a:r>
          </a:p>
          <a:p>
            <a:pPr marL="514350" indent="-514350">
              <a:buAutoNum type="alphaUcPeriod"/>
              <a:defRPr/>
            </a:pPr>
            <a:r>
              <a:rPr lang="en-US" sz="2800" dirty="0">
                <a:solidFill>
                  <a:srgbClr val="000000"/>
                </a:solidFill>
              </a:rPr>
              <a:t>-2</a:t>
            </a:r>
            <a:endParaRPr lang="en-US" sz="2800" baseline="30000" dirty="0">
              <a:solidFill>
                <a:srgbClr val="000000"/>
              </a:solidFill>
            </a:endParaRPr>
          </a:p>
        </p:txBody>
      </p:sp>
      <p:sp>
        <p:nvSpPr>
          <p:cNvPr id="88066" name="Rectangle 1026"/>
          <p:cNvSpPr>
            <a:spLocks noGrp="1" noChangeArrowheads="1"/>
          </p:cNvSpPr>
          <p:nvPr>
            <p:ph type="title"/>
          </p:nvPr>
        </p:nvSpPr>
        <p:spPr>
          <a:xfrm>
            <a:off x="2821577" y="381001"/>
            <a:ext cx="5355771" cy="1254759"/>
          </a:xfrm>
        </p:spPr>
        <p:txBody>
          <a:bodyPr/>
          <a:lstStyle/>
          <a:p>
            <a:pPr>
              <a:defRPr/>
            </a:pPr>
            <a:r>
              <a:rPr lang="en-US" cap="none" dirty="0" err="1">
                <a:latin typeface="Comic Sans MS" charset="0"/>
                <a:ea typeface="ＭＳ Ｐゴシック" charset="0"/>
                <a:cs typeface="ＭＳ Ｐゴシック" charset="0"/>
              </a:rPr>
              <a:t>i</a:t>
            </a:r>
            <a:r>
              <a:rPr lang="en-US" dirty="0" err="1">
                <a:latin typeface="Comic Sans MS" charset="0"/>
                <a:ea typeface="ＭＳ Ｐゴシック" charset="0"/>
                <a:cs typeface="ＭＳ Ｐゴシック" charset="0"/>
              </a:rPr>
              <a:t>Clicker</a:t>
            </a:r>
            <a:r>
              <a:rPr lang="en-US" dirty="0">
                <a:latin typeface="Comic Sans MS" charset="0"/>
                <a:ea typeface="ＭＳ Ｐゴシック" charset="0"/>
                <a:cs typeface="ＭＳ Ｐゴシック" charset="0"/>
              </a:rPr>
              <a:t> Quiz</a:t>
            </a:r>
          </a:p>
        </p:txBody>
      </p:sp>
      <p:sp>
        <p:nvSpPr>
          <p:cNvPr id="5" name="Slide Number Placeholder 4"/>
          <p:cNvSpPr>
            <a:spLocks noGrp="1"/>
          </p:cNvSpPr>
          <p:nvPr>
            <p:ph type="sldNum" sz="quarter" idx="12"/>
          </p:nvPr>
        </p:nvSpPr>
        <p:spPr/>
        <p:txBody>
          <a:bodyPr/>
          <a:lstStyle/>
          <a:p>
            <a:fld id="{63C103D7-7FC1-4B9F-A526-BC88A3C4AA47}" type="slidenum">
              <a:rPr lang="en-US" smtClean="0"/>
              <a:pPr/>
              <a:t>8</a:t>
            </a:fld>
            <a:endParaRPr lang="en-US" dirty="0"/>
          </a:p>
        </p:txBody>
      </p:sp>
      <p:pic>
        <p:nvPicPr>
          <p:cNvPr id="6" name="Picture 5"/>
          <p:cNvPicPr>
            <a:picLocks noChangeAspect="1"/>
          </p:cNvPicPr>
          <p:nvPr/>
        </p:nvPicPr>
        <p:blipFill>
          <a:blip r:embed="rId3"/>
          <a:stretch>
            <a:fillRect/>
          </a:stretch>
        </p:blipFill>
        <p:spPr>
          <a:xfrm>
            <a:off x="2826308" y="3190745"/>
            <a:ext cx="2211702" cy="1906020"/>
          </a:xfrm>
          <a:prstGeom prst="rect">
            <a:avLst/>
          </a:prstGeom>
        </p:spPr>
      </p:pic>
      <p:sp>
        <p:nvSpPr>
          <p:cNvPr id="33" name="Text Box 54"/>
          <p:cNvSpPr txBox="1">
            <a:spLocks noChangeArrowheads="1"/>
          </p:cNvSpPr>
          <p:nvPr/>
        </p:nvSpPr>
        <p:spPr bwMode="auto">
          <a:xfrm>
            <a:off x="3568097" y="4759521"/>
            <a:ext cx="436827"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50800">
                <a:solidFill>
                  <a:srgbClr val="000000"/>
                </a:solidFill>
                <a:miter lim="800000"/>
                <a:headEnd/>
                <a:tailEnd/>
              </a14:hiddenLine>
            </a:ext>
          </a:extLst>
        </p:spPr>
        <p:txBody>
          <a:bodyPr wrap="square">
            <a:spAutoFit/>
          </a:bodyPr>
          <a:lstStyle>
            <a:lvl1pPr>
              <a:defRPr sz="2800" b="1">
                <a:solidFill>
                  <a:srgbClr val="FAFD00"/>
                </a:solidFill>
                <a:latin typeface="Arial" charset="0"/>
                <a:ea typeface="ＭＳ Ｐゴシック" charset="0"/>
                <a:cs typeface="ＭＳ Ｐゴシック" charset="0"/>
              </a:defRPr>
            </a:lvl1pPr>
            <a:lvl2pPr marL="742950" indent="-285750">
              <a:defRPr sz="2800" b="1">
                <a:solidFill>
                  <a:srgbClr val="FAFD00"/>
                </a:solidFill>
                <a:latin typeface="Arial" charset="0"/>
                <a:ea typeface="ＭＳ Ｐゴシック" charset="0"/>
              </a:defRPr>
            </a:lvl2pPr>
            <a:lvl3pPr marL="1143000" indent="-228600">
              <a:defRPr sz="2800" b="1">
                <a:solidFill>
                  <a:srgbClr val="FAFD00"/>
                </a:solidFill>
                <a:latin typeface="Arial" charset="0"/>
                <a:ea typeface="ＭＳ Ｐゴシック" charset="0"/>
              </a:defRPr>
            </a:lvl3pPr>
            <a:lvl4pPr marL="1600200" indent="-228600">
              <a:defRPr sz="2800" b="1">
                <a:solidFill>
                  <a:srgbClr val="FAFD00"/>
                </a:solidFill>
                <a:latin typeface="Arial" charset="0"/>
                <a:ea typeface="ＭＳ Ｐゴシック" charset="0"/>
              </a:defRPr>
            </a:lvl4pPr>
            <a:lvl5pPr marL="2057400" indent="-228600">
              <a:defRPr sz="2800" b="1">
                <a:solidFill>
                  <a:srgbClr val="FAFD00"/>
                </a:solidFill>
                <a:latin typeface="Arial" charset="0"/>
                <a:ea typeface="ＭＳ Ｐゴシック" charset="0"/>
              </a:defRPr>
            </a:lvl5pPr>
            <a:lvl6pPr marL="2514600" indent="-228600" eaLnBrk="0" fontAlgn="base" hangingPunct="0">
              <a:spcBef>
                <a:spcPct val="0"/>
              </a:spcBef>
              <a:spcAft>
                <a:spcPct val="0"/>
              </a:spcAft>
              <a:defRPr sz="2800" b="1">
                <a:solidFill>
                  <a:srgbClr val="FAFD00"/>
                </a:solidFill>
                <a:latin typeface="Arial" charset="0"/>
                <a:ea typeface="ＭＳ Ｐゴシック" charset="0"/>
              </a:defRPr>
            </a:lvl6pPr>
            <a:lvl7pPr marL="2971800" indent="-228600" eaLnBrk="0" fontAlgn="base" hangingPunct="0">
              <a:spcBef>
                <a:spcPct val="0"/>
              </a:spcBef>
              <a:spcAft>
                <a:spcPct val="0"/>
              </a:spcAft>
              <a:defRPr sz="2800" b="1">
                <a:solidFill>
                  <a:srgbClr val="FAFD00"/>
                </a:solidFill>
                <a:latin typeface="Arial" charset="0"/>
                <a:ea typeface="ＭＳ Ｐゴシック" charset="0"/>
              </a:defRPr>
            </a:lvl7pPr>
            <a:lvl8pPr marL="3429000" indent="-228600" eaLnBrk="0" fontAlgn="base" hangingPunct="0">
              <a:spcBef>
                <a:spcPct val="0"/>
              </a:spcBef>
              <a:spcAft>
                <a:spcPct val="0"/>
              </a:spcAft>
              <a:defRPr sz="2800" b="1">
                <a:solidFill>
                  <a:srgbClr val="FAFD00"/>
                </a:solidFill>
                <a:latin typeface="Arial" charset="0"/>
                <a:ea typeface="ＭＳ Ｐゴシック" charset="0"/>
              </a:defRPr>
            </a:lvl8pPr>
            <a:lvl9pPr marL="3886200" indent="-228600" eaLnBrk="0" fontAlgn="base" hangingPunct="0">
              <a:spcBef>
                <a:spcPct val="0"/>
              </a:spcBef>
              <a:spcAft>
                <a:spcPct val="0"/>
              </a:spcAft>
              <a:defRPr sz="2800" b="1">
                <a:solidFill>
                  <a:srgbClr val="FAFD00"/>
                </a:solidFill>
                <a:latin typeface="Arial" charset="0"/>
                <a:ea typeface="ＭＳ Ｐゴシック" charset="0"/>
              </a:defRPr>
            </a:lvl9pPr>
          </a:lstStyle>
          <a:p>
            <a:pPr>
              <a:spcBef>
                <a:spcPct val="50000"/>
              </a:spcBef>
            </a:pPr>
            <a:r>
              <a:rPr lang="en-US" sz="2000" dirty="0">
                <a:solidFill>
                  <a:schemeClr val="hlink"/>
                </a:solidFill>
              </a:rPr>
              <a:t>-1</a:t>
            </a:r>
          </a:p>
        </p:txBody>
      </p:sp>
      <p:sp>
        <p:nvSpPr>
          <p:cNvPr id="34" name="Text Box 54"/>
          <p:cNvSpPr txBox="1">
            <a:spLocks noChangeArrowheads="1"/>
          </p:cNvSpPr>
          <p:nvPr/>
        </p:nvSpPr>
        <p:spPr bwMode="auto">
          <a:xfrm>
            <a:off x="4120049" y="4232119"/>
            <a:ext cx="436827"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50800">
                <a:solidFill>
                  <a:srgbClr val="000000"/>
                </a:solidFill>
                <a:miter lim="800000"/>
                <a:headEnd/>
                <a:tailEnd/>
              </a14:hiddenLine>
            </a:ext>
          </a:extLst>
        </p:spPr>
        <p:txBody>
          <a:bodyPr wrap="square">
            <a:spAutoFit/>
          </a:bodyPr>
          <a:lstStyle>
            <a:lvl1pPr>
              <a:defRPr sz="2800" b="1">
                <a:solidFill>
                  <a:srgbClr val="FAFD00"/>
                </a:solidFill>
                <a:latin typeface="Arial" charset="0"/>
                <a:ea typeface="ＭＳ Ｐゴシック" charset="0"/>
                <a:cs typeface="ＭＳ Ｐゴシック" charset="0"/>
              </a:defRPr>
            </a:lvl1pPr>
            <a:lvl2pPr marL="742950" indent="-285750">
              <a:defRPr sz="2800" b="1">
                <a:solidFill>
                  <a:srgbClr val="FAFD00"/>
                </a:solidFill>
                <a:latin typeface="Arial" charset="0"/>
                <a:ea typeface="ＭＳ Ｐゴシック" charset="0"/>
              </a:defRPr>
            </a:lvl2pPr>
            <a:lvl3pPr marL="1143000" indent="-228600">
              <a:defRPr sz="2800" b="1">
                <a:solidFill>
                  <a:srgbClr val="FAFD00"/>
                </a:solidFill>
                <a:latin typeface="Arial" charset="0"/>
                <a:ea typeface="ＭＳ Ｐゴシック" charset="0"/>
              </a:defRPr>
            </a:lvl3pPr>
            <a:lvl4pPr marL="1600200" indent="-228600">
              <a:defRPr sz="2800" b="1">
                <a:solidFill>
                  <a:srgbClr val="FAFD00"/>
                </a:solidFill>
                <a:latin typeface="Arial" charset="0"/>
                <a:ea typeface="ＭＳ Ｐゴシック" charset="0"/>
              </a:defRPr>
            </a:lvl4pPr>
            <a:lvl5pPr marL="2057400" indent="-228600">
              <a:defRPr sz="2800" b="1">
                <a:solidFill>
                  <a:srgbClr val="FAFD00"/>
                </a:solidFill>
                <a:latin typeface="Arial" charset="0"/>
                <a:ea typeface="ＭＳ Ｐゴシック" charset="0"/>
              </a:defRPr>
            </a:lvl5pPr>
            <a:lvl6pPr marL="2514600" indent="-228600" eaLnBrk="0" fontAlgn="base" hangingPunct="0">
              <a:spcBef>
                <a:spcPct val="0"/>
              </a:spcBef>
              <a:spcAft>
                <a:spcPct val="0"/>
              </a:spcAft>
              <a:defRPr sz="2800" b="1">
                <a:solidFill>
                  <a:srgbClr val="FAFD00"/>
                </a:solidFill>
                <a:latin typeface="Arial" charset="0"/>
                <a:ea typeface="ＭＳ Ｐゴシック" charset="0"/>
              </a:defRPr>
            </a:lvl6pPr>
            <a:lvl7pPr marL="2971800" indent="-228600" eaLnBrk="0" fontAlgn="base" hangingPunct="0">
              <a:spcBef>
                <a:spcPct val="0"/>
              </a:spcBef>
              <a:spcAft>
                <a:spcPct val="0"/>
              </a:spcAft>
              <a:defRPr sz="2800" b="1">
                <a:solidFill>
                  <a:srgbClr val="FAFD00"/>
                </a:solidFill>
                <a:latin typeface="Arial" charset="0"/>
                <a:ea typeface="ＭＳ Ｐゴシック" charset="0"/>
              </a:defRPr>
            </a:lvl7pPr>
            <a:lvl8pPr marL="3429000" indent="-228600" eaLnBrk="0" fontAlgn="base" hangingPunct="0">
              <a:spcBef>
                <a:spcPct val="0"/>
              </a:spcBef>
              <a:spcAft>
                <a:spcPct val="0"/>
              </a:spcAft>
              <a:defRPr sz="2800" b="1">
                <a:solidFill>
                  <a:srgbClr val="FAFD00"/>
                </a:solidFill>
                <a:latin typeface="Arial" charset="0"/>
                <a:ea typeface="ＭＳ Ｐゴシック" charset="0"/>
              </a:defRPr>
            </a:lvl8pPr>
            <a:lvl9pPr marL="3886200" indent="-228600" eaLnBrk="0" fontAlgn="base" hangingPunct="0">
              <a:spcBef>
                <a:spcPct val="0"/>
              </a:spcBef>
              <a:spcAft>
                <a:spcPct val="0"/>
              </a:spcAft>
              <a:defRPr sz="2800" b="1">
                <a:solidFill>
                  <a:srgbClr val="FAFD00"/>
                </a:solidFill>
                <a:latin typeface="Arial" charset="0"/>
                <a:ea typeface="ＭＳ Ｐゴシック" charset="0"/>
              </a:defRPr>
            </a:lvl9pPr>
          </a:lstStyle>
          <a:p>
            <a:pPr>
              <a:spcBef>
                <a:spcPct val="50000"/>
              </a:spcBef>
            </a:pPr>
            <a:r>
              <a:rPr lang="en-US" sz="2000" dirty="0">
                <a:solidFill>
                  <a:schemeClr val="hlink"/>
                </a:solidFill>
              </a:rPr>
              <a:t>-1</a:t>
            </a:r>
          </a:p>
        </p:txBody>
      </p:sp>
      <p:sp>
        <p:nvSpPr>
          <p:cNvPr id="35" name="Text Box 54"/>
          <p:cNvSpPr txBox="1">
            <a:spLocks noChangeArrowheads="1"/>
          </p:cNvSpPr>
          <p:nvPr/>
        </p:nvSpPr>
        <p:spPr bwMode="auto">
          <a:xfrm>
            <a:off x="3019789" y="4226324"/>
            <a:ext cx="436827"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50800">
                <a:solidFill>
                  <a:srgbClr val="000000"/>
                </a:solidFill>
                <a:miter lim="800000"/>
                <a:headEnd/>
                <a:tailEnd/>
              </a14:hiddenLine>
            </a:ext>
          </a:extLst>
        </p:spPr>
        <p:txBody>
          <a:bodyPr wrap="square">
            <a:spAutoFit/>
          </a:bodyPr>
          <a:lstStyle>
            <a:lvl1pPr>
              <a:defRPr sz="2800" b="1">
                <a:solidFill>
                  <a:srgbClr val="FAFD00"/>
                </a:solidFill>
                <a:latin typeface="Arial" charset="0"/>
                <a:ea typeface="ＭＳ Ｐゴシック" charset="0"/>
                <a:cs typeface="ＭＳ Ｐゴシック" charset="0"/>
              </a:defRPr>
            </a:lvl1pPr>
            <a:lvl2pPr marL="742950" indent="-285750">
              <a:defRPr sz="2800" b="1">
                <a:solidFill>
                  <a:srgbClr val="FAFD00"/>
                </a:solidFill>
                <a:latin typeface="Arial" charset="0"/>
                <a:ea typeface="ＭＳ Ｐゴシック" charset="0"/>
              </a:defRPr>
            </a:lvl2pPr>
            <a:lvl3pPr marL="1143000" indent="-228600">
              <a:defRPr sz="2800" b="1">
                <a:solidFill>
                  <a:srgbClr val="FAFD00"/>
                </a:solidFill>
                <a:latin typeface="Arial" charset="0"/>
                <a:ea typeface="ＭＳ Ｐゴシック" charset="0"/>
              </a:defRPr>
            </a:lvl3pPr>
            <a:lvl4pPr marL="1600200" indent="-228600">
              <a:defRPr sz="2800" b="1">
                <a:solidFill>
                  <a:srgbClr val="FAFD00"/>
                </a:solidFill>
                <a:latin typeface="Arial" charset="0"/>
                <a:ea typeface="ＭＳ Ｐゴシック" charset="0"/>
              </a:defRPr>
            </a:lvl4pPr>
            <a:lvl5pPr marL="2057400" indent="-228600">
              <a:defRPr sz="2800" b="1">
                <a:solidFill>
                  <a:srgbClr val="FAFD00"/>
                </a:solidFill>
                <a:latin typeface="Arial" charset="0"/>
                <a:ea typeface="ＭＳ Ｐゴシック" charset="0"/>
              </a:defRPr>
            </a:lvl5pPr>
            <a:lvl6pPr marL="2514600" indent="-228600" eaLnBrk="0" fontAlgn="base" hangingPunct="0">
              <a:spcBef>
                <a:spcPct val="0"/>
              </a:spcBef>
              <a:spcAft>
                <a:spcPct val="0"/>
              </a:spcAft>
              <a:defRPr sz="2800" b="1">
                <a:solidFill>
                  <a:srgbClr val="FAFD00"/>
                </a:solidFill>
                <a:latin typeface="Arial" charset="0"/>
                <a:ea typeface="ＭＳ Ｐゴシック" charset="0"/>
              </a:defRPr>
            </a:lvl6pPr>
            <a:lvl7pPr marL="2971800" indent="-228600" eaLnBrk="0" fontAlgn="base" hangingPunct="0">
              <a:spcBef>
                <a:spcPct val="0"/>
              </a:spcBef>
              <a:spcAft>
                <a:spcPct val="0"/>
              </a:spcAft>
              <a:defRPr sz="2800" b="1">
                <a:solidFill>
                  <a:srgbClr val="FAFD00"/>
                </a:solidFill>
                <a:latin typeface="Arial" charset="0"/>
                <a:ea typeface="ＭＳ Ｐゴシック" charset="0"/>
              </a:defRPr>
            </a:lvl7pPr>
            <a:lvl8pPr marL="3429000" indent="-228600" eaLnBrk="0" fontAlgn="base" hangingPunct="0">
              <a:spcBef>
                <a:spcPct val="0"/>
              </a:spcBef>
              <a:spcAft>
                <a:spcPct val="0"/>
              </a:spcAft>
              <a:defRPr sz="2800" b="1">
                <a:solidFill>
                  <a:srgbClr val="FAFD00"/>
                </a:solidFill>
                <a:latin typeface="Arial" charset="0"/>
                <a:ea typeface="ＭＳ Ｐゴシック" charset="0"/>
              </a:defRPr>
            </a:lvl8pPr>
            <a:lvl9pPr marL="3886200" indent="-228600" eaLnBrk="0" fontAlgn="base" hangingPunct="0">
              <a:spcBef>
                <a:spcPct val="0"/>
              </a:spcBef>
              <a:spcAft>
                <a:spcPct val="0"/>
              </a:spcAft>
              <a:defRPr sz="2800" b="1">
                <a:solidFill>
                  <a:srgbClr val="FAFD00"/>
                </a:solidFill>
                <a:latin typeface="Arial" charset="0"/>
                <a:ea typeface="ＭＳ Ｐゴシック" charset="0"/>
              </a:defRPr>
            </a:lvl9pPr>
          </a:lstStyle>
          <a:p>
            <a:pPr>
              <a:spcBef>
                <a:spcPct val="50000"/>
              </a:spcBef>
            </a:pPr>
            <a:r>
              <a:rPr lang="en-US" sz="2000">
                <a:solidFill>
                  <a:schemeClr val="hlink"/>
                </a:solidFill>
              </a:rPr>
              <a:t>-1</a:t>
            </a:r>
            <a:endParaRPr lang="en-US" sz="2000" dirty="0">
              <a:solidFill>
                <a:schemeClr val="hlink"/>
              </a:solidFill>
            </a:endParaRPr>
          </a:p>
        </p:txBody>
      </p:sp>
      <p:sp>
        <p:nvSpPr>
          <p:cNvPr id="36" name="Text Box 54"/>
          <p:cNvSpPr txBox="1">
            <a:spLocks noChangeArrowheads="1"/>
          </p:cNvSpPr>
          <p:nvPr/>
        </p:nvSpPr>
        <p:spPr bwMode="auto">
          <a:xfrm>
            <a:off x="3559215" y="3115541"/>
            <a:ext cx="436827"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50800">
                <a:solidFill>
                  <a:srgbClr val="000000"/>
                </a:solidFill>
                <a:miter lim="800000"/>
                <a:headEnd/>
                <a:tailEnd/>
              </a14:hiddenLine>
            </a:ext>
          </a:extLst>
        </p:spPr>
        <p:txBody>
          <a:bodyPr wrap="square">
            <a:spAutoFit/>
          </a:bodyPr>
          <a:lstStyle>
            <a:lvl1pPr>
              <a:defRPr sz="2800" b="1">
                <a:solidFill>
                  <a:srgbClr val="FAFD00"/>
                </a:solidFill>
                <a:latin typeface="Arial" charset="0"/>
                <a:ea typeface="ＭＳ Ｐゴシック" charset="0"/>
                <a:cs typeface="ＭＳ Ｐゴシック" charset="0"/>
              </a:defRPr>
            </a:lvl1pPr>
            <a:lvl2pPr marL="742950" indent="-285750">
              <a:defRPr sz="2800" b="1">
                <a:solidFill>
                  <a:srgbClr val="FAFD00"/>
                </a:solidFill>
                <a:latin typeface="Arial" charset="0"/>
                <a:ea typeface="ＭＳ Ｐゴシック" charset="0"/>
              </a:defRPr>
            </a:lvl2pPr>
            <a:lvl3pPr marL="1143000" indent="-228600">
              <a:defRPr sz="2800" b="1">
                <a:solidFill>
                  <a:srgbClr val="FAFD00"/>
                </a:solidFill>
                <a:latin typeface="Arial" charset="0"/>
                <a:ea typeface="ＭＳ Ｐゴシック" charset="0"/>
              </a:defRPr>
            </a:lvl3pPr>
            <a:lvl4pPr marL="1600200" indent="-228600">
              <a:defRPr sz="2800" b="1">
                <a:solidFill>
                  <a:srgbClr val="FAFD00"/>
                </a:solidFill>
                <a:latin typeface="Arial" charset="0"/>
                <a:ea typeface="ＭＳ Ｐゴシック" charset="0"/>
              </a:defRPr>
            </a:lvl4pPr>
            <a:lvl5pPr marL="2057400" indent="-228600">
              <a:defRPr sz="2800" b="1">
                <a:solidFill>
                  <a:srgbClr val="FAFD00"/>
                </a:solidFill>
                <a:latin typeface="Arial" charset="0"/>
                <a:ea typeface="ＭＳ Ｐゴシック" charset="0"/>
              </a:defRPr>
            </a:lvl5pPr>
            <a:lvl6pPr marL="2514600" indent="-228600" eaLnBrk="0" fontAlgn="base" hangingPunct="0">
              <a:spcBef>
                <a:spcPct val="0"/>
              </a:spcBef>
              <a:spcAft>
                <a:spcPct val="0"/>
              </a:spcAft>
              <a:defRPr sz="2800" b="1">
                <a:solidFill>
                  <a:srgbClr val="FAFD00"/>
                </a:solidFill>
                <a:latin typeface="Arial" charset="0"/>
                <a:ea typeface="ＭＳ Ｐゴシック" charset="0"/>
              </a:defRPr>
            </a:lvl6pPr>
            <a:lvl7pPr marL="2971800" indent="-228600" eaLnBrk="0" fontAlgn="base" hangingPunct="0">
              <a:spcBef>
                <a:spcPct val="0"/>
              </a:spcBef>
              <a:spcAft>
                <a:spcPct val="0"/>
              </a:spcAft>
              <a:defRPr sz="2800" b="1">
                <a:solidFill>
                  <a:srgbClr val="FAFD00"/>
                </a:solidFill>
                <a:latin typeface="Arial" charset="0"/>
                <a:ea typeface="ＭＳ Ｐゴシック" charset="0"/>
              </a:defRPr>
            </a:lvl7pPr>
            <a:lvl8pPr marL="3429000" indent="-228600" eaLnBrk="0" fontAlgn="base" hangingPunct="0">
              <a:spcBef>
                <a:spcPct val="0"/>
              </a:spcBef>
              <a:spcAft>
                <a:spcPct val="0"/>
              </a:spcAft>
              <a:defRPr sz="2800" b="1">
                <a:solidFill>
                  <a:srgbClr val="FAFD00"/>
                </a:solidFill>
                <a:latin typeface="Arial" charset="0"/>
                <a:ea typeface="ＭＳ Ｐゴシック" charset="0"/>
              </a:defRPr>
            </a:lvl8pPr>
            <a:lvl9pPr marL="3886200" indent="-228600" eaLnBrk="0" fontAlgn="base" hangingPunct="0">
              <a:spcBef>
                <a:spcPct val="0"/>
              </a:spcBef>
              <a:spcAft>
                <a:spcPct val="0"/>
              </a:spcAft>
              <a:defRPr sz="2800" b="1">
                <a:solidFill>
                  <a:srgbClr val="FAFD00"/>
                </a:solidFill>
                <a:latin typeface="Arial" charset="0"/>
                <a:ea typeface="ＭＳ Ｐゴシック" charset="0"/>
              </a:defRPr>
            </a:lvl9pPr>
          </a:lstStyle>
          <a:p>
            <a:pPr>
              <a:spcBef>
                <a:spcPct val="50000"/>
              </a:spcBef>
            </a:pPr>
            <a:r>
              <a:rPr lang="en-US" sz="2000" dirty="0">
                <a:solidFill>
                  <a:schemeClr val="hlink"/>
                </a:solidFill>
              </a:rPr>
              <a:t>-1</a:t>
            </a:r>
          </a:p>
        </p:txBody>
      </p:sp>
      <p:sp>
        <p:nvSpPr>
          <p:cNvPr id="37" name="Text Box 54"/>
          <p:cNvSpPr txBox="1">
            <a:spLocks noChangeArrowheads="1"/>
          </p:cNvSpPr>
          <p:nvPr/>
        </p:nvSpPr>
        <p:spPr bwMode="auto">
          <a:xfrm>
            <a:off x="3363915" y="3732438"/>
            <a:ext cx="605789"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50800">
                <a:solidFill>
                  <a:srgbClr val="000000"/>
                </a:solidFill>
                <a:miter lim="800000"/>
                <a:headEnd/>
                <a:tailEnd/>
              </a14:hiddenLine>
            </a:ext>
          </a:extLst>
        </p:spPr>
        <p:txBody>
          <a:bodyPr wrap="square">
            <a:spAutoFit/>
          </a:bodyPr>
          <a:lstStyle>
            <a:lvl1pPr>
              <a:defRPr sz="2800" b="1">
                <a:solidFill>
                  <a:srgbClr val="FAFD00"/>
                </a:solidFill>
                <a:latin typeface="Arial" charset="0"/>
                <a:ea typeface="ＭＳ Ｐゴシック" charset="0"/>
                <a:cs typeface="ＭＳ Ｐゴシック" charset="0"/>
              </a:defRPr>
            </a:lvl1pPr>
            <a:lvl2pPr marL="742950" indent="-285750">
              <a:defRPr sz="2800" b="1">
                <a:solidFill>
                  <a:srgbClr val="FAFD00"/>
                </a:solidFill>
                <a:latin typeface="Arial" charset="0"/>
                <a:ea typeface="ＭＳ Ｐゴシック" charset="0"/>
              </a:defRPr>
            </a:lvl2pPr>
            <a:lvl3pPr marL="1143000" indent="-228600">
              <a:defRPr sz="2800" b="1">
                <a:solidFill>
                  <a:srgbClr val="FAFD00"/>
                </a:solidFill>
                <a:latin typeface="Arial" charset="0"/>
                <a:ea typeface="ＭＳ Ｐゴシック" charset="0"/>
              </a:defRPr>
            </a:lvl3pPr>
            <a:lvl4pPr marL="1600200" indent="-228600">
              <a:defRPr sz="2800" b="1">
                <a:solidFill>
                  <a:srgbClr val="FAFD00"/>
                </a:solidFill>
                <a:latin typeface="Arial" charset="0"/>
                <a:ea typeface="ＭＳ Ｐゴシック" charset="0"/>
              </a:defRPr>
            </a:lvl4pPr>
            <a:lvl5pPr marL="2057400" indent="-228600">
              <a:defRPr sz="2800" b="1">
                <a:solidFill>
                  <a:srgbClr val="FAFD00"/>
                </a:solidFill>
                <a:latin typeface="Arial" charset="0"/>
                <a:ea typeface="ＭＳ Ｐゴシック" charset="0"/>
              </a:defRPr>
            </a:lvl5pPr>
            <a:lvl6pPr marL="2514600" indent="-228600" eaLnBrk="0" fontAlgn="base" hangingPunct="0">
              <a:spcBef>
                <a:spcPct val="0"/>
              </a:spcBef>
              <a:spcAft>
                <a:spcPct val="0"/>
              </a:spcAft>
              <a:defRPr sz="2800" b="1">
                <a:solidFill>
                  <a:srgbClr val="FAFD00"/>
                </a:solidFill>
                <a:latin typeface="Arial" charset="0"/>
                <a:ea typeface="ＭＳ Ｐゴシック" charset="0"/>
              </a:defRPr>
            </a:lvl6pPr>
            <a:lvl7pPr marL="2971800" indent="-228600" eaLnBrk="0" fontAlgn="base" hangingPunct="0">
              <a:spcBef>
                <a:spcPct val="0"/>
              </a:spcBef>
              <a:spcAft>
                <a:spcPct val="0"/>
              </a:spcAft>
              <a:defRPr sz="2800" b="1">
                <a:solidFill>
                  <a:srgbClr val="FAFD00"/>
                </a:solidFill>
                <a:latin typeface="Arial" charset="0"/>
                <a:ea typeface="ＭＳ Ｐゴシック" charset="0"/>
              </a:defRPr>
            </a:lvl7pPr>
            <a:lvl8pPr marL="3429000" indent="-228600" eaLnBrk="0" fontAlgn="base" hangingPunct="0">
              <a:spcBef>
                <a:spcPct val="0"/>
              </a:spcBef>
              <a:spcAft>
                <a:spcPct val="0"/>
              </a:spcAft>
              <a:defRPr sz="2800" b="1">
                <a:solidFill>
                  <a:srgbClr val="FAFD00"/>
                </a:solidFill>
                <a:latin typeface="Arial" charset="0"/>
                <a:ea typeface="ＭＳ Ｐゴシック" charset="0"/>
              </a:defRPr>
            </a:lvl8pPr>
            <a:lvl9pPr marL="3886200" indent="-228600" eaLnBrk="0" fontAlgn="base" hangingPunct="0">
              <a:spcBef>
                <a:spcPct val="0"/>
              </a:spcBef>
              <a:spcAft>
                <a:spcPct val="0"/>
              </a:spcAft>
              <a:defRPr sz="2800" b="1">
                <a:solidFill>
                  <a:srgbClr val="FAFD00"/>
                </a:solidFill>
                <a:latin typeface="Arial" charset="0"/>
                <a:ea typeface="ＭＳ Ｐゴシック" charset="0"/>
              </a:defRPr>
            </a:lvl9pPr>
          </a:lstStyle>
          <a:p>
            <a:pPr>
              <a:spcBef>
                <a:spcPct val="50000"/>
              </a:spcBef>
            </a:pPr>
            <a:r>
              <a:rPr lang="en-US" sz="2000" dirty="0">
                <a:solidFill>
                  <a:schemeClr val="hlink"/>
                </a:solidFill>
              </a:rPr>
              <a:t>+1</a:t>
            </a:r>
          </a:p>
        </p:txBody>
      </p:sp>
      <p:pic>
        <p:nvPicPr>
          <p:cNvPr id="15" name="Picture 2" descr="Student iClicker Information - Canvas | Colorado State University"/>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10284" r="78997" b="11252"/>
          <a:stretch/>
        </p:blipFill>
        <p:spPr bwMode="auto">
          <a:xfrm>
            <a:off x="185095" y="114496"/>
            <a:ext cx="715651" cy="802078"/>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 6"/>
          <p:cNvGrpSpPr/>
          <p:nvPr/>
        </p:nvGrpSpPr>
        <p:grpSpPr>
          <a:xfrm>
            <a:off x="5264505" y="4226324"/>
            <a:ext cx="2014845" cy="1736371"/>
            <a:chOff x="5696712" y="4469725"/>
            <a:chExt cx="2211702" cy="1906020"/>
          </a:xfrm>
        </p:grpSpPr>
        <p:grpSp>
          <p:nvGrpSpPr>
            <p:cNvPr id="4" name="Group 3"/>
            <p:cNvGrpSpPr/>
            <p:nvPr/>
          </p:nvGrpSpPr>
          <p:grpSpPr>
            <a:xfrm>
              <a:off x="5696712" y="4469725"/>
              <a:ext cx="2211702" cy="1906020"/>
              <a:chOff x="5696712" y="4469725"/>
              <a:chExt cx="2211702" cy="1906020"/>
            </a:xfrm>
          </p:grpSpPr>
          <p:pic>
            <p:nvPicPr>
              <p:cNvPr id="18" name="Picture 17"/>
              <p:cNvPicPr>
                <a:picLocks noChangeAspect="1"/>
              </p:cNvPicPr>
              <p:nvPr/>
            </p:nvPicPr>
            <p:blipFill>
              <a:blip r:embed="rId3"/>
              <a:stretch>
                <a:fillRect/>
              </a:stretch>
            </p:blipFill>
            <p:spPr>
              <a:xfrm>
                <a:off x="5696712" y="4469725"/>
                <a:ext cx="2211702" cy="1906020"/>
              </a:xfrm>
              <a:prstGeom prst="rect">
                <a:avLst/>
              </a:prstGeom>
            </p:spPr>
          </p:pic>
          <p:sp>
            <p:nvSpPr>
              <p:cNvPr id="3" name="Rectangle 2"/>
              <p:cNvSpPr/>
              <p:nvPr/>
            </p:nvSpPr>
            <p:spPr>
              <a:xfrm>
                <a:off x="5877466" y="4669780"/>
                <a:ext cx="1670082" cy="164841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 name="Picture 1"/>
            <p:cNvPicPr>
              <a:picLocks noChangeAspect="1"/>
            </p:cNvPicPr>
            <p:nvPr/>
          </p:nvPicPr>
          <p:blipFill>
            <a:blip r:embed="rId5"/>
            <a:stretch>
              <a:fillRect/>
            </a:stretch>
          </p:blipFill>
          <p:spPr>
            <a:xfrm>
              <a:off x="5877466" y="4696655"/>
              <a:ext cx="1604597" cy="1452160"/>
            </a:xfrm>
            <a:prstGeom prst="rect">
              <a:avLst/>
            </a:prstGeom>
          </p:spPr>
        </p:pic>
      </p:grpSp>
      <p:sp>
        <p:nvSpPr>
          <p:cNvPr id="23" name="Rectangle 22"/>
          <p:cNvSpPr/>
          <p:nvPr/>
        </p:nvSpPr>
        <p:spPr>
          <a:xfrm>
            <a:off x="148956" y="5918087"/>
            <a:ext cx="9064117" cy="800219"/>
          </a:xfrm>
          <a:prstGeom prst="rect">
            <a:avLst/>
          </a:prstGeom>
        </p:spPr>
        <p:txBody>
          <a:bodyPr wrap="square">
            <a:spAutoFit/>
          </a:bodyPr>
          <a:lstStyle/>
          <a:p>
            <a:r>
              <a:rPr lang="en-US" sz="2300" dirty="0">
                <a:solidFill>
                  <a:srgbClr val="000000"/>
                </a:solidFill>
              </a:rPr>
              <a:t>The “best” resonance form (1) minimizes formal charge and  </a:t>
            </a:r>
          </a:p>
          <a:p>
            <a:r>
              <a:rPr lang="en-US" sz="2300" dirty="0">
                <a:solidFill>
                  <a:srgbClr val="000000"/>
                </a:solidFill>
              </a:rPr>
              <a:t>(2) puts any negative charge(s) on the most electronegative atom(s)</a:t>
            </a:r>
            <a:endParaRPr lang="en-US" sz="2300" dirty="0"/>
          </a:p>
        </p:txBody>
      </p:sp>
      <p:sp>
        <p:nvSpPr>
          <p:cNvPr id="20" name="TextBox 19">
            <a:extLst>
              <a:ext uri="{FF2B5EF4-FFF2-40B4-BE49-F238E27FC236}">
                <a16:creationId xmlns:a16="http://schemas.microsoft.com/office/drawing/2014/main" id="{B550F463-7987-4103-8272-9E929EA3EE6F}"/>
              </a:ext>
            </a:extLst>
          </p:cNvPr>
          <p:cNvSpPr txBox="1"/>
          <p:nvPr/>
        </p:nvSpPr>
        <p:spPr>
          <a:xfrm>
            <a:off x="650595" y="2353968"/>
            <a:ext cx="6628755" cy="646331"/>
          </a:xfrm>
          <a:prstGeom prst="rect">
            <a:avLst/>
          </a:prstGeom>
          <a:noFill/>
        </p:spPr>
        <p:txBody>
          <a:bodyPr wrap="square">
            <a:spAutoFit/>
          </a:bodyPr>
          <a:lstStyle/>
          <a:p>
            <a:r>
              <a:rPr lang="en-US" sz="1800" dirty="0">
                <a:solidFill>
                  <a:schemeClr val="hlink"/>
                </a:solidFill>
                <a:ea typeface="ＭＳ Ｐゴシック" charset="0"/>
              </a:rPr>
              <a:t>Formal charge on an atom:</a:t>
            </a:r>
            <a:br>
              <a:rPr lang="en-US" sz="1800" dirty="0">
                <a:solidFill>
                  <a:schemeClr val="hlink"/>
                </a:solidFill>
                <a:ea typeface="ＭＳ Ｐゴシック" charset="0"/>
              </a:rPr>
            </a:br>
            <a:r>
              <a:rPr lang="en-US" sz="1800" dirty="0">
                <a:solidFill>
                  <a:srgbClr val="00B0F0"/>
                </a:solidFill>
                <a:ea typeface="ＭＳ Ｐゴシック" charset="0"/>
              </a:rPr>
              <a:t>(normal # valence e</a:t>
            </a:r>
            <a:r>
              <a:rPr lang="en-US" sz="1800" baseline="30000" dirty="0">
                <a:solidFill>
                  <a:srgbClr val="00B0F0"/>
                </a:solidFill>
                <a:ea typeface="ＭＳ Ｐゴシック" charset="0"/>
              </a:rPr>
              <a:t>–</a:t>
            </a:r>
            <a:r>
              <a:rPr lang="en-US" sz="1800" dirty="0">
                <a:solidFill>
                  <a:srgbClr val="00B0F0"/>
                </a:solidFill>
                <a:ea typeface="ＭＳ Ｐゴシック" charset="0"/>
              </a:rPr>
              <a:t>)</a:t>
            </a:r>
            <a:r>
              <a:rPr lang="en-US" sz="1800" baseline="30000" dirty="0">
                <a:ea typeface="ＭＳ Ｐゴシック" charset="0"/>
              </a:rPr>
              <a:t> </a:t>
            </a:r>
            <a:r>
              <a:rPr lang="en-US" sz="1800" dirty="0">
                <a:ea typeface="ＭＳ Ｐゴシック" charset="0"/>
              </a:rPr>
              <a:t>– </a:t>
            </a:r>
            <a:r>
              <a:rPr lang="en-US" sz="1800" dirty="0">
                <a:solidFill>
                  <a:srgbClr val="00B050"/>
                </a:solidFill>
                <a:ea typeface="ＭＳ Ｐゴシック" charset="0"/>
              </a:rPr>
              <a:t>[(# e</a:t>
            </a:r>
            <a:r>
              <a:rPr lang="en-US" sz="1800" baseline="30000" dirty="0">
                <a:solidFill>
                  <a:srgbClr val="00B050"/>
                </a:solidFill>
                <a:ea typeface="ＭＳ Ｐゴシック" charset="0"/>
              </a:rPr>
              <a:t>–</a:t>
            </a:r>
            <a:r>
              <a:rPr lang="en-US" sz="1800" dirty="0">
                <a:solidFill>
                  <a:srgbClr val="00B050"/>
                </a:solidFill>
                <a:ea typeface="ＭＳ Ｐゴシック" charset="0"/>
              </a:rPr>
              <a:t> in lone pairs) + 1/2 (bonding e</a:t>
            </a:r>
            <a:r>
              <a:rPr lang="en-US" sz="1800" baseline="30000" dirty="0">
                <a:solidFill>
                  <a:srgbClr val="00B050"/>
                </a:solidFill>
                <a:ea typeface="ＭＳ Ｐゴシック" charset="0"/>
              </a:rPr>
              <a:t>–</a:t>
            </a:r>
            <a:r>
              <a:rPr lang="en-US" sz="1800" dirty="0">
                <a:solidFill>
                  <a:srgbClr val="00B050"/>
                </a:solidFill>
                <a:ea typeface="ＭＳ Ｐゴシック" charset="0"/>
              </a:rPr>
              <a:t>)]</a:t>
            </a:r>
          </a:p>
        </p:txBody>
      </p:sp>
      <p:sp>
        <p:nvSpPr>
          <p:cNvPr id="21" name="TextBox 20">
            <a:extLst>
              <a:ext uri="{FF2B5EF4-FFF2-40B4-BE49-F238E27FC236}">
                <a16:creationId xmlns:a16="http://schemas.microsoft.com/office/drawing/2014/main" id="{FCA9E479-3918-404A-BB96-2C683EC36A86}"/>
              </a:ext>
            </a:extLst>
          </p:cNvPr>
          <p:cNvSpPr txBox="1"/>
          <p:nvPr/>
        </p:nvSpPr>
        <p:spPr>
          <a:xfrm>
            <a:off x="4970045" y="3020572"/>
            <a:ext cx="3821516" cy="646331"/>
          </a:xfrm>
          <a:prstGeom prst="rect">
            <a:avLst/>
          </a:prstGeom>
          <a:noFill/>
        </p:spPr>
        <p:txBody>
          <a:bodyPr wrap="square">
            <a:spAutoFit/>
          </a:bodyPr>
          <a:lstStyle/>
          <a:p>
            <a:r>
              <a:rPr lang="en-US" sz="1800" dirty="0">
                <a:solidFill>
                  <a:srgbClr val="C00000"/>
                </a:solidFill>
                <a:ea typeface="ＭＳ Ｐゴシック" charset="0"/>
              </a:rPr>
              <a:t>The sum of all formal charges must equal the charge of the molecule!</a:t>
            </a:r>
          </a:p>
        </p:txBody>
      </p:sp>
      <p:sp>
        <p:nvSpPr>
          <p:cNvPr id="22" name="TextBox 21">
            <a:extLst>
              <a:ext uri="{FF2B5EF4-FFF2-40B4-BE49-F238E27FC236}">
                <a16:creationId xmlns:a16="http://schemas.microsoft.com/office/drawing/2014/main" id="{FCA9E479-3918-404A-BB96-2C683EC36A86}"/>
              </a:ext>
            </a:extLst>
          </p:cNvPr>
          <p:cNvSpPr txBox="1"/>
          <p:nvPr/>
        </p:nvSpPr>
        <p:spPr>
          <a:xfrm>
            <a:off x="4970045" y="3683595"/>
            <a:ext cx="3184648" cy="646331"/>
          </a:xfrm>
          <a:prstGeom prst="rect">
            <a:avLst/>
          </a:prstGeom>
          <a:noFill/>
        </p:spPr>
        <p:txBody>
          <a:bodyPr wrap="square">
            <a:spAutoFit/>
          </a:bodyPr>
          <a:lstStyle/>
          <a:p>
            <a:r>
              <a:rPr lang="en-US" sz="1800" i="1" dirty="0">
                <a:solidFill>
                  <a:srgbClr val="C00000"/>
                </a:solidFill>
                <a:ea typeface="ＭＳ Ｐゴシック" charset="0"/>
                <a:sym typeface="Wingdings" panose="05000000000000000000" pitchFamily="2" charset="2"/>
              </a:rPr>
              <a:t> </a:t>
            </a:r>
            <a:r>
              <a:rPr lang="en-US" sz="1800" i="1" dirty="0">
                <a:solidFill>
                  <a:srgbClr val="C00000"/>
                </a:solidFill>
                <a:ea typeface="ＭＳ Ｐゴシック" charset="0"/>
              </a:rPr>
              <a:t>How could we improve this Lewis structure?</a:t>
            </a:r>
          </a:p>
        </p:txBody>
      </p:sp>
    </p:spTree>
    <p:extLst>
      <p:ext uri="{BB962C8B-B14F-4D97-AF65-F5344CB8AC3E}">
        <p14:creationId xmlns:p14="http://schemas.microsoft.com/office/powerpoint/2010/main" val="2595732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500"/>
                                        <p:tgtEl>
                                          <p:spTgt spid="3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fade">
                                      <p:cBhvr>
                                        <p:cTn id="15" dur="500"/>
                                        <p:tgtEl>
                                          <p:spTgt spid="3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5"/>
                                        </p:tgtEl>
                                        <p:attrNameLst>
                                          <p:attrName>style.visibility</p:attrName>
                                        </p:attrNameLst>
                                      </p:cBhvr>
                                      <p:to>
                                        <p:strVal val="visible"/>
                                      </p:to>
                                    </p:set>
                                    <p:animEffect transition="in" filter="fade">
                                      <p:cBhvr>
                                        <p:cTn id="18" dur="500"/>
                                        <p:tgtEl>
                                          <p:spTgt spid="3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6"/>
                                        </p:tgtEl>
                                        <p:attrNameLst>
                                          <p:attrName>style.visibility</p:attrName>
                                        </p:attrNameLst>
                                      </p:cBhvr>
                                      <p:to>
                                        <p:strVal val="visible"/>
                                      </p:to>
                                    </p:set>
                                    <p:animEffect transition="in" filter="fade">
                                      <p:cBhvr>
                                        <p:cTn id="21" dur="500"/>
                                        <p:tgtEl>
                                          <p:spTgt spid="3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7"/>
                                        </p:tgtEl>
                                        <p:attrNameLst>
                                          <p:attrName>style.visibility</p:attrName>
                                        </p:attrNameLst>
                                      </p:cBhvr>
                                      <p:to>
                                        <p:strVal val="visible"/>
                                      </p:to>
                                    </p:set>
                                    <p:animEffect transition="in" filter="fade">
                                      <p:cBhvr>
                                        <p:cTn id="24" dur="500"/>
                                        <p:tgtEl>
                                          <p:spTgt spid="3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1">
                                            <p:txEl>
                                              <p:pRg st="0" end="0"/>
                                            </p:txEl>
                                          </p:spTgt>
                                        </p:tgtEl>
                                        <p:attrNameLst>
                                          <p:attrName>style.visibility</p:attrName>
                                        </p:attrNameLst>
                                      </p:cBhvr>
                                      <p:to>
                                        <p:strVal val="visible"/>
                                      </p:to>
                                    </p:set>
                                    <p:animEffect transition="in" filter="fade">
                                      <p:cBhvr>
                                        <p:cTn id="29" dur="500"/>
                                        <p:tgtEl>
                                          <p:spTgt spid="21">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2">
                                            <p:txEl>
                                              <p:pRg st="0" end="0"/>
                                            </p:txEl>
                                          </p:spTgt>
                                        </p:tgtEl>
                                        <p:attrNameLst>
                                          <p:attrName>style.visibility</p:attrName>
                                        </p:attrNameLst>
                                      </p:cBhvr>
                                      <p:to>
                                        <p:strVal val="visible"/>
                                      </p:to>
                                    </p:set>
                                    <p:animEffect transition="in" filter="fade">
                                      <p:cBhvr>
                                        <p:cTn id="34" dur="500"/>
                                        <p:tgtEl>
                                          <p:spTgt spid="22">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fade">
                                      <p:cBhvr>
                                        <p:cTn id="4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p:bldP spid="34" grpId="0"/>
      <p:bldP spid="35" grpId="0"/>
      <p:bldP spid="36" grpId="0"/>
      <p:bldP spid="37" grpId="0"/>
      <p:bldP spid="2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3C103D7-7FC1-4B9F-A526-BC88A3C4AA47}" type="slidenum">
              <a:rPr lang="en-US" smtClean="0"/>
              <a:pPr/>
              <a:t>9</a:t>
            </a:fld>
            <a:endParaRPr lang="en-US" dirty="0"/>
          </a:p>
        </p:txBody>
      </p:sp>
      <p:sp>
        <p:nvSpPr>
          <p:cNvPr id="34" name="Content Placeholder 2"/>
          <p:cNvSpPr txBox="1">
            <a:spLocks/>
          </p:cNvSpPr>
          <p:nvPr/>
        </p:nvSpPr>
        <p:spPr>
          <a:xfrm>
            <a:off x="593920" y="2545419"/>
            <a:ext cx="4584136" cy="1928474"/>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0" lvl="1" indent="0">
              <a:spcBef>
                <a:spcPts val="1200"/>
              </a:spcBef>
              <a:spcAft>
                <a:spcPts val="600"/>
              </a:spcAft>
              <a:buNone/>
            </a:pPr>
            <a:r>
              <a:rPr lang="en-US" sz="2800" b="1" dirty="0">
                <a:effectLst>
                  <a:outerShdw blurRad="38100" dist="38100" dir="2700000" algn="tl">
                    <a:srgbClr val="000000">
                      <a:alpha val="43137"/>
                    </a:srgbClr>
                  </a:outerShdw>
                </a:effectLst>
                <a:sym typeface="Wingdings" panose="05000000000000000000" pitchFamily="2" charset="2"/>
              </a:rPr>
              <a:t>“Expanded” valence shell</a:t>
            </a:r>
            <a:endParaRPr lang="en-US" sz="2800" b="1" dirty="0">
              <a:effectLst>
                <a:outerShdw blurRad="38100" dist="38100" dir="2700000" algn="tl">
                  <a:srgbClr val="000000">
                    <a:alpha val="43137"/>
                  </a:srgbClr>
                </a:outerShdw>
              </a:effectLst>
            </a:endParaRPr>
          </a:p>
          <a:p>
            <a:r>
              <a:rPr lang="en-US" sz="2400" b="1" dirty="0"/>
              <a:t>Atoms in the 3</a:t>
            </a:r>
            <a:r>
              <a:rPr lang="en-US" sz="2400" b="1" baseline="30000" dirty="0"/>
              <a:t>rd</a:t>
            </a:r>
            <a:r>
              <a:rPr lang="en-US" sz="2400" b="1" dirty="0"/>
              <a:t> period and below can accommodate more than 8 valence e-</a:t>
            </a:r>
          </a:p>
          <a:p>
            <a:pPr marL="0" lvl="1" indent="0" algn="ctr">
              <a:spcBef>
                <a:spcPts val="1000"/>
              </a:spcBef>
              <a:buNone/>
            </a:pPr>
            <a:r>
              <a:rPr lang="en-US" sz="1900" i="1" dirty="0">
                <a:solidFill>
                  <a:schemeClr val="bg1">
                    <a:lumMod val="65000"/>
                  </a:schemeClr>
                </a:solidFill>
              </a:rPr>
              <a:t>larger size, more + charge in the nucleus</a:t>
            </a:r>
          </a:p>
          <a:p>
            <a:endParaRPr lang="en-US" sz="2400" b="1" dirty="0"/>
          </a:p>
        </p:txBody>
      </p:sp>
      <p:sp>
        <p:nvSpPr>
          <p:cNvPr id="6" name="Rectangle 5"/>
          <p:cNvSpPr/>
          <p:nvPr/>
        </p:nvSpPr>
        <p:spPr>
          <a:xfrm>
            <a:off x="593919" y="4355024"/>
            <a:ext cx="8369105" cy="2062103"/>
          </a:xfrm>
          <a:prstGeom prst="rect">
            <a:avLst/>
          </a:prstGeom>
        </p:spPr>
        <p:txBody>
          <a:bodyPr wrap="square">
            <a:spAutoFit/>
          </a:bodyPr>
          <a:lstStyle/>
          <a:p>
            <a:pPr marL="342900" lvl="0" indent="-342900">
              <a:buFont typeface="Arial" panose="020B0604020202020204" pitchFamily="34" charset="0"/>
              <a:buChar char="•"/>
            </a:pPr>
            <a:r>
              <a:rPr lang="en-US" sz="2000" dirty="0">
                <a:solidFill>
                  <a:prstClr val="black"/>
                </a:solidFill>
              </a:rPr>
              <a:t>When?</a:t>
            </a:r>
          </a:p>
          <a:p>
            <a:pPr marL="800100" lvl="1" indent="-342900">
              <a:buFont typeface="Arial" panose="020B0604020202020204" pitchFamily="34" charset="0"/>
              <a:buChar char="•"/>
            </a:pPr>
            <a:r>
              <a:rPr lang="en-US" sz="2000" b="1" dirty="0">
                <a:solidFill>
                  <a:prstClr val="black"/>
                </a:solidFill>
              </a:rPr>
              <a:t>When it decreases formal charge on the central atom</a:t>
            </a:r>
          </a:p>
          <a:p>
            <a:pPr marL="1257300" lvl="2" indent="-342900">
              <a:buFont typeface="Arial" panose="020B0604020202020204" pitchFamily="34" charset="0"/>
              <a:buChar char="•"/>
            </a:pPr>
            <a:r>
              <a:rPr lang="en-US" sz="1200" dirty="0">
                <a:solidFill>
                  <a:schemeClr val="bg1">
                    <a:lumMod val="65000"/>
                  </a:schemeClr>
                </a:solidFill>
              </a:rPr>
              <a:t>Often occurs when a central atom with Z&gt;12 is bonded to strongly electronegative elements (F, O, Cl)</a:t>
            </a:r>
          </a:p>
          <a:p>
            <a:pPr marL="800100" lvl="1" indent="-342900">
              <a:buFont typeface="Arial" panose="020B0604020202020204" pitchFamily="34" charset="0"/>
              <a:buChar char="•"/>
            </a:pPr>
            <a:r>
              <a:rPr lang="en-US" sz="2000" b="1" dirty="0">
                <a:solidFill>
                  <a:prstClr val="black"/>
                </a:solidFill>
              </a:rPr>
              <a:t>When there are more than enough electrons to go around</a:t>
            </a:r>
          </a:p>
          <a:p>
            <a:pPr marL="1257300" lvl="2" indent="-342900">
              <a:buFont typeface="Arial" panose="020B0604020202020204" pitchFamily="34" charset="0"/>
              <a:buChar char="•"/>
            </a:pPr>
            <a:r>
              <a:rPr lang="en-US" sz="1200" b="1" dirty="0">
                <a:solidFill>
                  <a:prstClr val="white">
                    <a:lumMod val="65000"/>
                  </a:prstClr>
                </a:solidFill>
              </a:rPr>
              <a:t>And the central atom is from period 3 or below</a:t>
            </a:r>
            <a:endParaRPr lang="en-US" sz="2000" b="1" dirty="0">
              <a:solidFill>
                <a:prstClr val="black"/>
              </a:solidFill>
            </a:endParaRPr>
          </a:p>
          <a:p>
            <a:pPr marL="800100" lvl="1" indent="-342900">
              <a:buFont typeface="Arial" panose="020B0604020202020204" pitchFamily="34" charset="0"/>
              <a:buChar char="•"/>
            </a:pPr>
            <a:r>
              <a:rPr lang="en-US" sz="2000" dirty="0">
                <a:solidFill>
                  <a:prstClr val="black"/>
                </a:solidFill>
              </a:rPr>
              <a:t>When the predicted # of bonds is clearly not enough</a:t>
            </a:r>
          </a:p>
          <a:p>
            <a:pPr marL="1257300" lvl="2" indent="-342900">
              <a:buFont typeface="Arial" panose="020B0604020202020204" pitchFamily="34" charset="0"/>
              <a:buChar char="•"/>
            </a:pPr>
            <a:r>
              <a:rPr lang="en-US" sz="1200" dirty="0">
                <a:solidFill>
                  <a:schemeClr val="bg1">
                    <a:lumMod val="65000"/>
                  </a:schemeClr>
                </a:solidFill>
              </a:rPr>
              <a:t>Sometimes the # of predicted bonds using the typical formula is not enough to form single bonds to all atoms; must ‘expand the valence shell’</a:t>
            </a:r>
          </a:p>
        </p:txBody>
      </p:sp>
      <p:sp>
        <p:nvSpPr>
          <p:cNvPr id="7" name="Title 6"/>
          <p:cNvSpPr>
            <a:spLocks noGrp="1"/>
          </p:cNvSpPr>
          <p:nvPr>
            <p:ph type="title"/>
          </p:nvPr>
        </p:nvSpPr>
        <p:spPr/>
        <p:txBody>
          <a:bodyPr/>
          <a:lstStyle/>
          <a:p>
            <a:r>
              <a:rPr lang="en-US" dirty="0"/>
              <a:t>Rule Breakers</a:t>
            </a:r>
          </a:p>
        </p:txBody>
      </p:sp>
      <p:sp>
        <p:nvSpPr>
          <p:cNvPr id="12" name="Content Placeholder 2"/>
          <p:cNvSpPr txBox="1">
            <a:spLocks/>
          </p:cNvSpPr>
          <p:nvPr/>
        </p:nvSpPr>
        <p:spPr>
          <a:xfrm>
            <a:off x="3207895" y="1228393"/>
            <a:ext cx="5341746" cy="447675"/>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0" indent="0" algn="r">
              <a:buNone/>
            </a:pPr>
            <a:r>
              <a:rPr lang="en-US" b="1" dirty="0"/>
              <a:t>More than an octet </a:t>
            </a:r>
            <a:r>
              <a:rPr lang="en-US" b="1" dirty="0">
                <a:sym typeface="Wingdings" panose="05000000000000000000" pitchFamily="2" charset="2"/>
              </a:rPr>
              <a:t> “</a:t>
            </a:r>
            <a:r>
              <a:rPr lang="en-US" b="1" u="sng" dirty="0">
                <a:sym typeface="Wingdings" panose="05000000000000000000" pitchFamily="2" charset="2"/>
              </a:rPr>
              <a:t>Expanded octet</a:t>
            </a:r>
            <a:r>
              <a:rPr lang="en-US" b="1" dirty="0">
                <a:sym typeface="Wingdings" panose="05000000000000000000" pitchFamily="2" charset="2"/>
              </a:rPr>
              <a:t>”</a:t>
            </a:r>
            <a:endParaRPr lang="en-US" b="1" baseline="-25000" dirty="0"/>
          </a:p>
        </p:txBody>
      </p:sp>
      <p:grpSp>
        <p:nvGrpSpPr>
          <p:cNvPr id="9" name="Group 8"/>
          <p:cNvGrpSpPr/>
          <p:nvPr/>
        </p:nvGrpSpPr>
        <p:grpSpPr>
          <a:xfrm>
            <a:off x="5568740" y="2273329"/>
            <a:ext cx="2772346" cy="2321368"/>
            <a:chOff x="5696712" y="4469725"/>
            <a:chExt cx="2211702" cy="1906020"/>
          </a:xfrm>
        </p:grpSpPr>
        <p:grpSp>
          <p:nvGrpSpPr>
            <p:cNvPr id="10" name="Group 9"/>
            <p:cNvGrpSpPr/>
            <p:nvPr/>
          </p:nvGrpSpPr>
          <p:grpSpPr>
            <a:xfrm>
              <a:off x="5696712" y="4469725"/>
              <a:ext cx="2211702" cy="1906020"/>
              <a:chOff x="5696712" y="4469725"/>
              <a:chExt cx="2211702" cy="1906020"/>
            </a:xfrm>
          </p:grpSpPr>
          <p:pic>
            <p:nvPicPr>
              <p:cNvPr id="13" name="Picture 12"/>
              <p:cNvPicPr>
                <a:picLocks noChangeAspect="1"/>
              </p:cNvPicPr>
              <p:nvPr/>
            </p:nvPicPr>
            <p:blipFill>
              <a:blip r:embed="rId3"/>
              <a:stretch>
                <a:fillRect/>
              </a:stretch>
            </p:blipFill>
            <p:spPr>
              <a:xfrm>
                <a:off x="5696712" y="4469725"/>
                <a:ext cx="2211702" cy="1906020"/>
              </a:xfrm>
              <a:prstGeom prst="rect">
                <a:avLst/>
              </a:prstGeom>
            </p:spPr>
          </p:pic>
          <p:sp>
            <p:nvSpPr>
              <p:cNvPr id="14" name="Rectangle 13"/>
              <p:cNvSpPr/>
              <p:nvPr/>
            </p:nvSpPr>
            <p:spPr>
              <a:xfrm>
                <a:off x="5877466" y="4669780"/>
                <a:ext cx="1670082" cy="164841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1" name="Picture 10"/>
            <p:cNvPicPr>
              <a:picLocks noChangeAspect="1"/>
            </p:cNvPicPr>
            <p:nvPr/>
          </p:nvPicPr>
          <p:blipFill>
            <a:blip r:embed="rId4"/>
            <a:stretch>
              <a:fillRect/>
            </a:stretch>
          </p:blipFill>
          <p:spPr>
            <a:xfrm>
              <a:off x="5877466" y="4696655"/>
              <a:ext cx="1604597" cy="1452160"/>
            </a:xfrm>
            <a:prstGeom prst="rect">
              <a:avLst/>
            </a:prstGeom>
          </p:spPr>
        </p:pic>
      </p:grpSp>
      <p:sp>
        <p:nvSpPr>
          <p:cNvPr id="2" name="Content Placeholder 1"/>
          <p:cNvSpPr>
            <a:spLocks noGrp="1"/>
          </p:cNvSpPr>
          <p:nvPr>
            <p:ph idx="1"/>
          </p:nvPr>
        </p:nvSpPr>
        <p:spPr>
          <a:xfrm>
            <a:off x="593920" y="1769782"/>
            <a:ext cx="8137850" cy="459740"/>
          </a:xfrm>
        </p:spPr>
        <p:txBody>
          <a:bodyPr/>
          <a:lstStyle/>
          <a:p>
            <a:r>
              <a:rPr lang="en-US" dirty="0"/>
              <a:t>P in phosphate has more than an ‘octet’ of valence electrons!</a:t>
            </a:r>
          </a:p>
        </p:txBody>
      </p:sp>
    </p:spTree>
    <p:extLst>
      <p:ext uri="{BB962C8B-B14F-4D97-AF65-F5344CB8AC3E}">
        <p14:creationId xmlns:p14="http://schemas.microsoft.com/office/powerpoint/2010/main" val="2164678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4">
                                            <p:txEl>
                                              <p:pRg st="0" end="0"/>
                                            </p:txEl>
                                          </p:spTgt>
                                        </p:tgtEl>
                                        <p:attrNameLst>
                                          <p:attrName>style.visibility</p:attrName>
                                        </p:attrNameLst>
                                      </p:cBhvr>
                                      <p:to>
                                        <p:strVal val="visible"/>
                                      </p:to>
                                    </p:set>
                                    <p:animEffect transition="in" filter="fade">
                                      <p:cBhvr>
                                        <p:cTn id="12" dur="500"/>
                                        <p:tgtEl>
                                          <p:spTgt spid="3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4">
                                            <p:txEl>
                                              <p:pRg st="1" end="1"/>
                                            </p:txEl>
                                          </p:spTgt>
                                        </p:tgtEl>
                                        <p:attrNameLst>
                                          <p:attrName>style.visibility</p:attrName>
                                        </p:attrNameLst>
                                      </p:cBhvr>
                                      <p:to>
                                        <p:strVal val="visible"/>
                                      </p:to>
                                    </p:set>
                                    <p:animEffect transition="in" filter="fade">
                                      <p:cBhvr>
                                        <p:cTn id="17" dur="500"/>
                                        <p:tgtEl>
                                          <p:spTgt spid="34">
                                            <p:txEl>
                                              <p:pRg st="1" end="1"/>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4">
                                            <p:txEl>
                                              <p:pRg st="2" end="2"/>
                                            </p:txEl>
                                          </p:spTgt>
                                        </p:tgtEl>
                                        <p:attrNameLst>
                                          <p:attrName>style.visibility</p:attrName>
                                        </p:attrNameLst>
                                      </p:cBhvr>
                                      <p:to>
                                        <p:strVal val="visible"/>
                                      </p:to>
                                    </p:set>
                                    <p:animEffect transition="in" filter="fade">
                                      <p:cBhvr>
                                        <p:cTn id="25" dur="500"/>
                                        <p:tgtEl>
                                          <p:spTgt spid="34">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6">
                                            <p:txEl>
                                              <p:pRg st="0" end="0"/>
                                            </p:txEl>
                                          </p:spTgt>
                                        </p:tgtEl>
                                        <p:attrNameLst>
                                          <p:attrName>style.visibility</p:attrName>
                                        </p:attrNameLst>
                                      </p:cBhvr>
                                      <p:to>
                                        <p:strVal val="visible"/>
                                      </p:to>
                                    </p:set>
                                    <p:animEffect transition="in" filter="fade">
                                      <p:cBhvr>
                                        <p:cTn id="30" dur="500"/>
                                        <p:tgtEl>
                                          <p:spTgt spid="6">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6">
                                            <p:txEl>
                                              <p:pRg st="1" end="1"/>
                                            </p:txEl>
                                          </p:spTgt>
                                        </p:tgtEl>
                                        <p:attrNameLst>
                                          <p:attrName>style.visibility</p:attrName>
                                        </p:attrNameLst>
                                      </p:cBhvr>
                                      <p:to>
                                        <p:strVal val="visible"/>
                                      </p:to>
                                    </p:set>
                                    <p:animEffect transition="in" filter="fade">
                                      <p:cBhvr>
                                        <p:cTn id="35" dur="500"/>
                                        <p:tgtEl>
                                          <p:spTgt spid="6">
                                            <p:txEl>
                                              <p:pRg st="1" end="1"/>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6">
                                            <p:txEl>
                                              <p:pRg st="2" end="2"/>
                                            </p:txEl>
                                          </p:spTgt>
                                        </p:tgtEl>
                                        <p:attrNameLst>
                                          <p:attrName>style.visibility</p:attrName>
                                        </p:attrNameLst>
                                      </p:cBhvr>
                                      <p:to>
                                        <p:strVal val="visible"/>
                                      </p:to>
                                    </p:set>
                                    <p:animEffect transition="in" filter="fade">
                                      <p:cBhvr>
                                        <p:cTn id="38" dur="500"/>
                                        <p:tgtEl>
                                          <p:spTgt spid="6">
                                            <p:txEl>
                                              <p:pRg st="2" end="2"/>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6">
                                            <p:txEl>
                                              <p:pRg st="3" end="3"/>
                                            </p:txEl>
                                          </p:spTgt>
                                        </p:tgtEl>
                                        <p:attrNameLst>
                                          <p:attrName>style.visibility</p:attrName>
                                        </p:attrNameLst>
                                      </p:cBhvr>
                                      <p:to>
                                        <p:strVal val="visible"/>
                                      </p:to>
                                    </p:set>
                                    <p:animEffect transition="in" filter="fade">
                                      <p:cBhvr>
                                        <p:cTn id="43" dur="500"/>
                                        <p:tgtEl>
                                          <p:spTgt spid="6">
                                            <p:txEl>
                                              <p:pRg st="3" end="3"/>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6">
                                            <p:txEl>
                                              <p:pRg st="4" end="4"/>
                                            </p:txEl>
                                          </p:spTgt>
                                        </p:tgtEl>
                                        <p:attrNameLst>
                                          <p:attrName>style.visibility</p:attrName>
                                        </p:attrNameLst>
                                      </p:cBhvr>
                                      <p:to>
                                        <p:strVal val="visible"/>
                                      </p:to>
                                    </p:set>
                                    <p:animEffect transition="in" filter="fade">
                                      <p:cBhvr>
                                        <p:cTn id="46" dur="500"/>
                                        <p:tgtEl>
                                          <p:spTgt spid="6">
                                            <p:txEl>
                                              <p:pRg st="4" end="4"/>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6">
                                            <p:txEl>
                                              <p:pRg st="5" end="5"/>
                                            </p:txEl>
                                          </p:spTgt>
                                        </p:tgtEl>
                                        <p:attrNameLst>
                                          <p:attrName>style.visibility</p:attrName>
                                        </p:attrNameLst>
                                      </p:cBhvr>
                                      <p:to>
                                        <p:strVal val="visible"/>
                                      </p:to>
                                    </p:set>
                                    <p:animEffect transition="in" filter="fade">
                                      <p:cBhvr>
                                        <p:cTn id="51" dur="500"/>
                                        <p:tgtEl>
                                          <p:spTgt spid="6">
                                            <p:txEl>
                                              <p:pRg st="5" end="5"/>
                                            </p:txEl>
                                          </p:spTgt>
                                        </p:tgtEl>
                                      </p:cBhvr>
                                    </p:animEffect>
                                  </p:childTnLst>
                                </p:cTn>
                              </p:par>
                              <p:par>
                                <p:cTn id="52" presetID="10" presetClass="entr" presetSubtype="0" fill="hold" nodeType="withEffect">
                                  <p:stCondLst>
                                    <p:cond delay="0"/>
                                  </p:stCondLst>
                                  <p:childTnLst>
                                    <p:set>
                                      <p:cBhvr>
                                        <p:cTn id="53" dur="1" fill="hold">
                                          <p:stCondLst>
                                            <p:cond delay="0"/>
                                          </p:stCondLst>
                                        </p:cTn>
                                        <p:tgtEl>
                                          <p:spTgt spid="6">
                                            <p:txEl>
                                              <p:pRg st="6" end="6"/>
                                            </p:txEl>
                                          </p:spTgt>
                                        </p:tgtEl>
                                        <p:attrNameLst>
                                          <p:attrName>style.visibility</p:attrName>
                                        </p:attrNameLst>
                                      </p:cBhvr>
                                      <p:to>
                                        <p:strVal val="visible"/>
                                      </p:to>
                                    </p:set>
                                    <p:animEffect transition="in" filter="fade">
                                      <p:cBhvr>
                                        <p:cTn id="54"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bwMode="auto">
          <a:xfrm>
            <a:off x="302030" y="4022041"/>
            <a:ext cx="1703070" cy="383705"/>
          </a:xfrm>
          <a:prstGeom prst="rect">
            <a:avLst/>
          </a:prstGeom>
          <a:solidFill>
            <a:srgbClr val="66FF3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81922" name="Rectangle 1027"/>
          <p:cNvSpPr>
            <a:spLocks noGrp="1" noChangeArrowheads="1"/>
          </p:cNvSpPr>
          <p:nvPr>
            <p:ph type="body" idx="1"/>
          </p:nvPr>
        </p:nvSpPr>
        <p:spPr>
          <a:xfrm>
            <a:off x="463750" y="1776704"/>
            <a:ext cx="8265006" cy="4228428"/>
          </a:xfrm>
        </p:spPr>
        <p:txBody>
          <a:bodyPr>
            <a:normAutofit/>
          </a:bodyPr>
          <a:lstStyle/>
          <a:p>
            <a:pPr marL="0" indent="0">
              <a:buNone/>
              <a:defRPr/>
            </a:pPr>
            <a:r>
              <a:rPr lang="en-US" sz="2800" dirty="0"/>
              <a:t>Which of the following contains an atom with an expanded octet?</a:t>
            </a:r>
          </a:p>
          <a:p>
            <a:pPr marL="0" indent="0">
              <a:buNone/>
              <a:defRPr/>
            </a:pPr>
            <a:endParaRPr lang="en-US" sz="1000" dirty="0">
              <a:solidFill>
                <a:srgbClr val="000000"/>
              </a:solidFill>
            </a:endParaRPr>
          </a:p>
          <a:p>
            <a:pPr marL="533400" indent="-533400" eaLnBrk="0" hangingPunct="0">
              <a:spcBef>
                <a:spcPct val="0"/>
              </a:spcBef>
              <a:buClr>
                <a:schemeClr val="tx1"/>
              </a:buClr>
              <a:buFont typeface="Arial" pitchFamily="-105" charset="0"/>
              <a:buAutoNum type="alphaUcPeriod"/>
              <a:defRPr/>
            </a:pPr>
            <a:r>
              <a:rPr lang="en-US" sz="2800" dirty="0"/>
              <a:t>MgF</a:t>
            </a:r>
            <a:r>
              <a:rPr lang="en-US" sz="2800" baseline="-25000" dirty="0"/>
              <a:t>2</a:t>
            </a:r>
          </a:p>
          <a:p>
            <a:pPr marL="533400" indent="-533400" eaLnBrk="0" hangingPunct="0">
              <a:spcBef>
                <a:spcPct val="0"/>
              </a:spcBef>
              <a:buClr>
                <a:schemeClr val="tx1"/>
              </a:buClr>
              <a:buFont typeface="Arial" pitchFamily="-105" charset="0"/>
              <a:buAutoNum type="alphaUcPeriod"/>
              <a:defRPr/>
            </a:pPr>
            <a:r>
              <a:rPr lang="en-US" sz="2800" dirty="0"/>
              <a:t>CO</a:t>
            </a:r>
            <a:r>
              <a:rPr lang="en-US" sz="2800" baseline="-25000" dirty="0"/>
              <a:t>3</a:t>
            </a:r>
            <a:r>
              <a:rPr lang="en-US" sz="2800" baseline="30000" dirty="0"/>
              <a:t>2-</a:t>
            </a:r>
          </a:p>
          <a:p>
            <a:pPr marL="533400" indent="-533400" eaLnBrk="0" hangingPunct="0">
              <a:spcBef>
                <a:spcPct val="0"/>
              </a:spcBef>
              <a:buClr>
                <a:schemeClr val="tx1"/>
              </a:buClr>
              <a:buFont typeface="Arial" pitchFamily="-105" charset="0"/>
              <a:buAutoNum type="alphaUcPeriod"/>
              <a:defRPr/>
            </a:pPr>
            <a:r>
              <a:rPr lang="en-US" sz="2800" dirty="0"/>
              <a:t>H</a:t>
            </a:r>
            <a:r>
              <a:rPr lang="en-US" sz="2800" baseline="-25000" dirty="0"/>
              <a:t>2</a:t>
            </a:r>
            <a:r>
              <a:rPr lang="en-US" sz="2800" dirty="0"/>
              <a:t>S</a:t>
            </a:r>
            <a:endParaRPr lang="en-US" sz="2800" baseline="-25000" dirty="0"/>
          </a:p>
          <a:p>
            <a:pPr marL="533400" indent="-533400" eaLnBrk="0" hangingPunct="0">
              <a:spcBef>
                <a:spcPct val="0"/>
              </a:spcBef>
              <a:buFont typeface="+mj-lt"/>
              <a:buAutoNum type="alphaUcPeriod" startAt="4"/>
              <a:defRPr/>
            </a:pPr>
            <a:r>
              <a:rPr lang="en-US" sz="2800" dirty="0"/>
              <a:t>XeF</a:t>
            </a:r>
            <a:r>
              <a:rPr lang="en-US" sz="2800" baseline="-25000" dirty="0"/>
              <a:t>4</a:t>
            </a:r>
          </a:p>
          <a:p>
            <a:pPr marL="533400" indent="-533400" eaLnBrk="0" hangingPunct="0">
              <a:spcBef>
                <a:spcPct val="0"/>
              </a:spcBef>
              <a:buFont typeface="+mj-lt"/>
              <a:buAutoNum type="alphaUcPeriod" startAt="4"/>
              <a:defRPr/>
            </a:pPr>
            <a:r>
              <a:rPr lang="en-US" sz="2800" dirty="0"/>
              <a:t>None of them</a:t>
            </a:r>
          </a:p>
          <a:p>
            <a:pPr marL="533400" indent="-533400" eaLnBrk="0" hangingPunct="0">
              <a:spcBef>
                <a:spcPct val="0"/>
              </a:spcBef>
              <a:buFont typeface="+mj-lt"/>
              <a:buAutoNum type="alphaUcPeriod" startAt="4"/>
              <a:defRPr/>
            </a:pPr>
            <a:endParaRPr lang="en-US" sz="2800" dirty="0"/>
          </a:p>
          <a:p>
            <a:pPr marL="966788" lvl="1" indent="-509588">
              <a:buFontTx/>
              <a:buAutoNum type="alphaUcPeriod"/>
              <a:defRPr/>
            </a:pPr>
            <a:endParaRPr lang="en-US" sz="2800" baseline="30000" dirty="0">
              <a:solidFill>
                <a:srgbClr val="000000"/>
              </a:solidFill>
            </a:endParaRPr>
          </a:p>
          <a:p>
            <a:pPr marL="762000" lvl="1" indent="-304800">
              <a:buFontTx/>
              <a:buAutoNum type="alphaUcPeriod"/>
              <a:defRPr/>
            </a:pPr>
            <a:endParaRPr lang="en-US" sz="2800" baseline="30000" dirty="0">
              <a:solidFill>
                <a:srgbClr val="000000"/>
              </a:solidFill>
            </a:endParaRPr>
          </a:p>
        </p:txBody>
      </p:sp>
      <p:sp>
        <p:nvSpPr>
          <p:cNvPr id="88066" name="Rectangle 1026"/>
          <p:cNvSpPr>
            <a:spLocks noGrp="1" noChangeArrowheads="1"/>
          </p:cNvSpPr>
          <p:nvPr>
            <p:ph type="title"/>
          </p:nvPr>
        </p:nvSpPr>
        <p:spPr>
          <a:xfrm>
            <a:off x="2821577" y="381001"/>
            <a:ext cx="5355771" cy="1254759"/>
          </a:xfrm>
        </p:spPr>
        <p:txBody>
          <a:bodyPr/>
          <a:lstStyle/>
          <a:p>
            <a:pPr>
              <a:defRPr/>
            </a:pPr>
            <a:r>
              <a:rPr lang="en-US" cap="none" dirty="0" err="1">
                <a:latin typeface="Comic Sans MS" charset="0"/>
                <a:ea typeface="ＭＳ Ｐゴシック" charset="0"/>
                <a:cs typeface="ＭＳ Ｐゴシック" charset="0"/>
              </a:rPr>
              <a:t>i</a:t>
            </a:r>
            <a:r>
              <a:rPr lang="en-US" dirty="0" err="1">
                <a:latin typeface="Comic Sans MS" charset="0"/>
                <a:ea typeface="ＭＳ Ｐゴシック" charset="0"/>
                <a:cs typeface="ＭＳ Ｐゴシック" charset="0"/>
              </a:rPr>
              <a:t>Clicker</a:t>
            </a:r>
            <a:r>
              <a:rPr lang="en-US" dirty="0">
                <a:latin typeface="Comic Sans MS" charset="0"/>
                <a:ea typeface="ＭＳ Ｐゴシック" charset="0"/>
                <a:cs typeface="ＭＳ Ｐゴシック" charset="0"/>
              </a:rPr>
              <a:t> Quiz</a:t>
            </a:r>
          </a:p>
        </p:txBody>
      </p:sp>
      <p:sp>
        <p:nvSpPr>
          <p:cNvPr id="5" name="Slide Number Placeholder 4"/>
          <p:cNvSpPr>
            <a:spLocks noGrp="1"/>
          </p:cNvSpPr>
          <p:nvPr>
            <p:ph type="sldNum" sz="quarter" idx="12"/>
          </p:nvPr>
        </p:nvSpPr>
        <p:spPr/>
        <p:txBody>
          <a:bodyPr/>
          <a:lstStyle/>
          <a:p>
            <a:fld id="{63C103D7-7FC1-4B9F-A526-BC88A3C4AA47}" type="slidenum">
              <a:rPr lang="en-US" smtClean="0"/>
              <a:pPr/>
              <a:t>10</a:t>
            </a:fld>
            <a:endParaRPr lang="en-US" dirty="0"/>
          </a:p>
        </p:txBody>
      </p:sp>
      <p:pic>
        <p:nvPicPr>
          <p:cNvPr id="12" name="Picture 4" descr="http://nonsibihighschool.org/intbasch9_files/CO32-res.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21577" y="3215442"/>
            <a:ext cx="5486400" cy="106213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http://sci10-2012.wikispaces.com/file/view/MgFLewisStruc.jpg/428695196/MgFLewisStruc.jpg"/>
          <p:cNvPicPr>
            <a:picLocks noChangeAspect="1" noChangeArrowheads="1"/>
          </p:cNvPicPr>
          <p:nvPr/>
        </p:nvPicPr>
        <p:blipFill rotWithShape="1">
          <a:blip r:embed="rId4">
            <a:extLst>
              <a:ext uri="{28A0092B-C50C-407E-A947-70E740481C1C}">
                <a14:useLocalDpi xmlns:a14="http://schemas.microsoft.com/office/drawing/2010/main" val="0"/>
              </a:ext>
            </a:extLst>
          </a:blip>
          <a:srcRect l="47436" b="73871"/>
          <a:stretch/>
        </p:blipFill>
        <p:spPr bwMode="auto">
          <a:xfrm>
            <a:off x="4421777" y="2370207"/>
            <a:ext cx="2286000" cy="704291"/>
          </a:xfrm>
          <a:prstGeom prst="rect">
            <a:avLst/>
          </a:prstGeom>
          <a:noFill/>
          <a:extLst>
            <a:ext uri="{909E8E84-426E-40DD-AFC4-6F175D3DCCD1}">
              <a14:hiddenFill xmlns:a14="http://schemas.microsoft.com/office/drawing/2010/main">
                <a:solidFill>
                  <a:srgbClr val="FFFFFF"/>
                </a:solidFill>
              </a14:hiddenFill>
            </a:ext>
          </a:extLst>
        </p:spPr>
      </p:pic>
      <p:pic>
        <p:nvPicPr>
          <p:cNvPr id="16386" name="Picture 2" descr="http://study.com/cimages/multimages/16/hydrogen_sulfid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49090" y="4620305"/>
            <a:ext cx="1288474" cy="730136"/>
          </a:xfrm>
          <a:prstGeom prst="rect">
            <a:avLst/>
          </a:prstGeom>
          <a:noFill/>
          <a:extLst>
            <a:ext uri="{909E8E84-426E-40DD-AFC4-6F175D3DCCD1}">
              <a14:hiddenFill xmlns:a14="http://schemas.microsoft.com/office/drawing/2010/main">
                <a:solidFill>
                  <a:srgbClr val="FFFFFF"/>
                </a:solidFill>
              </a14:hiddenFill>
            </a:ext>
          </a:extLst>
        </p:spPr>
      </p:pic>
      <p:pic>
        <p:nvPicPr>
          <p:cNvPr id="16388" name="Picture 4" descr="http://www.uwplatt.edu/%7Esundin/images/lewxef4.gif"/>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96253" y="5658434"/>
            <a:ext cx="1765012" cy="940201"/>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Student iClicker Information - Canvas | Colorado State University"/>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t="10284" r="78997" b="11252"/>
          <a:stretch/>
        </p:blipFill>
        <p:spPr bwMode="auto">
          <a:xfrm>
            <a:off x="185095" y="114496"/>
            <a:ext cx="715651" cy="8020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4467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386"/>
                                        </p:tgtEl>
                                        <p:attrNameLst>
                                          <p:attrName>style.visibility</p:attrName>
                                        </p:attrNameLst>
                                      </p:cBhvr>
                                      <p:to>
                                        <p:strVal val="visible"/>
                                      </p:to>
                                    </p:set>
                                    <p:animEffect transition="in" filter="fade">
                                      <p:cBhvr>
                                        <p:cTn id="17" dur="500"/>
                                        <p:tgtEl>
                                          <p:spTgt spid="1638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388"/>
                                        </p:tgtEl>
                                        <p:attrNameLst>
                                          <p:attrName>style.visibility</p:attrName>
                                        </p:attrNameLst>
                                      </p:cBhvr>
                                      <p:to>
                                        <p:strVal val="visible"/>
                                      </p:to>
                                    </p:set>
                                    <p:animEffect transition="in" filter="fade">
                                      <p:cBhvr>
                                        <p:cTn id="22" dur="500"/>
                                        <p:tgtEl>
                                          <p:spTgt spid="1638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descr="07_06"/>
          <p:cNvPicPr>
            <a:picLocks noChangeAspect="1" noChangeArrowheads="1"/>
          </p:cNvPicPr>
          <p:nvPr/>
        </p:nvPicPr>
        <p:blipFill rotWithShape="1">
          <a:blip r:embed="rId2"/>
          <a:srcRect l="66551" t="51358" r="173" b="7816"/>
          <a:stretch/>
        </p:blipFill>
        <p:spPr bwMode="auto">
          <a:xfrm rot="20575222">
            <a:off x="2120958" y="3196901"/>
            <a:ext cx="2218944" cy="2133600"/>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sp>
        <p:nvSpPr>
          <p:cNvPr id="2" name="Title 1"/>
          <p:cNvSpPr>
            <a:spLocks noGrp="1"/>
          </p:cNvSpPr>
          <p:nvPr>
            <p:ph type="title"/>
          </p:nvPr>
        </p:nvSpPr>
        <p:spPr/>
        <p:txBody>
          <a:bodyPr>
            <a:normAutofit/>
          </a:bodyPr>
          <a:lstStyle/>
          <a:p>
            <a:r>
              <a:rPr lang="en-US" dirty="0"/>
              <a:t>Noble Gases</a:t>
            </a:r>
            <a:br>
              <a:rPr lang="en-US" dirty="0"/>
            </a:br>
            <a:r>
              <a:rPr lang="en-US" sz="2400" cap="none" dirty="0"/>
              <a:t>Unreactive… or are they?</a:t>
            </a:r>
            <a:endParaRPr lang="en-US" dirty="0"/>
          </a:p>
        </p:txBody>
      </p:sp>
      <p:sp>
        <p:nvSpPr>
          <p:cNvPr id="3" name="Content Placeholder 2"/>
          <p:cNvSpPr>
            <a:spLocks noGrp="1"/>
          </p:cNvSpPr>
          <p:nvPr>
            <p:ph idx="1"/>
          </p:nvPr>
        </p:nvSpPr>
        <p:spPr>
          <a:xfrm>
            <a:off x="4604290" y="2185684"/>
            <a:ext cx="4367431" cy="4027731"/>
          </a:xfrm>
        </p:spPr>
        <p:txBody>
          <a:bodyPr>
            <a:normAutofit/>
          </a:bodyPr>
          <a:lstStyle/>
          <a:p>
            <a:pPr>
              <a:spcBef>
                <a:spcPts val="500"/>
              </a:spcBef>
            </a:pPr>
            <a:r>
              <a:rPr lang="en-US" sz="2400" dirty="0"/>
              <a:t>1962 – Neil Bartlett (Canada) formed </a:t>
            </a:r>
            <a:r>
              <a:rPr lang="en-US" sz="2400" dirty="0" err="1"/>
              <a:t>Xe</a:t>
            </a:r>
            <a:r>
              <a:rPr lang="en-US" sz="2400" dirty="0"/>
              <a:t> compounds</a:t>
            </a:r>
          </a:p>
          <a:p>
            <a:pPr>
              <a:spcBef>
                <a:spcPts val="500"/>
              </a:spcBef>
            </a:pPr>
            <a:endParaRPr lang="en-US" sz="1100" dirty="0"/>
          </a:p>
          <a:p>
            <a:pPr>
              <a:spcBef>
                <a:spcPts val="500"/>
              </a:spcBef>
            </a:pPr>
            <a:r>
              <a:rPr lang="en-US" sz="2000" dirty="0" err="1"/>
              <a:t>Xe</a:t>
            </a:r>
            <a:r>
              <a:rPr lang="en-US" sz="2000" dirty="0"/>
              <a:t> </a:t>
            </a:r>
            <a:r>
              <a:rPr lang="en-US" sz="2000" dirty="0">
                <a:sym typeface="Wingdings" panose="05000000000000000000" pitchFamily="2" charset="2"/>
              </a:rPr>
              <a:t></a:t>
            </a:r>
            <a:r>
              <a:rPr lang="en-US" sz="2000" dirty="0"/>
              <a:t> XeF</a:t>
            </a:r>
            <a:r>
              <a:rPr lang="en-US" sz="2000" baseline="-25000" dirty="0"/>
              <a:t>2</a:t>
            </a:r>
            <a:r>
              <a:rPr lang="en-US" sz="2000" dirty="0"/>
              <a:t>, </a:t>
            </a:r>
            <a:r>
              <a:rPr lang="en-US" sz="2000" b="1" u="sng" dirty="0"/>
              <a:t>XeF</a:t>
            </a:r>
            <a:r>
              <a:rPr lang="en-US" sz="2000" b="1" u="sng" baseline="-25000" dirty="0"/>
              <a:t>4</a:t>
            </a:r>
            <a:r>
              <a:rPr lang="en-US" sz="2000" dirty="0"/>
              <a:t>, XeF</a:t>
            </a:r>
            <a:r>
              <a:rPr lang="en-US" sz="2000" baseline="-25000" dirty="0"/>
              <a:t>6</a:t>
            </a:r>
            <a:endParaRPr lang="en-US" sz="2000" dirty="0"/>
          </a:p>
          <a:p>
            <a:pPr>
              <a:spcBef>
                <a:spcPts val="500"/>
              </a:spcBef>
            </a:pPr>
            <a:r>
              <a:rPr lang="en-US" sz="2000" dirty="0"/>
              <a:t>Kr </a:t>
            </a:r>
            <a:r>
              <a:rPr lang="en-US" sz="2000" dirty="0">
                <a:sym typeface="Wingdings" panose="05000000000000000000" pitchFamily="2" charset="2"/>
              </a:rPr>
              <a:t></a:t>
            </a:r>
            <a:r>
              <a:rPr lang="en-US" sz="2000" dirty="0"/>
              <a:t> KrF</a:t>
            </a:r>
            <a:r>
              <a:rPr lang="en-US" sz="2000" baseline="-25000" dirty="0"/>
              <a:t>2</a:t>
            </a:r>
            <a:r>
              <a:rPr lang="en-US" sz="2000" dirty="0"/>
              <a:t> </a:t>
            </a:r>
          </a:p>
          <a:p>
            <a:pPr lvl="1"/>
            <a:r>
              <a:rPr lang="en-US" sz="1800" dirty="0"/>
              <a:t>only known stable compound</a:t>
            </a:r>
          </a:p>
          <a:p>
            <a:pPr>
              <a:spcBef>
                <a:spcPts val="500"/>
              </a:spcBef>
            </a:pPr>
            <a:r>
              <a:rPr lang="en-US" sz="2000" dirty="0" err="1"/>
              <a:t>Ar</a:t>
            </a:r>
            <a:r>
              <a:rPr lang="en-US" sz="2000" dirty="0"/>
              <a:t> </a:t>
            </a:r>
            <a:r>
              <a:rPr lang="en-US" sz="2000" dirty="0">
                <a:sym typeface="Wingdings" panose="05000000000000000000" pitchFamily="2" charset="2"/>
              </a:rPr>
              <a:t> made </a:t>
            </a:r>
            <a:r>
              <a:rPr lang="en-US" sz="2000" dirty="0" err="1"/>
              <a:t>HArF</a:t>
            </a:r>
            <a:r>
              <a:rPr lang="en-US" sz="2000" dirty="0"/>
              <a:t> in 2000 </a:t>
            </a:r>
          </a:p>
          <a:p>
            <a:pPr lvl="1"/>
            <a:r>
              <a:rPr lang="en-US" sz="1800" dirty="0"/>
              <a:t>only stable at low T</a:t>
            </a:r>
          </a:p>
          <a:p>
            <a:r>
              <a:rPr lang="en-US" dirty="0"/>
              <a:t>Nobel gas + Halogen </a:t>
            </a:r>
          </a:p>
          <a:p>
            <a:pPr lvl="1"/>
            <a:r>
              <a:rPr lang="en-US" dirty="0"/>
              <a:t>Excimer Lasers (</a:t>
            </a:r>
            <a:r>
              <a:rPr lang="en-US" dirty="0" err="1"/>
              <a:t>KrF</a:t>
            </a:r>
            <a:r>
              <a:rPr lang="en-US" dirty="0"/>
              <a:t>, </a:t>
            </a:r>
            <a:r>
              <a:rPr lang="en-US" dirty="0" err="1"/>
              <a:t>XeCl</a:t>
            </a:r>
            <a:r>
              <a:rPr lang="mr-IN" dirty="0"/>
              <a:t>…</a:t>
            </a:r>
            <a:r>
              <a:rPr lang="en-US" dirty="0"/>
              <a:t>)</a:t>
            </a:r>
          </a:p>
          <a:p>
            <a:pPr lvl="1"/>
            <a:r>
              <a:rPr lang="en-US" dirty="0"/>
              <a:t>Use to fabricate microchips &amp; in eye surgery</a:t>
            </a:r>
          </a:p>
          <a:p>
            <a:endParaRPr lang="en-US" dirty="0"/>
          </a:p>
        </p:txBody>
      </p:sp>
      <p:pic>
        <p:nvPicPr>
          <p:cNvPr id="4" name="Picture 6" descr="07_11"/>
          <p:cNvPicPr>
            <a:picLocks noChangeAspect="1" noChangeArrowheads="1"/>
          </p:cNvPicPr>
          <p:nvPr/>
        </p:nvPicPr>
        <p:blipFill rotWithShape="1">
          <a:blip r:embed="rId3"/>
          <a:srcRect l="66070" t="21544" r="-603" b="6828"/>
          <a:stretch/>
        </p:blipFill>
        <p:spPr bwMode="auto">
          <a:xfrm>
            <a:off x="682752" y="2392555"/>
            <a:ext cx="1804416" cy="3206496"/>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pic>
        <p:nvPicPr>
          <p:cNvPr id="6" name="Picture 5"/>
          <p:cNvPicPr>
            <a:picLocks noChangeAspect="1"/>
          </p:cNvPicPr>
          <p:nvPr/>
        </p:nvPicPr>
        <p:blipFill>
          <a:blip r:embed="rId4"/>
          <a:stretch>
            <a:fillRect/>
          </a:stretch>
        </p:blipFill>
        <p:spPr>
          <a:xfrm>
            <a:off x="3078870" y="4824539"/>
            <a:ext cx="1380972" cy="1788987"/>
          </a:xfrm>
          <a:prstGeom prst="rect">
            <a:avLst/>
          </a:prstGeom>
        </p:spPr>
      </p:pic>
      <p:sp>
        <p:nvSpPr>
          <p:cNvPr id="8" name="Rectangle 7"/>
          <p:cNvSpPr/>
          <p:nvPr/>
        </p:nvSpPr>
        <p:spPr>
          <a:xfrm>
            <a:off x="682752" y="1594923"/>
            <a:ext cx="7717536" cy="424732"/>
          </a:xfrm>
          <a:prstGeom prst="rect">
            <a:avLst/>
          </a:prstGeom>
        </p:spPr>
        <p:txBody>
          <a:bodyPr wrap="square">
            <a:spAutoFit/>
          </a:bodyPr>
          <a:lstStyle/>
          <a:p>
            <a:pPr marL="228600" marR="0" lvl="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Arial"/>
                <a:ea typeface="+mn-ea"/>
                <a:cs typeface="+mn-cs"/>
              </a:rPr>
              <a:t>Ionization energy ↓ going down the group as radius ↑ </a:t>
            </a:r>
          </a:p>
        </p:txBody>
      </p:sp>
      <p:sp>
        <p:nvSpPr>
          <p:cNvPr id="10" name="Rectangle 9"/>
          <p:cNvSpPr/>
          <p:nvPr/>
        </p:nvSpPr>
        <p:spPr>
          <a:xfrm>
            <a:off x="4890286" y="6213416"/>
            <a:ext cx="1686680"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prstClr val="white"/>
                </a:solidFill>
                <a:effectLst/>
                <a:uLnTx/>
                <a:uFillTx/>
                <a:latin typeface="Arial"/>
                <a:ea typeface="+mn-ea"/>
                <a:cs typeface="+mn-cs"/>
              </a:rPr>
              <a:t>XeF</a:t>
            </a:r>
            <a:r>
              <a:rPr kumimoji="0" lang="en-US" sz="2000" b="1" i="0" u="sng" strike="noStrike" kern="1200" cap="none" spc="0" normalizeH="0" baseline="-25000" noProof="0" dirty="0">
                <a:ln>
                  <a:noFill/>
                </a:ln>
                <a:solidFill>
                  <a:prstClr val="white"/>
                </a:solidFill>
                <a:effectLst/>
                <a:uLnTx/>
                <a:uFillTx/>
                <a:latin typeface="Arial"/>
                <a:ea typeface="+mn-ea"/>
                <a:cs typeface="+mn-cs"/>
              </a:rPr>
              <a:t>4</a:t>
            </a:r>
            <a:r>
              <a:rPr kumimoji="0" lang="en-US" sz="1800" b="1" i="0" u="sng" strike="noStrike" kern="1200" cap="none" spc="0" normalizeH="0" baseline="0" noProof="0" dirty="0">
                <a:ln>
                  <a:noFill/>
                </a:ln>
                <a:solidFill>
                  <a:prstClr val="white"/>
                </a:solidFill>
                <a:effectLst/>
                <a:uLnTx/>
                <a:uFillTx/>
                <a:latin typeface="Arial"/>
                <a:ea typeface="+mn-ea"/>
                <a:cs typeface="+mn-cs"/>
              </a:rPr>
              <a:t> crystals</a:t>
            </a: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3776997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0" end="0"/>
                                            </p:txEl>
                                          </p:spTgt>
                                        </p:tgtEl>
                                        <p:attrNameLst>
                                          <p:attrName>style.visibility</p:attrName>
                                        </p:attrNameLst>
                                      </p:cBhvr>
                                      <p:to>
                                        <p:strVal val="visible"/>
                                      </p:to>
                                    </p:set>
                                    <p:animEffect transition="in" filter="fade">
                                      <p:cBhvr>
                                        <p:cTn id="18" dur="500"/>
                                        <p:tgtEl>
                                          <p:spTgt spid="3">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500"/>
                                        <p:tgtEl>
                                          <p:spTgt spid="3">
                                            <p:txEl>
                                              <p:pRg st="3" end="3"/>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fade">
                                      <p:cBhvr>
                                        <p:cTn id="37" dur="5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500"/>
                                        <p:tgtEl>
                                          <p:spTgt spid="3">
                                            <p:txEl>
                                              <p:pRg st="5" end="5"/>
                                            </p:txEl>
                                          </p:spTgt>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
                                            <p:txEl>
                                              <p:pRg st="6" end="6"/>
                                            </p:txEl>
                                          </p:spTgt>
                                        </p:tgtEl>
                                        <p:attrNameLst>
                                          <p:attrName>style.visibility</p:attrName>
                                        </p:attrNameLst>
                                      </p:cBhvr>
                                      <p:to>
                                        <p:strVal val="visible"/>
                                      </p:to>
                                    </p:set>
                                    <p:animEffect transition="in" filter="fade">
                                      <p:cBhvr>
                                        <p:cTn id="45" dur="500"/>
                                        <p:tgtEl>
                                          <p:spTgt spid="3">
                                            <p:txEl>
                                              <p:pRg st="6" end="6"/>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
                                            <p:txEl>
                                              <p:pRg st="7" end="7"/>
                                            </p:txEl>
                                          </p:spTgt>
                                        </p:tgtEl>
                                        <p:attrNameLst>
                                          <p:attrName>style.visibility</p:attrName>
                                        </p:attrNameLst>
                                      </p:cBhvr>
                                      <p:to>
                                        <p:strVal val="visible"/>
                                      </p:to>
                                    </p:set>
                                    <p:animEffect transition="in" filter="fade">
                                      <p:cBhvr>
                                        <p:cTn id="50" dur="500"/>
                                        <p:tgtEl>
                                          <p:spTgt spid="3">
                                            <p:txEl>
                                              <p:pRg st="7" end="7"/>
                                            </p:txEl>
                                          </p:spTgt>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
                                            <p:txEl>
                                              <p:pRg st="8" end="8"/>
                                            </p:txEl>
                                          </p:spTgt>
                                        </p:tgtEl>
                                        <p:attrNameLst>
                                          <p:attrName>style.visibility</p:attrName>
                                        </p:attrNameLst>
                                      </p:cBhvr>
                                      <p:to>
                                        <p:strVal val="visible"/>
                                      </p:to>
                                    </p:set>
                                    <p:animEffect transition="in" filter="fade">
                                      <p:cBhvr>
                                        <p:cTn id="53" dur="500"/>
                                        <p:tgtEl>
                                          <p:spTgt spid="3">
                                            <p:txEl>
                                              <p:pRg st="8" end="8"/>
                                            </p:txEl>
                                          </p:spTgt>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
                                            <p:txEl>
                                              <p:pRg st="9" end="9"/>
                                            </p:txEl>
                                          </p:spTgt>
                                        </p:tgtEl>
                                        <p:attrNameLst>
                                          <p:attrName>style.visibility</p:attrName>
                                        </p:attrNameLst>
                                      </p:cBhvr>
                                      <p:to>
                                        <p:strVal val="visible"/>
                                      </p:to>
                                    </p:set>
                                    <p:animEffect transition="in" filter="fade">
                                      <p:cBhvr>
                                        <p:cTn id="56"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8" grpId="0"/>
      <p:bldP spid="10" grpId="0" uiExpan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bwMode="auto">
          <a:xfrm>
            <a:off x="5759741" y="2721261"/>
            <a:ext cx="2317982" cy="1679490"/>
          </a:xfrm>
          <a:prstGeom prst="rect">
            <a:avLst/>
          </a:prstGeom>
          <a:solidFill>
            <a:srgbClr val="66FF3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81922" name="Rectangle 1027"/>
          <p:cNvSpPr>
            <a:spLocks noGrp="1" noChangeArrowheads="1"/>
          </p:cNvSpPr>
          <p:nvPr>
            <p:ph type="body" idx="1"/>
          </p:nvPr>
        </p:nvSpPr>
        <p:spPr>
          <a:xfrm>
            <a:off x="463750" y="1776704"/>
            <a:ext cx="8265006" cy="4228428"/>
          </a:xfrm>
        </p:spPr>
        <p:txBody>
          <a:bodyPr>
            <a:normAutofit/>
          </a:bodyPr>
          <a:lstStyle/>
          <a:p>
            <a:pPr marL="0" indent="0">
              <a:buNone/>
              <a:defRPr/>
            </a:pPr>
            <a:r>
              <a:rPr lang="en-US" sz="2800" dirty="0"/>
              <a:t>What is the best Lewis Structure for IO</a:t>
            </a:r>
            <a:r>
              <a:rPr lang="en-US" sz="2800" baseline="-25000" dirty="0"/>
              <a:t>4</a:t>
            </a:r>
            <a:r>
              <a:rPr lang="en-US" sz="2800" baseline="30000" dirty="0"/>
              <a:t>- </a:t>
            </a:r>
            <a:r>
              <a:rPr lang="en-US" sz="2800" dirty="0"/>
              <a:t>, the periodate ion? </a:t>
            </a:r>
            <a:r>
              <a:rPr lang="en-US" sz="1600" dirty="0"/>
              <a:t>(contributes the most weight to the delocalized structure)</a:t>
            </a:r>
            <a:endParaRPr lang="en-US" sz="2800" dirty="0"/>
          </a:p>
        </p:txBody>
      </p:sp>
      <p:sp>
        <p:nvSpPr>
          <p:cNvPr id="88066" name="Rectangle 1026"/>
          <p:cNvSpPr>
            <a:spLocks noGrp="1" noChangeArrowheads="1"/>
          </p:cNvSpPr>
          <p:nvPr>
            <p:ph type="title"/>
          </p:nvPr>
        </p:nvSpPr>
        <p:spPr>
          <a:xfrm>
            <a:off x="2821577" y="381001"/>
            <a:ext cx="5355771" cy="1254759"/>
          </a:xfrm>
        </p:spPr>
        <p:txBody>
          <a:bodyPr/>
          <a:lstStyle/>
          <a:p>
            <a:pPr>
              <a:defRPr/>
            </a:pPr>
            <a:r>
              <a:rPr lang="en-US" cap="none" dirty="0" err="1">
                <a:latin typeface="Comic Sans MS" charset="0"/>
                <a:ea typeface="ＭＳ Ｐゴシック" charset="0"/>
                <a:cs typeface="ＭＳ Ｐゴシック" charset="0"/>
              </a:rPr>
              <a:t>i</a:t>
            </a:r>
            <a:r>
              <a:rPr lang="en-US" dirty="0" err="1">
                <a:latin typeface="Comic Sans MS" charset="0"/>
                <a:ea typeface="ＭＳ Ｐゴシック" charset="0"/>
                <a:cs typeface="ＭＳ Ｐゴシック" charset="0"/>
              </a:rPr>
              <a:t>Clicker</a:t>
            </a:r>
            <a:r>
              <a:rPr lang="en-US" dirty="0">
                <a:latin typeface="Comic Sans MS" charset="0"/>
                <a:ea typeface="ＭＳ Ｐゴシック" charset="0"/>
                <a:cs typeface="ＭＳ Ｐゴシック" charset="0"/>
              </a:rPr>
              <a:t> Quiz</a:t>
            </a:r>
          </a:p>
        </p:txBody>
      </p:sp>
      <p:sp>
        <p:nvSpPr>
          <p:cNvPr id="5" name="Slide Number Placeholder 4"/>
          <p:cNvSpPr>
            <a:spLocks noGrp="1"/>
          </p:cNvSpPr>
          <p:nvPr>
            <p:ph type="sldNum" sz="quarter" idx="12"/>
          </p:nvPr>
        </p:nvSpPr>
        <p:spPr/>
        <p:txBody>
          <a:bodyPr/>
          <a:lstStyle/>
          <a:p>
            <a:fld id="{63C103D7-7FC1-4B9F-A526-BC88A3C4AA47}" type="slidenum">
              <a:rPr lang="en-US" smtClean="0"/>
              <a:pPr/>
              <a:t>12</a:t>
            </a:fld>
            <a:endParaRPr lang="en-US" dirty="0"/>
          </a:p>
        </p:txBody>
      </p:sp>
      <p:pic>
        <p:nvPicPr>
          <p:cNvPr id="2" name="Picture 1"/>
          <p:cNvPicPr>
            <a:picLocks noChangeAspect="1"/>
          </p:cNvPicPr>
          <p:nvPr/>
        </p:nvPicPr>
        <p:blipFill>
          <a:blip r:embed="rId3"/>
          <a:stretch>
            <a:fillRect/>
          </a:stretch>
        </p:blipFill>
        <p:spPr>
          <a:xfrm>
            <a:off x="1590392" y="2860187"/>
            <a:ext cx="1485900" cy="1282700"/>
          </a:xfrm>
          <a:prstGeom prst="rect">
            <a:avLst/>
          </a:prstGeom>
        </p:spPr>
      </p:pic>
      <p:pic>
        <p:nvPicPr>
          <p:cNvPr id="3" name="Picture 2"/>
          <p:cNvPicPr>
            <a:picLocks noChangeAspect="1"/>
          </p:cNvPicPr>
          <p:nvPr/>
        </p:nvPicPr>
        <p:blipFill>
          <a:blip r:embed="rId4"/>
          <a:stretch>
            <a:fillRect/>
          </a:stretch>
        </p:blipFill>
        <p:spPr>
          <a:xfrm>
            <a:off x="3930292" y="2905780"/>
            <a:ext cx="1485900" cy="1282700"/>
          </a:xfrm>
          <a:prstGeom prst="rect">
            <a:avLst/>
          </a:prstGeom>
        </p:spPr>
      </p:pic>
      <p:pic>
        <p:nvPicPr>
          <p:cNvPr id="6" name="Picture 5"/>
          <p:cNvPicPr>
            <a:picLocks noChangeAspect="1"/>
          </p:cNvPicPr>
          <p:nvPr/>
        </p:nvPicPr>
        <p:blipFill>
          <a:blip r:embed="rId5"/>
          <a:stretch>
            <a:fillRect/>
          </a:stretch>
        </p:blipFill>
        <p:spPr>
          <a:xfrm>
            <a:off x="6273636" y="2905780"/>
            <a:ext cx="1485900" cy="1282700"/>
          </a:xfrm>
          <a:prstGeom prst="rect">
            <a:avLst/>
          </a:prstGeom>
        </p:spPr>
      </p:pic>
      <p:sp>
        <p:nvSpPr>
          <p:cNvPr id="7" name="TextBox 6"/>
          <p:cNvSpPr txBox="1"/>
          <p:nvPr/>
        </p:nvSpPr>
        <p:spPr>
          <a:xfrm>
            <a:off x="3373925" y="2905780"/>
            <a:ext cx="789709" cy="523220"/>
          </a:xfrm>
          <a:prstGeom prst="rect">
            <a:avLst/>
          </a:prstGeom>
          <a:noFill/>
        </p:spPr>
        <p:txBody>
          <a:bodyPr wrap="square" rtlCol="0">
            <a:spAutoFit/>
          </a:bodyPr>
          <a:lstStyle/>
          <a:p>
            <a:r>
              <a:rPr lang="en-US" sz="2800" dirty="0"/>
              <a:t>B.</a:t>
            </a:r>
          </a:p>
        </p:txBody>
      </p:sp>
      <p:sp>
        <p:nvSpPr>
          <p:cNvPr id="17" name="TextBox 16"/>
          <p:cNvSpPr txBox="1"/>
          <p:nvPr/>
        </p:nvSpPr>
        <p:spPr>
          <a:xfrm>
            <a:off x="5723516" y="2905780"/>
            <a:ext cx="1066800" cy="523220"/>
          </a:xfrm>
          <a:prstGeom prst="rect">
            <a:avLst/>
          </a:prstGeom>
          <a:noFill/>
        </p:spPr>
        <p:txBody>
          <a:bodyPr wrap="square" rtlCol="0">
            <a:spAutoFit/>
          </a:bodyPr>
          <a:lstStyle/>
          <a:p>
            <a:r>
              <a:rPr lang="en-US" sz="2800" dirty="0"/>
              <a:t>C.</a:t>
            </a:r>
          </a:p>
        </p:txBody>
      </p:sp>
      <p:sp>
        <p:nvSpPr>
          <p:cNvPr id="18" name="TextBox 17"/>
          <p:cNvSpPr txBox="1"/>
          <p:nvPr/>
        </p:nvSpPr>
        <p:spPr>
          <a:xfrm>
            <a:off x="978917" y="2905780"/>
            <a:ext cx="1066800" cy="523220"/>
          </a:xfrm>
          <a:prstGeom prst="rect">
            <a:avLst/>
          </a:prstGeom>
          <a:noFill/>
        </p:spPr>
        <p:txBody>
          <a:bodyPr wrap="square" rtlCol="0">
            <a:spAutoFit/>
          </a:bodyPr>
          <a:lstStyle/>
          <a:p>
            <a:r>
              <a:rPr lang="en-US" sz="2800" dirty="0"/>
              <a:t>A</a:t>
            </a:r>
            <a:r>
              <a:rPr lang="en-US" sz="2800"/>
              <a:t>.</a:t>
            </a:r>
            <a:endParaRPr lang="en-US" sz="2800" dirty="0"/>
          </a:p>
        </p:txBody>
      </p:sp>
      <p:sp>
        <p:nvSpPr>
          <p:cNvPr id="19" name="Text Box 54"/>
          <p:cNvSpPr txBox="1">
            <a:spLocks noChangeArrowheads="1"/>
          </p:cNvSpPr>
          <p:nvPr/>
        </p:nvSpPr>
        <p:spPr bwMode="auto">
          <a:xfrm>
            <a:off x="2045717" y="3936746"/>
            <a:ext cx="436827"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50800">
                <a:solidFill>
                  <a:srgbClr val="000000"/>
                </a:solidFill>
                <a:miter lim="800000"/>
                <a:headEnd/>
                <a:tailEnd/>
              </a14:hiddenLine>
            </a:ext>
          </a:extLst>
        </p:spPr>
        <p:txBody>
          <a:bodyPr wrap="square">
            <a:spAutoFit/>
          </a:bodyPr>
          <a:lstStyle>
            <a:lvl1pPr>
              <a:defRPr sz="2800" b="1">
                <a:solidFill>
                  <a:srgbClr val="FAFD00"/>
                </a:solidFill>
                <a:latin typeface="Arial" charset="0"/>
                <a:ea typeface="ＭＳ Ｐゴシック" charset="0"/>
                <a:cs typeface="ＭＳ Ｐゴシック" charset="0"/>
              </a:defRPr>
            </a:lvl1pPr>
            <a:lvl2pPr marL="742950" indent="-285750">
              <a:defRPr sz="2800" b="1">
                <a:solidFill>
                  <a:srgbClr val="FAFD00"/>
                </a:solidFill>
                <a:latin typeface="Arial" charset="0"/>
                <a:ea typeface="ＭＳ Ｐゴシック" charset="0"/>
              </a:defRPr>
            </a:lvl2pPr>
            <a:lvl3pPr marL="1143000" indent="-228600">
              <a:defRPr sz="2800" b="1">
                <a:solidFill>
                  <a:srgbClr val="FAFD00"/>
                </a:solidFill>
                <a:latin typeface="Arial" charset="0"/>
                <a:ea typeface="ＭＳ Ｐゴシック" charset="0"/>
              </a:defRPr>
            </a:lvl3pPr>
            <a:lvl4pPr marL="1600200" indent="-228600">
              <a:defRPr sz="2800" b="1">
                <a:solidFill>
                  <a:srgbClr val="FAFD00"/>
                </a:solidFill>
                <a:latin typeface="Arial" charset="0"/>
                <a:ea typeface="ＭＳ Ｐゴシック" charset="0"/>
              </a:defRPr>
            </a:lvl4pPr>
            <a:lvl5pPr marL="2057400" indent="-228600">
              <a:defRPr sz="2800" b="1">
                <a:solidFill>
                  <a:srgbClr val="FAFD00"/>
                </a:solidFill>
                <a:latin typeface="Arial" charset="0"/>
                <a:ea typeface="ＭＳ Ｐゴシック" charset="0"/>
              </a:defRPr>
            </a:lvl5pPr>
            <a:lvl6pPr marL="2514600" indent="-228600" eaLnBrk="0" fontAlgn="base" hangingPunct="0">
              <a:spcBef>
                <a:spcPct val="0"/>
              </a:spcBef>
              <a:spcAft>
                <a:spcPct val="0"/>
              </a:spcAft>
              <a:defRPr sz="2800" b="1">
                <a:solidFill>
                  <a:srgbClr val="FAFD00"/>
                </a:solidFill>
                <a:latin typeface="Arial" charset="0"/>
                <a:ea typeface="ＭＳ Ｐゴシック" charset="0"/>
              </a:defRPr>
            </a:lvl6pPr>
            <a:lvl7pPr marL="2971800" indent="-228600" eaLnBrk="0" fontAlgn="base" hangingPunct="0">
              <a:spcBef>
                <a:spcPct val="0"/>
              </a:spcBef>
              <a:spcAft>
                <a:spcPct val="0"/>
              </a:spcAft>
              <a:defRPr sz="2800" b="1">
                <a:solidFill>
                  <a:srgbClr val="FAFD00"/>
                </a:solidFill>
                <a:latin typeface="Arial" charset="0"/>
                <a:ea typeface="ＭＳ Ｐゴシック" charset="0"/>
              </a:defRPr>
            </a:lvl7pPr>
            <a:lvl8pPr marL="3429000" indent="-228600" eaLnBrk="0" fontAlgn="base" hangingPunct="0">
              <a:spcBef>
                <a:spcPct val="0"/>
              </a:spcBef>
              <a:spcAft>
                <a:spcPct val="0"/>
              </a:spcAft>
              <a:defRPr sz="2800" b="1">
                <a:solidFill>
                  <a:srgbClr val="FAFD00"/>
                </a:solidFill>
                <a:latin typeface="Arial" charset="0"/>
                <a:ea typeface="ＭＳ Ｐゴシック" charset="0"/>
              </a:defRPr>
            </a:lvl8pPr>
            <a:lvl9pPr marL="3886200" indent="-228600" eaLnBrk="0" fontAlgn="base" hangingPunct="0">
              <a:spcBef>
                <a:spcPct val="0"/>
              </a:spcBef>
              <a:spcAft>
                <a:spcPct val="0"/>
              </a:spcAft>
              <a:defRPr sz="2800" b="1">
                <a:solidFill>
                  <a:srgbClr val="FAFD00"/>
                </a:solidFill>
                <a:latin typeface="Arial" charset="0"/>
                <a:ea typeface="ＭＳ Ｐゴシック" charset="0"/>
              </a:defRPr>
            </a:lvl9pPr>
          </a:lstStyle>
          <a:p>
            <a:pPr>
              <a:spcBef>
                <a:spcPct val="50000"/>
              </a:spcBef>
            </a:pPr>
            <a:r>
              <a:rPr lang="en-US" sz="2000">
                <a:solidFill>
                  <a:schemeClr val="hlink"/>
                </a:solidFill>
              </a:rPr>
              <a:t>-1</a:t>
            </a:r>
            <a:endParaRPr lang="en-US" sz="2000" dirty="0">
              <a:solidFill>
                <a:schemeClr val="hlink"/>
              </a:solidFill>
            </a:endParaRPr>
          </a:p>
        </p:txBody>
      </p:sp>
      <p:sp>
        <p:nvSpPr>
          <p:cNvPr id="20" name="Text Box 54"/>
          <p:cNvSpPr txBox="1">
            <a:spLocks noChangeArrowheads="1"/>
          </p:cNvSpPr>
          <p:nvPr/>
        </p:nvSpPr>
        <p:spPr bwMode="auto">
          <a:xfrm>
            <a:off x="2459883" y="3547130"/>
            <a:ext cx="436827"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50800">
                <a:solidFill>
                  <a:srgbClr val="000000"/>
                </a:solidFill>
                <a:miter lim="800000"/>
                <a:headEnd/>
                <a:tailEnd/>
              </a14:hiddenLine>
            </a:ext>
          </a:extLst>
        </p:spPr>
        <p:txBody>
          <a:bodyPr wrap="square">
            <a:spAutoFit/>
          </a:bodyPr>
          <a:lstStyle>
            <a:lvl1pPr>
              <a:defRPr sz="2800" b="1">
                <a:solidFill>
                  <a:srgbClr val="FAFD00"/>
                </a:solidFill>
                <a:latin typeface="Arial" charset="0"/>
                <a:ea typeface="ＭＳ Ｐゴシック" charset="0"/>
                <a:cs typeface="ＭＳ Ｐゴシック" charset="0"/>
              </a:defRPr>
            </a:lvl1pPr>
            <a:lvl2pPr marL="742950" indent="-285750">
              <a:defRPr sz="2800" b="1">
                <a:solidFill>
                  <a:srgbClr val="FAFD00"/>
                </a:solidFill>
                <a:latin typeface="Arial" charset="0"/>
                <a:ea typeface="ＭＳ Ｐゴシック" charset="0"/>
              </a:defRPr>
            </a:lvl2pPr>
            <a:lvl3pPr marL="1143000" indent="-228600">
              <a:defRPr sz="2800" b="1">
                <a:solidFill>
                  <a:srgbClr val="FAFD00"/>
                </a:solidFill>
                <a:latin typeface="Arial" charset="0"/>
                <a:ea typeface="ＭＳ Ｐゴシック" charset="0"/>
              </a:defRPr>
            </a:lvl3pPr>
            <a:lvl4pPr marL="1600200" indent="-228600">
              <a:defRPr sz="2800" b="1">
                <a:solidFill>
                  <a:srgbClr val="FAFD00"/>
                </a:solidFill>
                <a:latin typeface="Arial" charset="0"/>
                <a:ea typeface="ＭＳ Ｐゴシック" charset="0"/>
              </a:defRPr>
            </a:lvl4pPr>
            <a:lvl5pPr marL="2057400" indent="-228600">
              <a:defRPr sz="2800" b="1">
                <a:solidFill>
                  <a:srgbClr val="FAFD00"/>
                </a:solidFill>
                <a:latin typeface="Arial" charset="0"/>
                <a:ea typeface="ＭＳ Ｐゴシック" charset="0"/>
              </a:defRPr>
            </a:lvl5pPr>
            <a:lvl6pPr marL="2514600" indent="-228600" eaLnBrk="0" fontAlgn="base" hangingPunct="0">
              <a:spcBef>
                <a:spcPct val="0"/>
              </a:spcBef>
              <a:spcAft>
                <a:spcPct val="0"/>
              </a:spcAft>
              <a:defRPr sz="2800" b="1">
                <a:solidFill>
                  <a:srgbClr val="FAFD00"/>
                </a:solidFill>
                <a:latin typeface="Arial" charset="0"/>
                <a:ea typeface="ＭＳ Ｐゴシック" charset="0"/>
              </a:defRPr>
            </a:lvl6pPr>
            <a:lvl7pPr marL="2971800" indent="-228600" eaLnBrk="0" fontAlgn="base" hangingPunct="0">
              <a:spcBef>
                <a:spcPct val="0"/>
              </a:spcBef>
              <a:spcAft>
                <a:spcPct val="0"/>
              </a:spcAft>
              <a:defRPr sz="2800" b="1">
                <a:solidFill>
                  <a:srgbClr val="FAFD00"/>
                </a:solidFill>
                <a:latin typeface="Arial" charset="0"/>
                <a:ea typeface="ＭＳ Ｐゴシック" charset="0"/>
              </a:defRPr>
            </a:lvl7pPr>
            <a:lvl8pPr marL="3429000" indent="-228600" eaLnBrk="0" fontAlgn="base" hangingPunct="0">
              <a:spcBef>
                <a:spcPct val="0"/>
              </a:spcBef>
              <a:spcAft>
                <a:spcPct val="0"/>
              </a:spcAft>
              <a:defRPr sz="2800" b="1">
                <a:solidFill>
                  <a:srgbClr val="FAFD00"/>
                </a:solidFill>
                <a:latin typeface="Arial" charset="0"/>
                <a:ea typeface="ＭＳ Ｐゴシック" charset="0"/>
              </a:defRPr>
            </a:lvl8pPr>
            <a:lvl9pPr marL="3886200" indent="-228600" eaLnBrk="0" fontAlgn="base" hangingPunct="0">
              <a:spcBef>
                <a:spcPct val="0"/>
              </a:spcBef>
              <a:spcAft>
                <a:spcPct val="0"/>
              </a:spcAft>
              <a:defRPr sz="2800" b="1">
                <a:solidFill>
                  <a:srgbClr val="FAFD00"/>
                </a:solidFill>
                <a:latin typeface="Arial" charset="0"/>
                <a:ea typeface="ＭＳ Ｐゴシック" charset="0"/>
              </a:defRPr>
            </a:lvl9pPr>
          </a:lstStyle>
          <a:p>
            <a:pPr>
              <a:spcBef>
                <a:spcPct val="50000"/>
              </a:spcBef>
            </a:pPr>
            <a:r>
              <a:rPr lang="en-US" sz="2000">
                <a:solidFill>
                  <a:schemeClr val="hlink"/>
                </a:solidFill>
              </a:rPr>
              <a:t>-1</a:t>
            </a:r>
            <a:endParaRPr lang="en-US" sz="2000" dirty="0">
              <a:solidFill>
                <a:schemeClr val="hlink"/>
              </a:solidFill>
            </a:endParaRPr>
          </a:p>
        </p:txBody>
      </p:sp>
      <p:sp>
        <p:nvSpPr>
          <p:cNvPr id="21" name="Text Box 54"/>
          <p:cNvSpPr txBox="1">
            <a:spLocks noChangeArrowheads="1"/>
          </p:cNvSpPr>
          <p:nvPr/>
        </p:nvSpPr>
        <p:spPr bwMode="auto">
          <a:xfrm>
            <a:off x="1647721" y="3553861"/>
            <a:ext cx="436827"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50800">
                <a:solidFill>
                  <a:srgbClr val="000000"/>
                </a:solidFill>
                <a:miter lim="800000"/>
                <a:headEnd/>
                <a:tailEnd/>
              </a14:hiddenLine>
            </a:ext>
          </a:extLst>
        </p:spPr>
        <p:txBody>
          <a:bodyPr wrap="square">
            <a:spAutoFit/>
          </a:bodyPr>
          <a:lstStyle>
            <a:lvl1pPr>
              <a:defRPr sz="2800" b="1">
                <a:solidFill>
                  <a:srgbClr val="FAFD00"/>
                </a:solidFill>
                <a:latin typeface="Arial" charset="0"/>
                <a:ea typeface="ＭＳ Ｐゴシック" charset="0"/>
                <a:cs typeface="ＭＳ Ｐゴシック" charset="0"/>
              </a:defRPr>
            </a:lvl1pPr>
            <a:lvl2pPr marL="742950" indent="-285750">
              <a:defRPr sz="2800" b="1">
                <a:solidFill>
                  <a:srgbClr val="FAFD00"/>
                </a:solidFill>
                <a:latin typeface="Arial" charset="0"/>
                <a:ea typeface="ＭＳ Ｐゴシック" charset="0"/>
              </a:defRPr>
            </a:lvl2pPr>
            <a:lvl3pPr marL="1143000" indent="-228600">
              <a:defRPr sz="2800" b="1">
                <a:solidFill>
                  <a:srgbClr val="FAFD00"/>
                </a:solidFill>
                <a:latin typeface="Arial" charset="0"/>
                <a:ea typeface="ＭＳ Ｐゴシック" charset="0"/>
              </a:defRPr>
            </a:lvl3pPr>
            <a:lvl4pPr marL="1600200" indent="-228600">
              <a:defRPr sz="2800" b="1">
                <a:solidFill>
                  <a:srgbClr val="FAFD00"/>
                </a:solidFill>
                <a:latin typeface="Arial" charset="0"/>
                <a:ea typeface="ＭＳ Ｐゴシック" charset="0"/>
              </a:defRPr>
            </a:lvl4pPr>
            <a:lvl5pPr marL="2057400" indent="-228600">
              <a:defRPr sz="2800" b="1">
                <a:solidFill>
                  <a:srgbClr val="FAFD00"/>
                </a:solidFill>
                <a:latin typeface="Arial" charset="0"/>
                <a:ea typeface="ＭＳ Ｐゴシック" charset="0"/>
              </a:defRPr>
            </a:lvl5pPr>
            <a:lvl6pPr marL="2514600" indent="-228600" eaLnBrk="0" fontAlgn="base" hangingPunct="0">
              <a:spcBef>
                <a:spcPct val="0"/>
              </a:spcBef>
              <a:spcAft>
                <a:spcPct val="0"/>
              </a:spcAft>
              <a:defRPr sz="2800" b="1">
                <a:solidFill>
                  <a:srgbClr val="FAFD00"/>
                </a:solidFill>
                <a:latin typeface="Arial" charset="0"/>
                <a:ea typeface="ＭＳ Ｐゴシック" charset="0"/>
              </a:defRPr>
            </a:lvl6pPr>
            <a:lvl7pPr marL="2971800" indent="-228600" eaLnBrk="0" fontAlgn="base" hangingPunct="0">
              <a:spcBef>
                <a:spcPct val="0"/>
              </a:spcBef>
              <a:spcAft>
                <a:spcPct val="0"/>
              </a:spcAft>
              <a:defRPr sz="2800" b="1">
                <a:solidFill>
                  <a:srgbClr val="FAFD00"/>
                </a:solidFill>
                <a:latin typeface="Arial" charset="0"/>
                <a:ea typeface="ＭＳ Ｐゴシック" charset="0"/>
              </a:defRPr>
            </a:lvl7pPr>
            <a:lvl8pPr marL="3429000" indent="-228600" eaLnBrk="0" fontAlgn="base" hangingPunct="0">
              <a:spcBef>
                <a:spcPct val="0"/>
              </a:spcBef>
              <a:spcAft>
                <a:spcPct val="0"/>
              </a:spcAft>
              <a:defRPr sz="2800" b="1">
                <a:solidFill>
                  <a:srgbClr val="FAFD00"/>
                </a:solidFill>
                <a:latin typeface="Arial" charset="0"/>
                <a:ea typeface="ＭＳ Ｐゴシック" charset="0"/>
              </a:defRPr>
            </a:lvl8pPr>
            <a:lvl9pPr marL="3886200" indent="-228600" eaLnBrk="0" fontAlgn="base" hangingPunct="0">
              <a:spcBef>
                <a:spcPct val="0"/>
              </a:spcBef>
              <a:spcAft>
                <a:spcPct val="0"/>
              </a:spcAft>
              <a:defRPr sz="2800" b="1">
                <a:solidFill>
                  <a:srgbClr val="FAFD00"/>
                </a:solidFill>
                <a:latin typeface="Arial" charset="0"/>
                <a:ea typeface="ＭＳ Ｐゴシック" charset="0"/>
              </a:defRPr>
            </a:lvl9pPr>
          </a:lstStyle>
          <a:p>
            <a:pPr>
              <a:spcBef>
                <a:spcPct val="50000"/>
              </a:spcBef>
            </a:pPr>
            <a:r>
              <a:rPr lang="en-US" sz="2000">
                <a:solidFill>
                  <a:schemeClr val="hlink"/>
                </a:solidFill>
              </a:rPr>
              <a:t>-1</a:t>
            </a:r>
            <a:endParaRPr lang="en-US" sz="2000" dirty="0">
              <a:solidFill>
                <a:schemeClr val="hlink"/>
              </a:solidFill>
            </a:endParaRPr>
          </a:p>
        </p:txBody>
      </p:sp>
      <p:sp>
        <p:nvSpPr>
          <p:cNvPr id="22" name="Text Box 54"/>
          <p:cNvSpPr txBox="1">
            <a:spLocks noChangeArrowheads="1"/>
          </p:cNvSpPr>
          <p:nvPr/>
        </p:nvSpPr>
        <p:spPr bwMode="auto">
          <a:xfrm>
            <a:off x="2061887" y="2580864"/>
            <a:ext cx="436827"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50800">
                <a:solidFill>
                  <a:srgbClr val="000000"/>
                </a:solidFill>
                <a:miter lim="800000"/>
                <a:headEnd/>
                <a:tailEnd/>
              </a14:hiddenLine>
            </a:ext>
          </a:extLst>
        </p:spPr>
        <p:txBody>
          <a:bodyPr wrap="square">
            <a:spAutoFit/>
          </a:bodyPr>
          <a:lstStyle>
            <a:lvl1pPr>
              <a:defRPr sz="2800" b="1">
                <a:solidFill>
                  <a:srgbClr val="FAFD00"/>
                </a:solidFill>
                <a:latin typeface="Arial" charset="0"/>
                <a:ea typeface="ＭＳ Ｐゴシック" charset="0"/>
                <a:cs typeface="ＭＳ Ｐゴシック" charset="0"/>
              </a:defRPr>
            </a:lvl1pPr>
            <a:lvl2pPr marL="742950" indent="-285750">
              <a:defRPr sz="2800" b="1">
                <a:solidFill>
                  <a:srgbClr val="FAFD00"/>
                </a:solidFill>
                <a:latin typeface="Arial" charset="0"/>
                <a:ea typeface="ＭＳ Ｐゴシック" charset="0"/>
              </a:defRPr>
            </a:lvl2pPr>
            <a:lvl3pPr marL="1143000" indent="-228600">
              <a:defRPr sz="2800" b="1">
                <a:solidFill>
                  <a:srgbClr val="FAFD00"/>
                </a:solidFill>
                <a:latin typeface="Arial" charset="0"/>
                <a:ea typeface="ＭＳ Ｐゴシック" charset="0"/>
              </a:defRPr>
            </a:lvl3pPr>
            <a:lvl4pPr marL="1600200" indent="-228600">
              <a:defRPr sz="2800" b="1">
                <a:solidFill>
                  <a:srgbClr val="FAFD00"/>
                </a:solidFill>
                <a:latin typeface="Arial" charset="0"/>
                <a:ea typeface="ＭＳ Ｐゴシック" charset="0"/>
              </a:defRPr>
            </a:lvl4pPr>
            <a:lvl5pPr marL="2057400" indent="-228600">
              <a:defRPr sz="2800" b="1">
                <a:solidFill>
                  <a:srgbClr val="FAFD00"/>
                </a:solidFill>
                <a:latin typeface="Arial" charset="0"/>
                <a:ea typeface="ＭＳ Ｐゴシック" charset="0"/>
              </a:defRPr>
            </a:lvl5pPr>
            <a:lvl6pPr marL="2514600" indent="-228600" eaLnBrk="0" fontAlgn="base" hangingPunct="0">
              <a:spcBef>
                <a:spcPct val="0"/>
              </a:spcBef>
              <a:spcAft>
                <a:spcPct val="0"/>
              </a:spcAft>
              <a:defRPr sz="2800" b="1">
                <a:solidFill>
                  <a:srgbClr val="FAFD00"/>
                </a:solidFill>
                <a:latin typeface="Arial" charset="0"/>
                <a:ea typeface="ＭＳ Ｐゴシック" charset="0"/>
              </a:defRPr>
            </a:lvl6pPr>
            <a:lvl7pPr marL="2971800" indent="-228600" eaLnBrk="0" fontAlgn="base" hangingPunct="0">
              <a:spcBef>
                <a:spcPct val="0"/>
              </a:spcBef>
              <a:spcAft>
                <a:spcPct val="0"/>
              </a:spcAft>
              <a:defRPr sz="2800" b="1">
                <a:solidFill>
                  <a:srgbClr val="FAFD00"/>
                </a:solidFill>
                <a:latin typeface="Arial" charset="0"/>
                <a:ea typeface="ＭＳ Ｐゴシック" charset="0"/>
              </a:defRPr>
            </a:lvl7pPr>
            <a:lvl8pPr marL="3429000" indent="-228600" eaLnBrk="0" fontAlgn="base" hangingPunct="0">
              <a:spcBef>
                <a:spcPct val="0"/>
              </a:spcBef>
              <a:spcAft>
                <a:spcPct val="0"/>
              </a:spcAft>
              <a:defRPr sz="2800" b="1">
                <a:solidFill>
                  <a:srgbClr val="FAFD00"/>
                </a:solidFill>
                <a:latin typeface="Arial" charset="0"/>
                <a:ea typeface="ＭＳ Ｐゴシック" charset="0"/>
              </a:defRPr>
            </a:lvl8pPr>
            <a:lvl9pPr marL="3886200" indent="-228600" eaLnBrk="0" fontAlgn="base" hangingPunct="0">
              <a:spcBef>
                <a:spcPct val="0"/>
              </a:spcBef>
              <a:spcAft>
                <a:spcPct val="0"/>
              </a:spcAft>
              <a:defRPr sz="2800" b="1">
                <a:solidFill>
                  <a:srgbClr val="FAFD00"/>
                </a:solidFill>
                <a:latin typeface="Arial" charset="0"/>
                <a:ea typeface="ＭＳ Ｐゴシック" charset="0"/>
              </a:defRPr>
            </a:lvl9pPr>
          </a:lstStyle>
          <a:p>
            <a:pPr>
              <a:spcBef>
                <a:spcPct val="50000"/>
              </a:spcBef>
            </a:pPr>
            <a:r>
              <a:rPr lang="en-US" sz="2000" dirty="0">
                <a:solidFill>
                  <a:schemeClr val="hlink"/>
                </a:solidFill>
              </a:rPr>
              <a:t>-1</a:t>
            </a:r>
          </a:p>
        </p:txBody>
      </p:sp>
      <p:sp>
        <p:nvSpPr>
          <p:cNvPr id="23" name="Text Box 54"/>
          <p:cNvSpPr txBox="1">
            <a:spLocks noChangeArrowheads="1"/>
          </p:cNvSpPr>
          <p:nvPr/>
        </p:nvSpPr>
        <p:spPr bwMode="auto">
          <a:xfrm>
            <a:off x="4377839" y="3949707"/>
            <a:ext cx="436827"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50800">
                <a:solidFill>
                  <a:srgbClr val="000000"/>
                </a:solidFill>
                <a:miter lim="800000"/>
                <a:headEnd/>
                <a:tailEnd/>
              </a14:hiddenLine>
            </a:ext>
          </a:extLst>
        </p:spPr>
        <p:txBody>
          <a:bodyPr wrap="square">
            <a:spAutoFit/>
          </a:bodyPr>
          <a:lstStyle>
            <a:lvl1pPr>
              <a:defRPr sz="2800" b="1">
                <a:solidFill>
                  <a:srgbClr val="FAFD00"/>
                </a:solidFill>
                <a:latin typeface="Arial" charset="0"/>
                <a:ea typeface="ＭＳ Ｐゴシック" charset="0"/>
                <a:cs typeface="ＭＳ Ｐゴシック" charset="0"/>
              </a:defRPr>
            </a:lvl1pPr>
            <a:lvl2pPr marL="742950" indent="-285750">
              <a:defRPr sz="2800" b="1">
                <a:solidFill>
                  <a:srgbClr val="FAFD00"/>
                </a:solidFill>
                <a:latin typeface="Arial" charset="0"/>
                <a:ea typeface="ＭＳ Ｐゴシック" charset="0"/>
              </a:defRPr>
            </a:lvl2pPr>
            <a:lvl3pPr marL="1143000" indent="-228600">
              <a:defRPr sz="2800" b="1">
                <a:solidFill>
                  <a:srgbClr val="FAFD00"/>
                </a:solidFill>
                <a:latin typeface="Arial" charset="0"/>
                <a:ea typeface="ＭＳ Ｐゴシック" charset="0"/>
              </a:defRPr>
            </a:lvl3pPr>
            <a:lvl4pPr marL="1600200" indent="-228600">
              <a:defRPr sz="2800" b="1">
                <a:solidFill>
                  <a:srgbClr val="FAFD00"/>
                </a:solidFill>
                <a:latin typeface="Arial" charset="0"/>
                <a:ea typeface="ＭＳ Ｐゴシック" charset="0"/>
              </a:defRPr>
            </a:lvl4pPr>
            <a:lvl5pPr marL="2057400" indent="-228600">
              <a:defRPr sz="2800" b="1">
                <a:solidFill>
                  <a:srgbClr val="FAFD00"/>
                </a:solidFill>
                <a:latin typeface="Arial" charset="0"/>
                <a:ea typeface="ＭＳ Ｐゴシック" charset="0"/>
              </a:defRPr>
            </a:lvl5pPr>
            <a:lvl6pPr marL="2514600" indent="-228600" eaLnBrk="0" fontAlgn="base" hangingPunct="0">
              <a:spcBef>
                <a:spcPct val="0"/>
              </a:spcBef>
              <a:spcAft>
                <a:spcPct val="0"/>
              </a:spcAft>
              <a:defRPr sz="2800" b="1">
                <a:solidFill>
                  <a:srgbClr val="FAFD00"/>
                </a:solidFill>
                <a:latin typeface="Arial" charset="0"/>
                <a:ea typeface="ＭＳ Ｐゴシック" charset="0"/>
              </a:defRPr>
            </a:lvl6pPr>
            <a:lvl7pPr marL="2971800" indent="-228600" eaLnBrk="0" fontAlgn="base" hangingPunct="0">
              <a:spcBef>
                <a:spcPct val="0"/>
              </a:spcBef>
              <a:spcAft>
                <a:spcPct val="0"/>
              </a:spcAft>
              <a:defRPr sz="2800" b="1">
                <a:solidFill>
                  <a:srgbClr val="FAFD00"/>
                </a:solidFill>
                <a:latin typeface="Arial" charset="0"/>
                <a:ea typeface="ＭＳ Ｐゴシック" charset="0"/>
              </a:defRPr>
            </a:lvl7pPr>
            <a:lvl8pPr marL="3429000" indent="-228600" eaLnBrk="0" fontAlgn="base" hangingPunct="0">
              <a:spcBef>
                <a:spcPct val="0"/>
              </a:spcBef>
              <a:spcAft>
                <a:spcPct val="0"/>
              </a:spcAft>
              <a:defRPr sz="2800" b="1">
                <a:solidFill>
                  <a:srgbClr val="FAFD00"/>
                </a:solidFill>
                <a:latin typeface="Arial" charset="0"/>
                <a:ea typeface="ＭＳ Ｐゴシック" charset="0"/>
              </a:defRPr>
            </a:lvl8pPr>
            <a:lvl9pPr marL="3886200" indent="-228600" eaLnBrk="0" fontAlgn="base" hangingPunct="0">
              <a:spcBef>
                <a:spcPct val="0"/>
              </a:spcBef>
              <a:spcAft>
                <a:spcPct val="0"/>
              </a:spcAft>
              <a:defRPr sz="2800" b="1">
                <a:solidFill>
                  <a:srgbClr val="FAFD00"/>
                </a:solidFill>
                <a:latin typeface="Arial" charset="0"/>
                <a:ea typeface="ＭＳ Ｐゴシック" charset="0"/>
              </a:defRPr>
            </a:lvl9pPr>
          </a:lstStyle>
          <a:p>
            <a:pPr>
              <a:spcBef>
                <a:spcPct val="50000"/>
              </a:spcBef>
            </a:pPr>
            <a:r>
              <a:rPr lang="en-US" sz="2000" dirty="0">
                <a:solidFill>
                  <a:schemeClr val="hlink"/>
                </a:solidFill>
              </a:rPr>
              <a:t>-1</a:t>
            </a:r>
          </a:p>
        </p:txBody>
      </p:sp>
      <p:sp>
        <p:nvSpPr>
          <p:cNvPr id="24" name="Text Box 54"/>
          <p:cNvSpPr txBox="1">
            <a:spLocks noChangeArrowheads="1"/>
          </p:cNvSpPr>
          <p:nvPr/>
        </p:nvSpPr>
        <p:spPr bwMode="auto">
          <a:xfrm>
            <a:off x="4377839" y="2681104"/>
            <a:ext cx="436827"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50800">
                <a:solidFill>
                  <a:srgbClr val="000000"/>
                </a:solidFill>
                <a:miter lim="800000"/>
                <a:headEnd/>
                <a:tailEnd/>
              </a14:hiddenLine>
            </a:ext>
          </a:extLst>
        </p:spPr>
        <p:txBody>
          <a:bodyPr wrap="square">
            <a:spAutoFit/>
          </a:bodyPr>
          <a:lstStyle>
            <a:lvl1pPr>
              <a:defRPr sz="2800" b="1">
                <a:solidFill>
                  <a:srgbClr val="FAFD00"/>
                </a:solidFill>
                <a:latin typeface="Arial" charset="0"/>
                <a:ea typeface="ＭＳ Ｐゴシック" charset="0"/>
                <a:cs typeface="ＭＳ Ｐゴシック" charset="0"/>
              </a:defRPr>
            </a:lvl1pPr>
            <a:lvl2pPr marL="742950" indent="-285750">
              <a:defRPr sz="2800" b="1">
                <a:solidFill>
                  <a:srgbClr val="FAFD00"/>
                </a:solidFill>
                <a:latin typeface="Arial" charset="0"/>
                <a:ea typeface="ＭＳ Ｐゴシック" charset="0"/>
              </a:defRPr>
            </a:lvl2pPr>
            <a:lvl3pPr marL="1143000" indent="-228600">
              <a:defRPr sz="2800" b="1">
                <a:solidFill>
                  <a:srgbClr val="FAFD00"/>
                </a:solidFill>
                <a:latin typeface="Arial" charset="0"/>
                <a:ea typeface="ＭＳ Ｐゴシック" charset="0"/>
              </a:defRPr>
            </a:lvl3pPr>
            <a:lvl4pPr marL="1600200" indent="-228600">
              <a:defRPr sz="2800" b="1">
                <a:solidFill>
                  <a:srgbClr val="FAFD00"/>
                </a:solidFill>
                <a:latin typeface="Arial" charset="0"/>
                <a:ea typeface="ＭＳ Ｐゴシック" charset="0"/>
              </a:defRPr>
            </a:lvl4pPr>
            <a:lvl5pPr marL="2057400" indent="-228600">
              <a:defRPr sz="2800" b="1">
                <a:solidFill>
                  <a:srgbClr val="FAFD00"/>
                </a:solidFill>
                <a:latin typeface="Arial" charset="0"/>
                <a:ea typeface="ＭＳ Ｐゴシック" charset="0"/>
              </a:defRPr>
            </a:lvl5pPr>
            <a:lvl6pPr marL="2514600" indent="-228600" eaLnBrk="0" fontAlgn="base" hangingPunct="0">
              <a:spcBef>
                <a:spcPct val="0"/>
              </a:spcBef>
              <a:spcAft>
                <a:spcPct val="0"/>
              </a:spcAft>
              <a:defRPr sz="2800" b="1">
                <a:solidFill>
                  <a:srgbClr val="FAFD00"/>
                </a:solidFill>
                <a:latin typeface="Arial" charset="0"/>
                <a:ea typeface="ＭＳ Ｐゴシック" charset="0"/>
              </a:defRPr>
            </a:lvl6pPr>
            <a:lvl7pPr marL="2971800" indent="-228600" eaLnBrk="0" fontAlgn="base" hangingPunct="0">
              <a:spcBef>
                <a:spcPct val="0"/>
              </a:spcBef>
              <a:spcAft>
                <a:spcPct val="0"/>
              </a:spcAft>
              <a:defRPr sz="2800" b="1">
                <a:solidFill>
                  <a:srgbClr val="FAFD00"/>
                </a:solidFill>
                <a:latin typeface="Arial" charset="0"/>
                <a:ea typeface="ＭＳ Ｐゴシック" charset="0"/>
              </a:defRPr>
            </a:lvl7pPr>
            <a:lvl8pPr marL="3429000" indent="-228600" eaLnBrk="0" fontAlgn="base" hangingPunct="0">
              <a:spcBef>
                <a:spcPct val="0"/>
              </a:spcBef>
              <a:spcAft>
                <a:spcPct val="0"/>
              </a:spcAft>
              <a:defRPr sz="2800" b="1">
                <a:solidFill>
                  <a:srgbClr val="FAFD00"/>
                </a:solidFill>
                <a:latin typeface="Arial" charset="0"/>
                <a:ea typeface="ＭＳ Ｐゴシック" charset="0"/>
              </a:defRPr>
            </a:lvl8pPr>
            <a:lvl9pPr marL="3886200" indent="-228600" eaLnBrk="0" fontAlgn="base" hangingPunct="0">
              <a:spcBef>
                <a:spcPct val="0"/>
              </a:spcBef>
              <a:spcAft>
                <a:spcPct val="0"/>
              </a:spcAft>
              <a:defRPr sz="2800" b="1">
                <a:solidFill>
                  <a:srgbClr val="FAFD00"/>
                </a:solidFill>
                <a:latin typeface="Arial" charset="0"/>
                <a:ea typeface="ＭＳ Ｐゴシック" charset="0"/>
              </a:defRPr>
            </a:lvl9pPr>
          </a:lstStyle>
          <a:p>
            <a:pPr>
              <a:spcBef>
                <a:spcPct val="50000"/>
              </a:spcBef>
            </a:pPr>
            <a:r>
              <a:rPr lang="en-US" sz="2000" dirty="0">
                <a:solidFill>
                  <a:schemeClr val="hlink"/>
                </a:solidFill>
              </a:rPr>
              <a:t>-1</a:t>
            </a:r>
          </a:p>
        </p:txBody>
      </p:sp>
      <p:sp>
        <p:nvSpPr>
          <p:cNvPr id="25" name="Text Box 54"/>
          <p:cNvSpPr txBox="1">
            <a:spLocks noChangeArrowheads="1"/>
          </p:cNvSpPr>
          <p:nvPr/>
        </p:nvSpPr>
        <p:spPr bwMode="auto">
          <a:xfrm>
            <a:off x="6717996" y="4000641"/>
            <a:ext cx="436827"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50800">
                <a:solidFill>
                  <a:srgbClr val="000000"/>
                </a:solidFill>
                <a:miter lim="800000"/>
                <a:headEnd/>
                <a:tailEnd/>
              </a14:hiddenLine>
            </a:ext>
          </a:extLst>
        </p:spPr>
        <p:txBody>
          <a:bodyPr wrap="square">
            <a:spAutoFit/>
          </a:bodyPr>
          <a:lstStyle>
            <a:lvl1pPr>
              <a:defRPr sz="2800" b="1">
                <a:solidFill>
                  <a:srgbClr val="FAFD00"/>
                </a:solidFill>
                <a:latin typeface="Arial" charset="0"/>
                <a:ea typeface="ＭＳ Ｐゴシック" charset="0"/>
                <a:cs typeface="ＭＳ Ｐゴシック" charset="0"/>
              </a:defRPr>
            </a:lvl1pPr>
            <a:lvl2pPr marL="742950" indent="-285750">
              <a:defRPr sz="2800" b="1">
                <a:solidFill>
                  <a:srgbClr val="FAFD00"/>
                </a:solidFill>
                <a:latin typeface="Arial" charset="0"/>
                <a:ea typeface="ＭＳ Ｐゴシック" charset="0"/>
              </a:defRPr>
            </a:lvl2pPr>
            <a:lvl3pPr marL="1143000" indent="-228600">
              <a:defRPr sz="2800" b="1">
                <a:solidFill>
                  <a:srgbClr val="FAFD00"/>
                </a:solidFill>
                <a:latin typeface="Arial" charset="0"/>
                <a:ea typeface="ＭＳ Ｐゴシック" charset="0"/>
              </a:defRPr>
            </a:lvl3pPr>
            <a:lvl4pPr marL="1600200" indent="-228600">
              <a:defRPr sz="2800" b="1">
                <a:solidFill>
                  <a:srgbClr val="FAFD00"/>
                </a:solidFill>
                <a:latin typeface="Arial" charset="0"/>
                <a:ea typeface="ＭＳ Ｐゴシック" charset="0"/>
              </a:defRPr>
            </a:lvl4pPr>
            <a:lvl5pPr marL="2057400" indent="-228600">
              <a:defRPr sz="2800" b="1">
                <a:solidFill>
                  <a:srgbClr val="FAFD00"/>
                </a:solidFill>
                <a:latin typeface="Arial" charset="0"/>
                <a:ea typeface="ＭＳ Ｐゴシック" charset="0"/>
              </a:defRPr>
            </a:lvl5pPr>
            <a:lvl6pPr marL="2514600" indent="-228600" eaLnBrk="0" fontAlgn="base" hangingPunct="0">
              <a:spcBef>
                <a:spcPct val="0"/>
              </a:spcBef>
              <a:spcAft>
                <a:spcPct val="0"/>
              </a:spcAft>
              <a:defRPr sz="2800" b="1">
                <a:solidFill>
                  <a:srgbClr val="FAFD00"/>
                </a:solidFill>
                <a:latin typeface="Arial" charset="0"/>
                <a:ea typeface="ＭＳ Ｐゴシック" charset="0"/>
              </a:defRPr>
            </a:lvl6pPr>
            <a:lvl7pPr marL="2971800" indent="-228600" eaLnBrk="0" fontAlgn="base" hangingPunct="0">
              <a:spcBef>
                <a:spcPct val="0"/>
              </a:spcBef>
              <a:spcAft>
                <a:spcPct val="0"/>
              </a:spcAft>
              <a:defRPr sz="2800" b="1">
                <a:solidFill>
                  <a:srgbClr val="FAFD00"/>
                </a:solidFill>
                <a:latin typeface="Arial" charset="0"/>
                <a:ea typeface="ＭＳ Ｐゴシック" charset="0"/>
              </a:defRPr>
            </a:lvl7pPr>
            <a:lvl8pPr marL="3429000" indent="-228600" eaLnBrk="0" fontAlgn="base" hangingPunct="0">
              <a:spcBef>
                <a:spcPct val="0"/>
              </a:spcBef>
              <a:spcAft>
                <a:spcPct val="0"/>
              </a:spcAft>
              <a:defRPr sz="2800" b="1">
                <a:solidFill>
                  <a:srgbClr val="FAFD00"/>
                </a:solidFill>
                <a:latin typeface="Arial" charset="0"/>
                <a:ea typeface="ＭＳ Ｐゴシック" charset="0"/>
              </a:defRPr>
            </a:lvl8pPr>
            <a:lvl9pPr marL="3886200" indent="-228600" eaLnBrk="0" fontAlgn="base" hangingPunct="0">
              <a:spcBef>
                <a:spcPct val="0"/>
              </a:spcBef>
              <a:spcAft>
                <a:spcPct val="0"/>
              </a:spcAft>
              <a:defRPr sz="2800" b="1">
                <a:solidFill>
                  <a:srgbClr val="FAFD00"/>
                </a:solidFill>
                <a:latin typeface="Arial" charset="0"/>
                <a:ea typeface="ＭＳ Ｐゴシック" charset="0"/>
              </a:defRPr>
            </a:lvl9pPr>
          </a:lstStyle>
          <a:p>
            <a:pPr>
              <a:spcBef>
                <a:spcPct val="50000"/>
              </a:spcBef>
            </a:pPr>
            <a:r>
              <a:rPr lang="en-US" sz="2000" dirty="0">
                <a:solidFill>
                  <a:schemeClr val="hlink"/>
                </a:solidFill>
              </a:rPr>
              <a:t>-1</a:t>
            </a:r>
          </a:p>
        </p:txBody>
      </p:sp>
      <p:sp>
        <p:nvSpPr>
          <p:cNvPr id="26" name="Text Box 54"/>
          <p:cNvSpPr txBox="1">
            <a:spLocks noChangeArrowheads="1"/>
          </p:cNvSpPr>
          <p:nvPr/>
        </p:nvSpPr>
        <p:spPr bwMode="auto">
          <a:xfrm>
            <a:off x="4243059" y="3151686"/>
            <a:ext cx="698593"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50800">
                <a:solidFill>
                  <a:srgbClr val="000000"/>
                </a:solidFill>
                <a:miter lim="800000"/>
                <a:headEnd/>
                <a:tailEnd/>
              </a14:hiddenLine>
            </a:ext>
          </a:extLst>
        </p:spPr>
        <p:txBody>
          <a:bodyPr wrap="square">
            <a:spAutoFit/>
          </a:bodyPr>
          <a:lstStyle>
            <a:lvl1pPr>
              <a:defRPr sz="2800" b="1">
                <a:solidFill>
                  <a:srgbClr val="FAFD00"/>
                </a:solidFill>
                <a:latin typeface="Arial" charset="0"/>
                <a:ea typeface="ＭＳ Ｐゴシック" charset="0"/>
                <a:cs typeface="ＭＳ Ｐゴシック" charset="0"/>
              </a:defRPr>
            </a:lvl1pPr>
            <a:lvl2pPr marL="742950" indent="-285750">
              <a:defRPr sz="2800" b="1">
                <a:solidFill>
                  <a:srgbClr val="FAFD00"/>
                </a:solidFill>
                <a:latin typeface="Arial" charset="0"/>
                <a:ea typeface="ＭＳ Ｐゴシック" charset="0"/>
              </a:defRPr>
            </a:lvl2pPr>
            <a:lvl3pPr marL="1143000" indent="-228600">
              <a:defRPr sz="2800" b="1">
                <a:solidFill>
                  <a:srgbClr val="FAFD00"/>
                </a:solidFill>
                <a:latin typeface="Arial" charset="0"/>
                <a:ea typeface="ＭＳ Ｐゴシック" charset="0"/>
              </a:defRPr>
            </a:lvl3pPr>
            <a:lvl4pPr marL="1600200" indent="-228600">
              <a:defRPr sz="2800" b="1">
                <a:solidFill>
                  <a:srgbClr val="FAFD00"/>
                </a:solidFill>
                <a:latin typeface="Arial" charset="0"/>
                <a:ea typeface="ＭＳ Ｐゴシック" charset="0"/>
              </a:defRPr>
            </a:lvl4pPr>
            <a:lvl5pPr marL="2057400" indent="-228600">
              <a:defRPr sz="2800" b="1">
                <a:solidFill>
                  <a:srgbClr val="FAFD00"/>
                </a:solidFill>
                <a:latin typeface="Arial" charset="0"/>
                <a:ea typeface="ＭＳ Ｐゴシック" charset="0"/>
              </a:defRPr>
            </a:lvl5pPr>
            <a:lvl6pPr marL="2514600" indent="-228600" eaLnBrk="0" fontAlgn="base" hangingPunct="0">
              <a:spcBef>
                <a:spcPct val="0"/>
              </a:spcBef>
              <a:spcAft>
                <a:spcPct val="0"/>
              </a:spcAft>
              <a:defRPr sz="2800" b="1">
                <a:solidFill>
                  <a:srgbClr val="FAFD00"/>
                </a:solidFill>
                <a:latin typeface="Arial" charset="0"/>
                <a:ea typeface="ＭＳ Ｐゴシック" charset="0"/>
              </a:defRPr>
            </a:lvl6pPr>
            <a:lvl7pPr marL="2971800" indent="-228600" eaLnBrk="0" fontAlgn="base" hangingPunct="0">
              <a:spcBef>
                <a:spcPct val="0"/>
              </a:spcBef>
              <a:spcAft>
                <a:spcPct val="0"/>
              </a:spcAft>
              <a:defRPr sz="2800" b="1">
                <a:solidFill>
                  <a:srgbClr val="FAFD00"/>
                </a:solidFill>
                <a:latin typeface="Arial" charset="0"/>
                <a:ea typeface="ＭＳ Ｐゴシック" charset="0"/>
              </a:defRPr>
            </a:lvl7pPr>
            <a:lvl8pPr marL="3429000" indent="-228600" eaLnBrk="0" fontAlgn="base" hangingPunct="0">
              <a:spcBef>
                <a:spcPct val="0"/>
              </a:spcBef>
              <a:spcAft>
                <a:spcPct val="0"/>
              </a:spcAft>
              <a:defRPr sz="2800" b="1">
                <a:solidFill>
                  <a:srgbClr val="FAFD00"/>
                </a:solidFill>
                <a:latin typeface="Arial" charset="0"/>
                <a:ea typeface="ＭＳ Ｐゴシック" charset="0"/>
              </a:defRPr>
            </a:lvl8pPr>
            <a:lvl9pPr marL="3886200" indent="-228600" eaLnBrk="0" fontAlgn="base" hangingPunct="0">
              <a:spcBef>
                <a:spcPct val="0"/>
              </a:spcBef>
              <a:spcAft>
                <a:spcPct val="0"/>
              </a:spcAft>
              <a:defRPr sz="2800" b="1">
                <a:solidFill>
                  <a:srgbClr val="FAFD00"/>
                </a:solidFill>
                <a:latin typeface="Arial" charset="0"/>
                <a:ea typeface="ＭＳ Ｐゴシック" charset="0"/>
              </a:defRPr>
            </a:lvl9pPr>
          </a:lstStyle>
          <a:p>
            <a:pPr>
              <a:spcBef>
                <a:spcPct val="50000"/>
              </a:spcBef>
            </a:pPr>
            <a:r>
              <a:rPr lang="en-US" sz="2000">
                <a:solidFill>
                  <a:schemeClr val="hlink"/>
                </a:solidFill>
              </a:rPr>
              <a:t>+1</a:t>
            </a:r>
            <a:endParaRPr lang="en-US" sz="2000" dirty="0">
              <a:solidFill>
                <a:schemeClr val="hlink"/>
              </a:solidFill>
            </a:endParaRPr>
          </a:p>
        </p:txBody>
      </p:sp>
      <p:sp>
        <p:nvSpPr>
          <p:cNvPr id="27" name="Text Box 54"/>
          <p:cNvSpPr txBox="1">
            <a:spLocks noChangeArrowheads="1"/>
          </p:cNvSpPr>
          <p:nvPr/>
        </p:nvSpPr>
        <p:spPr bwMode="auto">
          <a:xfrm>
            <a:off x="1891639" y="3122605"/>
            <a:ext cx="605789"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50800">
                <a:solidFill>
                  <a:srgbClr val="000000"/>
                </a:solidFill>
                <a:miter lim="800000"/>
                <a:headEnd/>
                <a:tailEnd/>
              </a14:hiddenLine>
            </a:ext>
          </a:extLst>
        </p:spPr>
        <p:txBody>
          <a:bodyPr wrap="square">
            <a:spAutoFit/>
          </a:bodyPr>
          <a:lstStyle>
            <a:lvl1pPr>
              <a:defRPr sz="2800" b="1">
                <a:solidFill>
                  <a:srgbClr val="FAFD00"/>
                </a:solidFill>
                <a:latin typeface="Arial" charset="0"/>
                <a:ea typeface="ＭＳ Ｐゴシック" charset="0"/>
                <a:cs typeface="ＭＳ Ｐゴシック" charset="0"/>
              </a:defRPr>
            </a:lvl1pPr>
            <a:lvl2pPr marL="742950" indent="-285750">
              <a:defRPr sz="2800" b="1">
                <a:solidFill>
                  <a:srgbClr val="FAFD00"/>
                </a:solidFill>
                <a:latin typeface="Arial" charset="0"/>
                <a:ea typeface="ＭＳ Ｐゴシック" charset="0"/>
              </a:defRPr>
            </a:lvl2pPr>
            <a:lvl3pPr marL="1143000" indent="-228600">
              <a:defRPr sz="2800" b="1">
                <a:solidFill>
                  <a:srgbClr val="FAFD00"/>
                </a:solidFill>
                <a:latin typeface="Arial" charset="0"/>
                <a:ea typeface="ＭＳ Ｐゴシック" charset="0"/>
              </a:defRPr>
            </a:lvl3pPr>
            <a:lvl4pPr marL="1600200" indent="-228600">
              <a:defRPr sz="2800" b="1">
                <a:solidFill>
                  <a:srgbClr val="FAFD00"/>
                </a:solidFill>
                <a:latin typeface="Arial" charset="0"/>
                <a:ea typeface="ＭＳ Ｐゴシック" charset="0"/>
              </a:defRPr>
            </a:lvl4pPr>
            <a:lvl5pPr marL="2057400" indent="-228600">
              <a:defRPr sz="2800" b="1">
                <a:solidFill>
                  <a:srgbClr val="FAFD00"/>
                </a:solidFill>
                <a:latin typeface="Arial" charset="0"/>
                <a:ea typeface="ＭＳ Ｐゴシック" charset="0"/>
              </a:defRPr>
            </a:lvl5pPr>
            <a:lvl6pPr marL="2514600" indent="-228600" eaLnBrk="0" fontAlgn="base" hangingPunct="0">
              <a:spcBef>
                <a:spcPct val="0"/>
              </a:spcBef>
              <a:spcAft>
                <a:spcPct val="0"/>
              </a:spcAft>
              <a:defRPr sz="2800" b="1">
                <a:solidFill>
                  <a:srgbClr val="FAFD00"/>
                </a:solidFill>
                <a:latin typeface="Arial" charset="0"/>
                <a:ea typeface="ＭＳ Ｐゴシック" charset="0"/>
              </a:defRPr>
            </a:lvl6pPr>
            <a:lvl7pPr marL="2971800" indent="-228600" eaLnBrk="0" fontAlgn="base" hangingPunct="0">
              <a:spcBef>
                <a:spcPct val="0"/>
              </a:spcBef>
              <a:spcAft>
                <a:spcPct val="0"/>
              </a:spcAft>
              <a:defRPr sz="2800" b="1">
                <a:solidFill>
                  <a:srgbClr val="FAFD00"/>
                </a:solidFill>
                <a:latin typeface="Arial" charset="0"/>
                <a:ea typeface="ＭＳ Ｐゴシック" charset="0"/>
              </a:defRPr>
            </a:lvl7pPr>
            <a:lvl8pPr marL="3429000" indent="-228600" eaLnBrk="0" fontAlgn="base" hangingPunct="0">
              <a:spcBef>
                <a:spcPct val="0"/>
              </a:spcBef>
              <a:spcAft>
                <a:spcPct val="0"/>
              </a:spcAft>
              <a:defRPr sz="2800" b="1">
                <a:solidFill>
                  <a:srgbClr val="FAFD00"/>
                </a:solidFill>
                <a:latin typeface="Arial" charset="0"/>
                <a:ea typeface="ＭＳ Ｐゴシック" charset="0"/>
              </a:defRPr>
            </a:lvl8pPr>
            <a:lvl9pPr marL="3886200" indent="-228600" eaLnBrk="0" fontAlgn="base" hangingPunct="0">
              <a:spcBef>
                <a:spcPct val="0"/>
              </a:spcBef>
              <a:spcAft>
                <a:spcPct val="0"/>
              </a:spcAft>
              <a:defRPr sz="2800" b="1">
                <a:solidFill>
                  <a:srgbClr val="FAFD00"/>
                </a:solidFill>
                <a:latin typeface="Arial" charset="0"/>
                <a:ea typeface="ＭＳ Ｐゴシック" charset="0"/>
              </a:defRPr>
            </a:lvl9pPr>
          </a:lstStyle>
          <a:p>
            <a:pPr>
              <a:spcBef>
                <a:spcPct val="50000"/>
              </a:spcBef>
            </a:pPr>
            <a:r>
              <a:rPr lang="en-US" sz="2000">
                <a:solidFill>
                  <a:schemeClr val="hlink"/>
                </a:solidFill>
              </a:rPr>
              <a:t>+3</a:t>
            </a:r>
            <a:endParaRPr lang="en-US" sz="2000" dirty="0">
              <a:solidFill>
                <a:schemeClr val="hlink"/>
              </a:solidFill>
            </a:endParaRPr>
          </a:p>
        </p:txBody>
      </p:sp>
      <p:sp>
        <p:nvSpPr>
          <p:cNvPr id="28" name="Text Box 54"/>
          <p:cNvSpPr txBox="1">
            <a:spLocks noChangeArrowheads="1"/>
          </p:cNvSpPr>
          <p:nvPr/>
        </p:nvSpPr>
        <p:spPr bwMode="auto">
          <a:xfrm>
            <a:off x="4087213" y="3553154"/>
            <a:ext cx="436827"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50800">
                <a:solidFill>
                  <a:srgbClr val="000000"/>
                </a:solidFill>
                <a:miter lim="800000"/>
                <a:headEnd/>
                <a:tailEnd/>
              </a14:hiddenLine>
            </a:ext>
          </a:extLst>
        </p:spPr>
        <p:txBody>
          <a:bodyPr wrap="square">
            <a:spAutoFit/>
          </a:bodyPr>
          <a:lstStyle>
            <a:lvl1pPr>
              <a:defRPr sz="2800" b="1">
                <a:solidFill>
                  <a:srgbClr val="FAFD00"/>
                </a:solidFill>
                <a:latin typeface="Arial" charset="0"/>
                <a:ea typeface="ＭＳ Ｐゴシック" charset="0"/>
                <a:cs typeface="ＭＳ Ｐゴシック" charset="0"/>
              </a:defRPr>
            </a:lvl1pPr>
            <a:lvl2pPr marL="742950" indent="-285750">
              <a:defRPr sz="2800" b="1">
                <a:solidFill>
                  <a:srgbClr val="FAFD00"/>
                </a:solidFill>
                <a:latin typeface="Arial" charset="0"/>
                <a:ea typeface="ＭＳ Ｐゴシック" charset="0"/>
              </a:defRPr>
            </a:lvl2pPr>
            <a:lvl3pPr marL="1143000" indent="-228600">
              <a:defRPr sz="2800" b="1">
                <a:solidFill>
                  <a:srgbClr val="FAFD00"/>
                </a:solidFill>
                <a:latin typeface="Arial" charset="0"/>
                <a:ea typeface="ＭＳ Ｐゴシック" charset="0"/>
              </a:defRPr>
            </a:lvl3pPr>
            <a:lvl4pPr marL="1600200" indent="-228600">
              <a:defRPr sz="2800" b="1">
                <a:solidFill>
                  <a:srgbClr val="FAFD00"/>
                </a:solidFill>
                <a:latin typeface="Arial" charset="0"/>
                <a:ea typeface="ＭＳ Ｐゴシック" charset="0"/>
              </a:defRPr>
            </a:lvl4pPr>
            <a:lvl5pPr marL="2057400" indent="-228600">
              <a:defRPr sz="2800" b="1">
                <a:solidFill>
                  <a:srgbClr val="FAFD00"/>
                </a:solidFill>
                <a:latin typeface="Arial" charset="0"/>
                <a:ea typeface="ＭＳ Ｐゴシック" charset="0"/>
              </a:defRPr>
            </a:lvl5pPr>
            <a:lvl6pPr marL="2514600" indent="-228600" eaLnBrk="0" fontAlgn="base" hangingPunct="0">
              <a:spcBef>
                <a:spcPct val="0"/>
              </a:spcBef>
              <a:spcAft>
                <a:spcPct val="0"/>
              </a:spcAft>
              <a:defRPr sz="2800" b="1">
                <a:solidFill>
                  <a:srgbClr val="FAFD00"/>
                </a:solidFill>
                <a:latin typeface="Arial" charset="0"/>
                <a:ea typeface="ＭＳ Ｐゴシック" charset="0"/>
              </a:defRPr>
            </a:lvl6pPr>
            <a:lvl7pPr marL="2971800" indent="-228600" eaLnBrk="0" fontAlgn="base" hangingPunct="0">
              <a:spcBef>
                <a:spcPct val="0"/>
              </a:spcBef>
              <a:spcAft>
                <a:spcPct val="0"/>
              </a:spcAft>
              <a:defRPr sz="2800" b="1">
                <a:solidFill>
                  <a:srgbClr val="FAFD00"/>
                </a:solidFill>
                <a:latin typeface="Arial" charset="0"/>
                <a:ea typeface="ＭＳ Ｐゴシック" charset="0"/>
              </a:defRPr>
            </a:lvl7pPr>
            <a:lvl8pPr marL="3429000" indent="-228600" eaLnBrk="0" fontAlgn="base" hangingPunct="0">
              <a:spcBef>
                <a:spcPct val="0"/>
              </a:spcBef>
              <a:spcAft>
                <a:spcPct val="0"/>
              </a:spcAft>
              <a:defRPr sz="2800" b="1">
                <a:solidFill>
                  <a:srgbClr val="FAFD00"/>
                </a:solidFill>
                <a:latin typeface="Arial" charset="0"/>
                <a:ea typeface="ＭＳ Ｐゴシック" charset="0"/>
              </a:defRPr>
            </a:lvl8pPr>
            <a:lvl9pPr marL="3886200" indent="-228600" eaLnBrk="0" fontAlgn="base" hangingPunct="0">
              <a:spcBef>
                <a:spcPct val="0"/>
              </a:spcBef>
              <a:spcAft>
                <a:spcPct val="0"/>
              </a:spcAft>
              <a:defRPr sz="2800" b="1">
                <a:solidFill>
                  <a:srgbClr val="FAFD00"/>
                </a:solidFill>
                <a:latin typeface="Arial" charset="0"/>
                <a:ea typeface="ＭＳ Ｐゴシック" charset="0"/>
              </a:defRPr>
            </a:lvl9pPr>
          </a:lstStyle>
          <a:p>
            <a:pPr>
              <a:spcBef>
                <a:spcPct val="50000"/>
              </a:spcBef>
            </a:pPr>
            <a:r>
              <a:rPr lang="en-US" sz="2000">
                <a:solidFill>
                  <a:schemeClr val="hlink"/>
                </a:solidFill>
              </a:rPr>
              <a:t>0</a:t>
            </a:r>
            <a:endParaRPr lang="en-US" sz="2000" dirty="0">
              <a:solidFill>
                <a:schemeClr val="hlink"/>
              </a:solidFill>
            </a:endParaRPr>
          </a:p>
        </p:txBody>
      </p:sp>
      <p:sp>
        <p:nvSpPr>
          <p:cNvPr id="29" name="Text Box 54"/>
          <p:cNvSpPr txBox="1">
            <a:spLocks noChangeArrowheads="1"/>
          </p:cNvSpPr>
          <p:nvPr/>
        </p:nvSpPr>
        <p:spPr bwMode="auto">
          <a:xfrm>
            <a:off x="4867589" y="3566661"/>
            <a:ext cx="436827"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50800">
                <a:solidFill>
                  <a:srgbClr val="000000"/>
                </a:solidFill>
                <a:miter lim="800000"/>
                <a:headEnd/>
                <a:tailEnd/>
              </a14:hiddenLine>
            </a:ext>
          </a:extLst>
        </p:spPr>
        <p:txBody>
          <a:bodyPr wrap="square">
            <a:spAutoFit/>
          </a:bodyPr>
          <a:lstStyle>
            <a:lvl1pPr>
              <a:defRPr sz="2800" b="1">
                <a:solidFill>
                  <a:srgbClr val="FAFD00"/>
                </a:solidFill>
                <a:latin typeface="Arial" charset="0"/>
                <a:ea typeface="ＭＳ Ｐゴシック" charset="0"/>
                <a:cs typeface="ＭＳ Ｐゴシック" charset="0"/>
              </a:defRPr>
            </a:lvl1pPr>
            <a:lvl2pPr marL="742950" indent="-285750">
              <a:defRPr sz="2800" b="1">
                <a:solidFill>
                  <a:srgbClr val="FAFD00"/>
                </a:solidFill>
                <a:latin typeface="Arial" charset="0"/>
                <a:ea typeface="ＭＳ Ｐゴシック" charset="0"/>
              </a:defRPr>
            </a:lvl2pPr>
            <a:lvl3pPr marL="1143000" indent="-228600">
              <a:defRPr sz="2800" b="1">
                <a:solidFill>
                  <a:srgbClr val="FAFD00"/>
                </a:solidFill>
                <a:latin typeface="Arial" charset="0"/>
                <a:ea typeface="ＭＳ Ｐゴシック" charset="0"/>
              </a:defRPr>
            </a:lvl3pPr>
            <a:lvl4pPr marL="1600200" indent="-228600">
              <a:defRPr sz="2800" b="1">
                <a:solidFill>
                  <a:srgbClr val="FAFD00"/>
                </a:solidFill>
                <a:latin typeface="Arial" charset="0"/>
                <a:ea typeface="ＭＳ Ｐゴシック" charset="0"/>
              </a:defRPr>
            </a:lvl4pPr>
            <a:lvl5pPr marL="2057400" indent="-228600">
              <a:defRPr sz="2800" b="1">
                <a:solidFill>
                  <a:srgbClr val="FAFD00"/>
                </a:solidFill>
                <a:latin typeface="Arial" charset="0"/>
                <a:ea typeface="ＭＳ Ｐゴシック" charset="0"/>
              </a:defRPr>
            </a:lvl5pPr>
            <a:lvl6pPr marL="2514600" indent="-228600" eaLnBrk="0" fontAlgn="base" hangingPunct="0">
              <a:spcBef>
                <a:spcPct val="0"/>
              </a:spcBef>
              <a:spcAft>
                <a:spcPct val="0"/>
              </a:spcAft>
              <a:defRPr sz="2800" b="1">
                <a:solidFill>
                  <a:srgbClr val="FAFD00"/>
                </a:solidFill>
                <a:latin typeface="Arial" charset="0"/>
                <a:ea typeface="ＭＳ Ｐゴシック" charset="0"/>
              </a:defRPr>
            </a:lvl6pPr>
            <a:lvl7pPr marL="2971800" indent="-228600" eaLnBrk="0" fontAlgn="base" hangingPunct="0">
              <a:spcBef>
                <a:spcPct val="0"/>
              </a:spcBef>
              <a:spcAft>
                <a:spcPct val="0"/>
              </a:spcAft>
              <a:defRPr sz="2800" b="1">
                <a:solidFill>
                  <a:srgbClr val="FAFD00"/>
                </a:solidFill>
                <a:latin typeface="Arial" charset="0"/>
                <a:ea typeface="ＭＳ Ｐゴシック" charset="0"/>
              </a:defRPr>
            </a:lvl7pPr>
            <a:lvl8pPr marL="3429000" indent="-228600" eaLnBrk="0" fontAlgn="base" hangingPunct="0">
              <a:spcBef>
                <a:spcPct val="0"/>
              </a:spcBef>
              <a:spcAft>
                <a:spcPct val="0"/>
              </a:spcAft>
              <a:defRPr sz="2800" b="1">
                <a:solidFill>
                  <a:srgbClr val="FAFD00"/>
                </a:solidFill>
                <a:latin typeface="Arial" charset="0"/>
                <a:ea typeface="ＭＳ Ｐゴシック" charset="0"/>
              </a:defRPr>
            </a:lvl8pPr>
            <a:lvl9pPr marL="3886200" indent="-228600" eaLnBrk="0" fontAlgn="base" hangingPunct="0">
              <a:spcBef>
                <a:spcPct val="0"/>
              </a:spcBef>
              <a:spcAft>
                <a:spcPct val="0"/>
              </a:spcAft>
              <a:defRPr sz="2800" b="1">
                <a:solidFill>
                  <a:srgbClr val="FAFD00"/>
                </a:solidFill>
                <a:latin typeface="Arial" charset="0"/>
                <a:ea typeface="ＭＳ Ｐゴシック" charset="0"/>
              </a:defRPr>
            </a:lvl9pPr>
          </a:lstStyle>
          <a:p>
            <a:pPr>
              <a:spcBef>
                <a:spcPct val="50000"/>
              </a:spcBef>
            </a:pPr>
            <a:r>
              <a:rPr lang="en-US" sz="2000">
                <a:solidFill>
                  <a:schemeClr val="hlink"/>
                </a:solidFill>
              </a:rPr>
              <a:t>0</a:t>
            </a:r>
            <a:endParaRPr lang="en-US" sz="2000" dirty="0">
              <a:solidFill>
                <a:schemeClr val="hlink"/>
              </a:solidFill>
            </a:endParaRPr>
          </a:p>
        </p:txBody>
      </p:sp>
      <p:sp>
        <p:nvSpPr>
          <p:cNvPr id="30" name="Text Box 54"/>
          <p:cNvSpPr txBox="1">
            <a:spLocks noChangeArrowheads="1"/>
          </p:cNvSpPr>
          <p:nvPr/>
        </p:nvSpPr>
        <p:spPr bwMode="auto">
          <a:xfrm>
            <a:off x="6268118" y="3329961"/>
            <a:ext cx="436827"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50800">
                <a:solidFill>
                  <a:srgbClr val="000000"/>
                </a:solidFill>
                <a:miter lim="800000"/>
                <a:headEnd/>
                <a:tailEnd/>
              </a14:hiddenLine>
            </a:ext>
          </a:extLst>
        </p:spPr>
        <p:txBody>
          <a:bodyPr wrap="square">
            <a:spAutoFit/>
          </a:bodyPr>
          <a:lstStyle>
            <a:lvl1pPr>
              <a:defRPr sz="2800" b="1">
                <a:solidFill>
                  <a:srgbClr val="FAFD00"/>
                </a:solidFill>
                <a:latin typeface="Arial" charset="0"/>
                <a:ea typeface="ＭＳ Ｐゴシック" charset="0"/>
                <a:cs typeface="ＭＳ Ｐゴシック" charset="0"/>
              </a:defRPr>
            </a:lvl1pPr>
            <a:lvl2pPr marL="742950" indent="-285750">
              <a:defRPr sz="2800" b="1">
                <a:solidFill>
                  <a:srgbClr val="FAFD00"/>
                </a:solidFill>
                <a:latin typeface="Arial" charset="0"/>
                <a:ea typeface="ＭＳ Ｐゴシック" charset="0"/>
              </a:defRPr>
            </a:lvl2pPr>
            <a:lvl3pPr marL="1143000" indent="-228600">
              <a:defRPr sz="2800" b="1">
                <a:solidFill>
                  <a:srgbClr val="FAFD00"/>
                </a:solidFill>
                <a:latin typeface="Arial" charset="0"/>
                <a:ea typeface="ＭＳ Ｐゴシック" charset="0"/>
              </a:defRPr>
            </a:lvl3pPr>
            <a:lvl4pPr marL="1600200" indent="-228600">
              <a:defRPr sz="2800" b="1">
                <a:solidFill>
                  <a:srgbClr val="FAFD00"/>
                </a:solidFill>
                <a:latin typeface="Arial" charset="0"/>
                <a:ea typeface="ＭＳ Ｐゴシック" charset="0"/>
              </a:defRPr>
            </a:lvl4pPr>
            <a:lvl5pPr marL="2057400" indent="-228600">
              <a:defRPr sz="2800" b="1">
                <a:solidFill>
                  <a:srgbClr val="FAFD00"/>
                </a:solidFill>
                <a:latin typeface="Arial" charset="0"/>
                <a:ea typeface="ＭＳ Ｐゴシック" charset="0"/>
              </a:defRPr>
            </a:lvl5pPr>
            <a:lvl6pPr marL="2514600" indent="-228600" eaLnBrk="0" fontAlgn="base" hangingPunct="0">
              <a:spcBef>
                <a:spcPct val="0"/>
              </a:spcBef>
              <a:spcAft>
                <a:spcPct val="0"/>
              </a:spcAft>
              <a:defRPr sz="2800" b="1">
                <a:solidFill>
                  <a:srgbClr val="FAFD00"/>
                </a:solidFill>
                <a:latin typeface="Arial" charset="0"/>
                <a:ea typeface="ＭＳ Ｐゴシック" charset="0"/>
              </a:defRPr>
            </a:lvl6pPr>
            <a:lvl7pPr marL="2971800" indent="-228600" eaLnBrk="0" fontAlgn="base" hangingPunct="0">
              <a:spcBef>
                <a:spcPct val="0"/>
              </a:spcBef>
              <a:spcAft>
                <a:spcPct val="0"/>
              </a:spcAft>
              <a:defRPr sz="2800" b="1">
                <a:solidFill>
                  <a:srgbClr val="FAFD00"/>
                </a:solidFill>
                <a:latin typeface="Arial" charset="0"/>
                <a:ea typeface="ＭＳ Ｐゴシック" charset="0"/>
              </a:defRPr>
            </a:lvl7pPr>
            <a:lvl8pPr marL="3429000" indent="-228600" eaLnBrk="0" fontAlgn="base" hangingPunct="0">
              <a:spcBef>
                <a:spcPct val="0"/>
              </a:spcBef>
              <a:spcAft>
                <a:spcPct val="0"/>
              </a:spcAft>
              <a:defRPr sz="2800" b="1">
                <a:solidFill>
                  <a:srgbClr val="FAFD00"/>
                </a:solidFill>
                <a:latin typeface="Arial" charset="0"/>
                <a:ea typeface="ＭＳ Ｐゴシック" charset="0"/>
              </a:defRPr>
            </a:lvl8pPr>
            <a:lvl9pPr marL="3886200" indent="-228600" eaLnBrk="0" fontAlgn="base" hangingPunct="0">
              <a:spcBef>
                <a:spcPct val="0"/>
              </a:spcBef>
              <a:spcAft>
                <a:spcPct val="0"/>
              </a:spcAft>
              <a:defRPr sz="2800" b="1">
                <a:solidFill>
                  <a:srgbClr val="FAFD00"/>
                </a:solidFill>
                <a:latin typeface="Arial" charset="0"/>
                <a:ea typeface="ＭＳ Ｐゴシック" charset="0"/>
              </a:defRPr>
            </a:lvl9pPr>
          </a:lstStyle>
          <a:p>
            <a:pPr>
              <a:spcBef>
                <a:spcPct val="50000"/>
              </a:spcBef>
            </a:pPr>
            <a:r>
              <a:rPr lang="en-US" sz="2000">
                <a:solidFill>
                  <a:schemeClr val="hlink"/>
                </a:solidFill>
              </a:rPr>
              <a:t>0</a:t>
            </a:r>
            <a:endParaRPr lang="en-US" sz="2000" dirty="0">
              <a:solidFill>
                <a:schemeClr val="hlink"/>
              </a:solidFill>
            </a:endParaRPr>
          </a:p>
        </p:txBody>
      </p:sp>
      <p:sp>
        <p:nvSpPr>
          <p:cNvPr id="31" name="Text Box 54"/>
          <p:cNvSpPr txBox="1">
            <a:spLocks noChangeArrowheads="1"/>
          </p:cNvSpPr>
          <p:nvPr/>
        </p:nvSpPr>
        <p:spPr bwMode="auto">
          <a:xfrm>
            <a:off x="6805265" y="2730621"/>
            <a:ext cx="436827"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50800">
                <a:solidFill>
                  <a:srgbClr val="000000"/>
                </a:solidFill>
                <a:miter lim="800000"/>
                <a:headEnd/>
                <a:tailEnd/>
              </a14:hiddenLine>
            </a:ext>
          </a:extLst>
        </p:spPr>
        <p:txBody>
          <a:bodyPr wrap="square">
            <a:spAutoFit/>
          </a:bodyPr>
          <a:lstStyle>
            <a:lvl1pPr>
              <a:defRPr sz="2800" b="1">
                <a:solidFill>
                  <a:srgbClr val="FAFD00"/>
                </a:solidFill>
                <a:latin typeface="Arial" charset="0"/>
                <a:ea typeface="ＭＳ Ｐゴシック" charset="0"/>
                <a:cs typeface="ＭＳ Ｐゴシック" charset="0"/>
              </a:defRPr>
            </a:lvl1pPr>
            <a:lvl2pPr marL="742950" indent="-285750">
              <a:defRPr sz="2800" b="1">
                <a:solidFill>
                  <a:srgbClr val="FAFD00"/>
                </a:solidFill>
                <a:latin typeface="Arial" charset="0"/>
                <a:ea typeface="ＭＳ Ｐゴシック" charset="0"/>
              </a:defRPr>
            </a:lvl2pPr>
            <a:lvl3pPr marL="1143000" indent="-228600">
              <a:defRPr sz="2800" b="1">
                <a:solidFill>
                  <a:srgbClr val="FAFD00"/>
                </a:solidFill>
                <a:latin typeface="Arial" charset="0"/>
                <a:ea typeface="ＭＳ Ｐゴシック" charset="0"/>
              </a:defRPr>
            </a:lvl3pPr>
            <a:lvl4pPr marL="1600200" indent="-228600">
              <a:defRPr sz="2800" b="1">
                <a:solidFill>
                  <a:srgbClr val="FAFD00"/>
                </a:solidFill>
                <a:latin typeface="Arial" charset="0"/>
                <a:ea typeface="ＭＳ Ｐゴシック" charset="0"/>
              </a:defRPr>
            </a:lvl4pPr>
            <a:lvl5pPr marL="2057400" indent="-228600">
              <a:defRPr sz="2800" b="1">
                <a:solidFill>
                  <a:srgbClr val="FAFD00"/>
                </a:solidFill>
                <a:latin typeface="Arial" charset="0"/>
                <a:ea typeface="ＭＳ Ｐゴシック" charset="0"/>
              </a:defRPr>
            </a:lvl5pPr>
            <a:lvl6pPr marL="2514600" indent="-228600" eaLnBrk="0" fontAlgn="base" hangingPunct="0">
              <a:spcBef>
                <a:spcPct val="0"/>
              </a:spcBef>
              <a:spcAft>
                <a:spcPct val="0"/>
              </a:spcAft>
              <a:defRPr sz="2800" b="1">
                <a:solidFill>
                  <a:srgbClr val="FAFD00"/>
                </a:solidFill>
                <a:latin typeface="Arial" charset="0"/>
                <a:ea typeface="ＭＳ Ｐゴシック" charset="0"/>
              </a:defRPr>
            </a:lvl6pPr>
            <a:lvl7pPr marL="2971800" indent="-228600" eaLnBrk="0" fontAlgn="base" hangingPunct="0">
              <a:spcBef>
                <a:spcPct val="0"/>
              </a:spcBef>
              <a:spcAft>
                <a:spcPct val="0"/>
              </a:spcAft>
              <a:defRPr sz="2800" b="1">
                <a:solidFill>
                  <a:srgbClr val="FAFD00"/>
                </a:solidFill>
                <a:latin typeface="Arial" charset="0"/>
                <a:ea typeface="ＭＳ Ｐゴシック" charset="0"/>
              </a:defRPr>
            </a:lvl7pPr>
            <a:lvl8pPr marL="3429000" indent="-228600" eaLnBrk="0" fontAlgn="base" hangingPunct="0">
              <a:spcBef>
                <a:spcPct val="0"/>
              </a:spcBef>
              <a:spcAft>
                <a:spcPct val="0"/>
              </a:spcAft>
              <a:defRPr sz="2800" b="1">
                <a:solidFill>
                  <a:srgbClr val="FAFD00"/>
                </a:solidFill>
                <a:latin typeface="Arial" charset="0"/>
                <a:ea typeface="ＭＳ Ｐゴシック" charset="0"/>
              </a:defRPr>
            </a:lvl8pPr>
            <a:lvl9pPr marL="3886200" indent="-228600" eaLnBrk="0" fontAlgn="base" hangingPunct="0">
              <a:spcBef>
                <a:spcPct val="0"/>
              </a:spcBef>
              <a:spcAft>
                <a:spcPct val="0"/>
              </a:spcAft>
              <a:defRPr sz="2800" b="1">
                <a:solidFill>
                  <a:srgbClr val="FAFD00"/>
                </a:solidFill>
                <a:latin typeface="Arial" charset="0"/>
                <a:ea typeface="ＭＳ Ｐゴシック" charset="0"/>
              </a:defRPr>
            </a:lvl9pPr>
          </a:lstStyle>
          <a:p>
            <a:pPr>
              <a:spcBef>
                <a:spcPct val="50000"/>
              </a:spcBef>
            </a:pPr>
            <a:r>
              <a:rPr lang="en-US" sz="2000" dirty="0">
                <a:solidFill>
                  <a:schemeClr val="hlink"/>
                </a:solidFill>
              </a:rPr>
              <a:t>0</a:t>
            </a:r>
          </a:p>
        </p:txBody>
      </p:sp>
      <p:sp>
        <p:nvSpPr>
          <p:cNvPr id="32" name="Text Box 54"/>
          <p:cNvSpPr txBox="1">
            <a:spLocks noChangeArrowheads="1"/>
          </p:cNvSpPr>
          <p:nvPr/>
        </p:nvSpPr>
        <p:spPr bwMode="auto">
          <a:xfrm>
            <a:off x="7338457" y="3301482"/>
            <a:ext cx="436827"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50800">
                <a:solidFill>
                  <a:srgbClr val="000000"/>
                </a:solidFill>
                <a:miter lim="800000"/>
                <a:headEnd/>
                <a:tailEnd/>
              </a14:hiddenLine>
            </a:ext>
          </a:extLst>
        </p:spPr>
        <p:txBody>
          <a:bodyPr wrap="square">
            <a:spAutoFit/>
          </a:bodyPr>
          <a:lstStyle>
            <a:lvl1pPr>
              <a:defRPr sz="2800" b="1">
                <a:solidFill>
                  <a:srgbClr val="FAFD00"/>
                </a:solidFill>
                <a:latin typeface="Arial" charset="0"/>
                <a:ea typeface="ＭＳ Ｐゴシック" charset="0"/>
                <a:cs typeface="ＭＳ Ｐゴシック" charset="0"/>
              </a:defRPr>
            </a:lvl1pPr>
            <a:lvl2pPr marL="742950" indent="-285750">
              <a:defRPr sz="2800" b="1">
                <a:solidFill>
                  <a:srgbClr val="FAFD00"/>
                </a:solidFill>
                <a:latin typeface="Arial" charset="0"/>
                <a:ea typeface="ＭＳ Ｐゴシック" charset="0"/>
              </a:defRPr>
            </a:lvl2pPr>
            <a:lvl3pPr marL="1143000" indent="-228600">
              <a:defRPr sz="2800" b="1">
                <a:solidFill>
                  <a:srgbClr val="FAFD00"/>
                </a:solidFill>
                <a:latin typeface="Arial" charset="0"/>
                <a:ea typeface="ＭＳ Ｐゴシック" charset="0"/>
              </a:defRPr>
            </a:lvl3pPr>
            <a:lvl4pPr marL="1600200" indent="-228600">
              <a:defRPr sz="2800" b="1">
                <a:solidFill>
                  <a:srgbClr val="FAFD00"/>
                </a:solidFill>
                <a:latin typeface="Arial" charset="0"/>
                <a:ea typeface="ＭＳ Ｐゴシック" charset="0"/>
              </a:defRPr>
            </a:lvl4pPr>
            <a:lvl5pPr marL="2057400" indent="-228600">
              <a:defRPr sz="2800" b="1">
                <a:solidFill>
                  <a:srgbClr val="FAFD00"/>
                </a:solidFill>
                <a:latin typeface="Arial" charset="0"/>
                <a:ea typeface="ＭＳ Ｐゴシック" charset="0"/>
              </a:defRPr>
            </a:lvl5pPr>
            <a:lvl6pPr marL="2514600" indent="-228600" eaLnBrk="0" fontAlgn="base" hangingPunct="0">
              <a:spcBef>
                <a:spcPct val="0"/>
              </a:spcBef>
              <a:spcAft>
                <a:spcPct val="0"/>
              </a:spcAft>
              <a:defRPr sz="2800" b="1">
                <a:solidFill>
                  <a:srgbClr val="FAFD00"/>
                </a:solidFill>
                <a:latin typeface="Arial" charset="0"/>
                <a:ea typeface="ＭＳ Ｐゴシック" charset="0"/>
              </a:defRPr>
            </a:lvl6pPr>
            <a:lvl7pPr marL="2971800" indent="-228600" eaLnBrk="0" fontAlgn="base" hangingPunct="0">
              <a:spcBef>
                <a:spcPct val="0"/>
              </a:spcBef>
              <a:spcAft>
                <a:spcPct val="0"/>
              </a:spcAft>
              <a:defRPr sz="2800" b="1">
                <a:solidFill>
                  <a:srgbClr val="FAFD00"/>
                </a:solidFill>
                <a:latin typeface="Arial" charset="0"/>
                <a:ea typeface="ＭＳ Ｐゴシック" charset="0"/>
              </a:defRPr>
            </a:lvl7pPr>
            <a:lvl8pPr marL="3429000" indent="-228600" eaLnBrk="0" fontAlgn="base" hangingPunct="0">
              <a:spcBef>
                <a:spcPct val="0"/>
              </a:spcBef>
              <a:spcAft>
                <a:spcPct val="0"/>
              </a:spcAft>
              <a:defRPr sz="2800" b="1">
                <a:solidFill>
                  <a:srgbClr val="FAFD00"/>
                </a:solidFill>
                <a:latin typeface="Arial" charset="0"/>
                <a:ea typeface="ＭＳ Ｐゴシック" charset="0"/>
              </a:defRPr>
            </a:lvl8pPr>
            <a:lvl9pPr marL="3886200" indent="-228600" eaLnBrk="0" fontAlgn="base" hangingPunct="0">
              <a:spcBef>
                <a:spcPct val="0"/>
              </a:spcBef>
              <a:spcAft>
                <a:spcPct val="0"/>
              </a:spcAft>
              <a:defRPr sz="2800" b="1">
                <a:solidFill>
                  <a:srgbClr val="FAFD00"/>
                </a:solidFill>
                <a:latin typeface="Arial" charset="0"/>
                <a:ea typeface="ＭＳ Ｐゴシック" charset="0"/>
              </a:defRPr>
            </a:lvl9pPr>
          </a:lstStyle>
          <a:p>
            <a:pPr>
              <a:spcBef>
                <a:spcPct val="50000"/>
              </a:spcBef>
            </a:pPr>
            <a:r>
              <a:rPr lang="en-US" sz="2000" dirty="0">
                <a:solidFill>
                  <a:schemeClr val="hlink"/>
                </a:solidFill>
              </a:rPr>
              <a:t>0</a:t>
            </a:r>
          </a:p>
        </p:txBody>
      </p:sp>
      <p:sp>
        <p:nvSpPr>
          <p:cNvPr id="33" name="Text Box 54"/>
          <p:cNvSpPr txBox="1">
            <a:spLocks noChangeArrowheads="1"/>
          </p:cNvSpPr>
          <p:nvPr/>
        </p:nvSpPr>
        <p:spPr bwMode="auto">
          <a:xfrm>
            <a:off x="6670244" y="3151686"/>
            <a:ext cx="436827"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50800">
                <a:solidFill>
                  <a:srgbClr val="000000"/>
                </a:solidFill>
                <a:miter lim="800000"/>
                <a:headEnd/>
                <a:tailEnd/>
              </a14:hiddenLine>
            </a:ext>
          </a:extLst>
        </p:spPr>
        <p:txBody>
          <a:bodyPr wrap="square">
            <a:spAutoFit/>
          </a:bodyPr>
          <a:lstStyle>
            <a:lvl1pPr>
              <a:defRPr sz="2800" b="1">
                <a:solidFill>
                  <a:srgbClr val="FAFD00"/>
                </a:solidFill>
                <a:latin typeface="Arial" charset="0"/>
                <a:ea typeface="ＭＳ Ｐゴシック" charset="0"/>
                <a:cs typeface="ＭＳ Ｐゴシック" charset="0"/>
              </a:defRPr>
            </a:lvl1pPr>
            <a:lvl2pPr marL="742950" indent="-285750">
              <a:defRPr sz="2800" b="1">
                <a:solidFill>
                  <a:srgbClr val="FAFD00"/>
                </a:solidFill>
                <a:latin typeface="Arial" charset="0"/>
                <a:ea typeface="ＭＳ Ｐゴシック" charset="0"/>
              </a:defRPr>
            </a:lvl2pPr>
            <a:lvl3pPr marL="1143000" indent="-228600">
              <a:defRPr sz="2800" b="1">
                <a:solidFill>
                  <a:srgbClr val="FAFD00"/>
                </a:solidFill>
                <a:latin typeface="Arial" charset="0"/>
                <a:ea typeface="ＭＳ Ｐゴシック" charset="0"/>
              </a:defRPr>
            </a:lvl3pPr>
            <a:lvl4pPr marL="1600200" indent="-228600">
              <a:defRPr sz="2800" b="1">
                <a:solidFill>
                  <a:srgbClr val="FAFD00"/>
                </a:solidFill>
                <a:latin typeface="Arial" charset="0"/>
                <a:ea typeface="ＭＳ Ｐゴシック" charset="0"/>
              </a:defRPr>
            </a:lvl4pPr>
            <a:lvl5pPr marL="2057400" indent="-228600">
              <a:defRPr sz="2800" b="1">
                <a:solidFill>
                  <a:srgbClr val="FAFD00"/>
                </a:solidFill>
                <a:latin typeface="Arial" charset="0"/>
                <a:ea typeface="ＭＳ Ｐゴシック" charset="0"/>
              </a:defRPr>
            </a:lvl5pPr>
            <a:lvl6pPr marL="2514600" indent="-228600" eaLnBrk="0" fontAlgn="base" hangingPunct="0">
              <a:spcBef>
                <a:spcPct val="0"/>
              </a:spcBef>
              <a:spcAft>
                <a:spcPct val="0"/>
              </a:spcAft>
              <a:defRPr sz="2800" b="1">
                <a:solidFill>
                  <a:srgbClr val="FAFD00"/>
                </a:solidFill>
                <a:latin typeface="Arial" charset="0"/>
                <a:ea typeface="ＭＳ Ｐゴシック" charset="0"/>
              </a:defRPr>
            </a:lvl6pPr>
            <a:lvl7pPr marL="2971800" indent="-228600" eaLnBrk="0" fontAlgn="base" hangingPunct="0">
              <a:spcBef>
                <a:spcPct val="0"/>
              </a:spcBef>
              <a:spcAft>
                <a:spcPct val="0"/>
              </a:spcAft>
              <a:defRPr sz="2800" b="1">
                <a:solidFill>
                  <a:srgbClr val="FAFD00"/>
                </a:solidFill>
                <a:latin typeface="Arial" charset="0"/>
                <a:ea typeface="ＭＳ Ｐゴシック" charset="0"/>
              </a:defRPr>
            </a:lvl7pPr>
            <a:lvl8pPr marL="3429000" indent="-228600" eaLnBrk="0" fontAlgn="base" hangingPunct="0">
              <a:spcBef>
                <a:spcPct val="0"/>
              </a:spcBef>
              <a:spcAft>
                <a:spcPct val="0"/>
              </a:spcAft>
              <a:defRPr sz="2800" b="1">
                <a:solidFill>
                  <a:srgbClr val="FAFD00"/>
                </a:solidFill>
                <a:latin typeface="Arial" charset="0"/>
                <a:ea typeface="ＭＳ Ｐゴシック" charset="0"/>
              </a:defRPr>
            </a:lvl8pPr>
            <a:lvl9pPr marL="3886200" indent="-228600" eaLnBrk="0" fontAlgn="base" hangingPunct="0">
              <a:spcBef>
                <a:spcPct val="0"/>
              </a:spcBef>
              <a:spcAft>
                <a:spcPct val="0"/>
              </a:spcAft>
              <a:defRPr sz="2800" b="1">
                <a:solidFill>
                  <a:srgbClr val="FAFD00"/>
                </a:solidFill>
                <a:latin typeface="Arial" charset="0"/>
                <a:ea typeface="ＭＳ Ｐゴシック" charset="0"/>
              </a:defRPr>
            </a:lvl9pPr>
          </a:lstStyle>
          <a:p>
            <a:pPr>
              <a:spcBef>
                <a:spcPct val="50000"/>
              </a:spcBef>
            </a:pPr>
            <a:r>
              <a:rPr lang="en-US" sz="2000" dirty="0">
                <a:solidFill>
                  <a:schemeClr val="hlink"/>
                </a:solidFill>
              </a:rPr>
              <a:t>0</a:t>
            </a:r>
          </a:p>
        </p:txBody>
      </p:sp>
      <p:pic>
        <p:nvPicPr>
          <p:cNvPr id="34" name="Picture 2" descr="Student iClicker Information - Canvas | Colorado State University"/>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t="10284" r="78997" b="11252"/>
          <a:stretch/>
        </p:blipFill>
        <p:spPr bwMode="auto">
          <a:xfrm>
            <a:off x="185095" y="114496"/>
            <a:ext cx="715651" cy="802078"/>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D92D9D92-2D98-274D-B334-41B9219AB1E5}"/>
              </a:ext>
            </a:extLst>
          </p:cNvPr>
          <p:cNvSpPr txBox="1"/>
          <p:nvPr/>
        </p:nvSpPr>
        <p:spPr>
          <a:xfrm>
            <a:off x="790292" y="4754636"/>
            <a:ext cx="7772400" cy="1477328"/>
          </a:xfrm>
          <a:prstGeom prst="rect">
            <a:avLst/>
          </a:prstGeom>
          <a:noFill/>
        </p:spPr>
        <p:txBody>
          <a:bodyPr wrap="square">
            <a:spAutoFit/>
          </a:bodyPr>
          <a:lstStyle/>
          <a:p>
            <a:pPr marL="342900" indent="-342900">
              <a:buAutoNum type="arabicParenBoth"/>
              <a:defRPr/>
            </a:pPr>
            <a:r>
              <a:rPr lang="en-US" sz="1800" dirty="0"/>
              <a:t>Look at formal charge</a:t>
            </a:r>
          </a:p>
          <a:p>
            <a:pPr marL="342900" indent="-342900">
              <a:buAutoNum type="arabicParenBoth"/>
              <a:defRPr/>
            </a:pPr>
            <a:r>
              <a:rPr lang="en-US" dirty="0"/>
              <a:t>Which one minimizes formal charge?</a:t>
            </a:r>
          </a:p>
          <a:p>
            <a:pPr marL="342900" indent="-342900">
              <a:buAutoNum type="arabicParenBoth"/>
              <a:defRPr/>
            </a:pPr>
            <a:r>
              <a:rPr lang="en-US" sz="1800" dirty="0"/>
              <a:t>Which one has unavoidable negative charges on the most electronegative atom?</a:t>
            </a:r>
          </a:p>
        </p:txBody>
      </p:sp>
    </p:spTree>
    <p:extLst>
      <p:ext uri="{BB962C8B-B14F-4D97-AF65-F5344CB8AC3E}">
        <p14:creationId xmlns:p14="http://schemas.microsoft.com/office/powerpoint/2010/main" val="3172152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animEffect transition="in" filter="fade">
                                      <p:cBhvr>
                                        <p:cTn id="11" dur="500"/>
                                        <p:tgtEl>
                                          <p:spTgt spid="9">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animEffect transition="in" filter="fade">
                                      <p:cBhvr>
                                        <p:cTn id="15" dur="500"/>
                                        <p:tgtEl>
                                          <p:spTgt spid="9">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500"/>
                                        <p:tgtEl>
                                          <p:spTgt spid="1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500"/>
                                        <p:tgtEl>
                                          <p:spTgt spid="2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500"/>
                                        <p:tgtEl>
                                          <p:spTgt spid="2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animEffect transition="in" filter="fade">
                                      <p:cBhvr>
                                        <p:cTn id="29" dur="500"/>
                                        <p:tgtEl>
                                          <p:spTgt spid="2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500"/>
                                        <p:tgtEl>
                                          <p:spTgt spid="2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500"/>
                                        <p:tgtEl>
                                          <p:spTgt spid="2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500"/>
                                        <p:tgtEl>
                                          <p:spTgt spid="2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500"/>
                                        <p:tgtEl>
                                          <p:spTgt spid="2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500"/>
                                        <p:tgtEl>
                                          <p:spTgt spid="2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500"/>
                                        <p:tgtEl>
                                          <p:spTgt spid="29"/>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30"/>
                                        </p:tgtEl>
                                        <p:attrNameLst>
                                          <p:attrName>style.visibility</p:attrName>
                                        </p:attrNameLst>
                                      </p:cBhvr>
                                      <p:to>
                                        <p:strVal val="visible"/>
                                      </p:to>
                                    </p:set>
                                    <p:animEffect transition="in" filter="fade">
                                      <p:cBhvr>
                                        <p:cTn id="54" dur="500"/>
                                        <p:tgtEl>
                                          <p:spTgt spid="3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500"/>
                                        <p:tgtEl>
                                          <p:spTgt spid="25"/>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fade">
                                      <p:cBhvr>
                                        <p:cTn id="60" dur="500"/>
                                        <p:tgtEl>
                                          <p:spTgt spid="3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2"/>
                                        </p:tgtEl>
                                        <p:attrNameLst>
                                          <p:attrName>style.visibility</p:attrName>
                                        </p:attrNameLst>
                                      </p:cBhvr>
                                      <p:to>
                                        <p:strVal val="visible"/>
                                      </p:to>
                                    </p:set>
                                    <p:animEffect transition="in" filter="fade">
                                      <p:cBhvr>
                                        <p:cTn id="63" dur="500"/>
                                        <p:tgtEl>
                                          <p:spTgt spid="3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3"/>
                                        </p:tgtEl>
                                        <p:attrNameLst>
                                          <p:attrName>style.visibility</p:attrName>
                                        </p:attrNameLst>
                                      </p:cBhvr>
                                      <p:to>
                                        <p:strVal val="visible"/>
                                      </p:to>
                                    </p:set>
                                    <p:animEffect transition="in" filter="fade">
                                      <p:cBhvr>
                                        <p:cTn id="66" dur="500"/>
                                        <p:tgtEl>
                                          <p:spTgt spid="33"/>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4"/>
                                        </p:tgtEl>
                                        <p:attrNameLst>
                                          <p:attrName>style.visibility</p:attrName>
                                        </p:attrNameLst>
                                      </p:cBhvr>
                                      <p:to>
                                        <p:strVal val="visible"/>
                                      </p:to>
                                    </p:set>
                                    <p:animEffect transition="in" filter="fade">
                                      <p:cBhvr>
                                        <p:cTn id="7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4993" y="934011"/>
            <a:ext cx="7955280" cy="958584"/>
          </a:xfrm>
        </p:spPr>
        <p:txBody>
          <a:bodyPr/>
          <a:lstStyle/>
          <a:p>
            <a:pPr marL="0" indent="0" algn="ctr">
              <a:buNone/>
            </a:pPr>
            <a:r>
              <a:rPr lang="en-US" sz="3600" dirty="0">
                <a:solidFill>
                  <a:srgbClr val="E81F29"/>
                </a:solidFill>
              </a:rPr>
              <a:t>Octet Rule </a:t>
            </a:r>
            <a:r>
              <a:rPr lang="en-US" sz="3600" dirty="0"/>
              <a:t>vs. </a:t>
            </a:r>
            <a:r>
              <a:rPr lang="en-US" sz="3600" dirty="0">
                <a:solidFill>
                  <a:srgbClr val="00A39A"/>
                </a:solidFill>
              </a:rPr>
              <a:t>Formal Charge</a:t>
            </a:r>
            <a:r>
              <a:rPr lang="en-US" sz="3600" dirty="0"/>
              <a:t>:</a:t>
            </a:r>
            <a:r>
              <a:rPr lang="en-US" dirty="0"/>
              <a:t> </a:t>
            </a:r>
            <a:br>
              <a:rPr lang="en-US" dirty="0"/>
            </a:br>
            <a:r>
              <a:rPr lang="en-US" dirty="0"/>
              <a:t>which one is more important?</a:t>
            </a:r>
          </a:p>
        </p:txBody>
      </p:sp>
      <p:sp>
        <p:nvSpPr>
          <p:cNvPr id="4" name="Slide Number Placeholder 3"/>
          <p:cNvSpPr>
            <a:spLocks noGrp="1"/>
          </p:cNvSpPr>
          <p:nvPr>
            <p:ph type="sldNum" sz="quarter" idx="12"/>
          </p:nvPr>
        </p:nvSpPr>
        <p:spPr/>
        <p:txBody>
          <a:bodyPr/>
          <a:lstStyle/>
          <a:p>
            <a:fld id="{63C103D7-7FC1-4B9F-A526-BC88A3C4AA47}" type="slidenum">
              <a:rPr lang="en-US" smtClean="0"/>
              <a:pPr/>
              <a:t>13</a:t>
            </a:fld>
            <a:endParaRPr lang="en-US" dirty="0"/>
          </a:p>
        </p:txBody>
      </p:sp>
      <p:pic>
        <p:nvPicPr>
          <p:cNvPr id="15362" name="Picture 2" descr="Related image"/>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8280" t="9793" r="6735" b="5905"/>
          <a:stretch/>
        </p:blipFill>
        <p:spPr bwMode="auto">
          <a:xfrm>
            <a:off x="2535866" y="1892595"/>
            <a:ext cx="4093534" cy="3083442"/>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2"/>
          <p:cNvSpPr txBox="1">
            <a:spLocks/>
          </p:cNvSpPr>
          <p:nvPr/>
        </p:nvSpPr>
        <p:spPr>
          <a:xfrm>
            <a:off x="604993" y="5052355"/>
            <a:ext cx="8203373" cy="1454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0" indent="0" algn="ctr">
              <a:buFont typeface="Arial" panose="020B0604020202020204" pitchFamily="34" charset="0"/>
              <a:buNone/>
            </a:pPr>
            <a:r>
              <a:rPr lang="en-US" dirty="0"/>
              <a:t>Period 3 elements and below: minimize </a:t>
            </a:r>
            <a:r>
              <a:rPr lang="en-US" dirty="0">
                <a:solidFill>
                  <a:srgbClr val="00A39A"/>
                </a:solidFill>
              </a:rPr>
              <a:t>formal charge</a:t>
            </a:r>
          </a:p>
          <a:p>
            <a:pPr marL="0" indent="0" algn="ctr">
              <a:buFont typeface="Arial" panose="020B0604020202020204" pitchFamily="34" charset="0"/>
              <a:buNone/>
            </a:pPr>
            <a:r>
              <a:rPr lang="en-US" dirty="0"/>
              <a:t>Period 2 elements and above: minimize </a:t>
            </a:r>
            <a:r>
              <a:rPr lang="en-US" dirty="0">
                <a:solidFill>
                  <a:srgbClr val="00A39A"/>
                </a:solidFill>
              </a:rPr>
              <a:t>formal charge </a:t>
            </a:r>
            <a:br>
              <a:rPr lang="en-US" dirty="0"/>
            </a:br>
            <a:r>
              <a:rPr lang="en-US" dirty="0"/>
              <a:t>				while following the </a:t>
            </a:r>
            <a:r>
              <a:rPr lang="en-US" dirty="0">
                <a:solidFill>
                  <a:srgbClr val="E81F29"/>
                </a:solidFill>
              </a:rPr>
              <a:t>octet rule</a:t>
            </a:r>
            <a:br>
              <a:rPr lang="en-US" dirty="0"/>
            </a:br>
            <a:r>
              <a:rPr lang="en-US" dirty="0"/>
              <a:t>				(or having </a:t>
            </a:r>
            <a:r>
              <a:rPr lang="en-US" i="1" dirty="0">
                <a:solidFill>
                  <a:srgbClr val="CC00CC"/>
                </a:solidFill>
              </a:rPr>
              <a:t>less </a:t>
            </a:r>
            <a:r>
              <a:rPr lang="en-US" dirty="0">
                <a:solidFill>
                  <a:srgbClr val="CC00CC"/>
                </a:solidFill>
              </a:rPr>
              <a:t>than an octet</a:t>
            </a:r>
            <a:r>
              <a:rPr lang="en-US" dirty="0"/>
              <a:t>…) </a:t>
            </a:r>
          </a:p>
        </p:txBody>
      </p:sp>
      <p:sp>
        <p:nvSpPr>
          <p:cNvPr id="5" name="Rectangle 4"/>
          <p:cNvSpPr/>
          <p:nvPr/>
        </p:nvSpPr>
        <p:spPr>
          <a:xfrm>
            <a:off x="2411430" y="5779740"/>
            <a:ext cx="998991" cy="369332"/>
          </a:xfrm>
          <a:prstGeom prst="rect">
            <a:avLst/>
          </a:prstGeom>
        </p:spPr>
        <p:txBody>
          <a:bodyPr wrap="none">
            <a:spAutoFit/>
          </a:bodyPr>
          <a:lstStyle/>
          <a:p>
            <a:r>
              <a:rPr lang="en-US" dirty="0">
                <a:solidFill>
                  <a:schemeClr val="bg1">
                    <a:lumMod val="75000"/>
                  </a:schemeClr>
                </a:solidFill>
              </a:rPr>
              <a:t>(Z &lt; 12)</a:t>
            </a:r>
          </a:p>
        </p:txBody>
      </p:sp>
    </p:spTree>
    <p:extLst>
      <p:ext uri="{BB962C8B-B14F-4D97-AF65-F5344CB8AC3E}">
        <p14:creationId xmlns:p14="http://schemas.microsoft.com/office/powerpoint/2010/main" val="923861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8369" name="Rectangle 2"/>
          <p:cNvSpPr>
            <a:spLocks noGrp="1" noChangeArrowheads="1"/>
          </p:cNvSpPr>
          <p:nvPr>
            <p:ph type="title"/>
          </p:nvPr>
        </p:nvSpPr>
        <p:spPr>
          <a:xfrm>
            <a:off x="1729858" y="917787"/>
            <a:ext cx="6377940" cy="1254759"/>
          </a:xfrm>
        </p:spPr>
        <p:txBody>
          <a:bodyPr/>
          <a:lstStyle/>
          <a:p>
            <a:r>
              <a:rPr lang="en-US" dirty="0"/>
              <a:t>Practice Drawing Lewis Structures:</a:t>
            </a:r>
            <a:br>
              <a:rPr lang="en-US" dirty="0"/>
            </a:br>
            <a:r>
              <a:rPr lang="en-US" sz="3200" dirty="0">
                <a:solidFill>
                  <a:srgbClr val="FF0000"/>
                </a:solidFill>
              </a:rPr>
              <a:t>Expanded Octets</a:t>
            </a:r>
            <a:endParaRPr lang="en-US" dirty="0">
              <a:solidFill>
                <a:srgbClr val="FF0000"/>
              </a:solidFill>
            </a:endParaRPr>
          </a:p>
        </p:txBody>
      </p:sp>
      <p:sp>
        <p:nvSpPr>
          <p:cNvPr id="60418" name="Rectangle 3"/>
          <p:cNvSpPr>
            <a:spLocks noGrp="1" noChangeArrowheads="1"/>
          </p:cNvSpPr>
          <p:nvPr>
            <p:ph idx="1"/>
          </p:nvPr>
        </p:nvSpPr>
        <p:spPr>
          <a:xfrm>
            <a:off x="594360" y="2998381"/>
            <a:ext cx="7955280" cy="3357464"/>
          </a:xfrm>
        </p:spPr>
        <p:txBody>
          <a:bodyPr/>
          <a:lstStyle/>
          <a:p>
            <a:r>
              <a:rPr lang="en-US" dirty="0"/>
              <a:t>Draw Lewis diagrams of these molecules:</a:t>
            </a:r>
          </a:p>
          <a:p>
            <a:pPr lvl="1"/>
            <a:r>
              <a:rPr lang="en-US" dirty="0"/>
              <a:t>SO</a:t>
            </a:r>
            <a:r>
              <a:rPr lang="en-US" baseline="-25000" dirty="0"/>
              <a:t>4</a:t>
            </a:r>
            <a:r>
              <a:rPr lang="en-US" baseline="30000" dirty="0"/>
              <a:t> 2–</a:t>
            </a:r>
            <a:endParaRPr lang="en-US" dirty="0"/>
          </a:p>
          <a:p>
            <a:pPr lvl="1"/>
            <a:r>
              <a:rPr lang="en-US" dirty="0"/>
              <a:t>H</a:t>
            </a:r>
            <a:r>
              <a:rPr lang="en-US" baseline="-25000" dirty="0"/>
              <a:t>3</a:t>
            </a:r>
            <a:r>
              <a:rPr lang="en-US" dirty="0"/>
              <a:t>PO</a:t>
            </a:r>
            <a:r>
              <a:rPr lang="en-US" baseline="-25000" dirty="0"/>
              <a:t>4 </a:t>
            </a:r>
          </a:p>
          <a:p>
            <a:pPr lvl="1"/>
            <a:endParaRPr lang="en-US" dirty="0"/>
          </a:p>
          <a:p>
            <a:endParaRPr lang="en-US" dirty="0"/>
          </a:p>
        </p:txBody>
      </p:sp>
      <p:sp>
        <p:nvSpPr>
          <p:cNvPr id="4" name="Slide Number Placeholder 3"/>
          <p:cNvSpPr>
            <a:spLocks noGrp="1"/>
          </p:cNvSpPr>
          <p:nvPr>
            <p:ph type="sldNum" sz="quarter" idx="12"/>
          </p:nvPr>
        </p:nvSpPr>
        <p:spPr/>
        <p:txBody>
          <a:bodyPr/>
          <a:lstStyle/>
          <a:p>
            <a:fld id="{63C103D7-7FC1-4B9F-A526-BC88A3C4AA47}" type="slidenum">
              <a:rPr lang="en-US" smtClean="0"/>
              <a:pPr/>
              <a:t>14</a:t>
            </a:fld>
            <a:endParaRPr lang="en-US" dirty="0"/>
          </a:p>
        </p:txBody>
      </p:sp>
      <p:pic>
        <p:nvPicPr>
          <p:cNvPr id="14338" name="Picture 2" descr="https://upload.wikimedia.org/wikipedia/commons/5/55/Sulfate-resonance-2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64115" y="3309064"/>
            <a:ext cx="5196059" cy="3046781"/>
          </a:xfrm>
          <a:prstGeom prst="rect">
            <a:avLst/>
          </a:prstGeom>
          <a:noFill/>
          <a:extLst>
            <a:ext uri="{909E8E84-426E-40DD-AFC4-6F175D3DCCD1}">
              <a14:hiddenFill xmlns:a14="http://schemas.microsoft.com/office/drawing/2010/main">
                <a:solidFill>
                  <a:srgbClr val="FFFFFF"/>
                </a:solidFill>
              </a14:hiddenFill>
            </a:ext>
          </a:extLst>
        </p:spPr>
      </p:pic>
      <p:pic>
        <p:nvPicPr>
          <p:cNvPr id="15362" name="Picture 2" descr="Structural formula of phosphoric acid, showing dimensions"/>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8500" y="4298741"/>
            <a:ext cx="2743200" cy="19077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791620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0418">
                                            <p:txEl>
                                              <p:pRg st="1" end="1"/>
                                            </p:txEl>
                                          </p:spTgt>
                                        </p:tgtEl>
                                        <p:attrNameLst>
                                          <p:attrName>style.visibility</p:attrName>
                                        </p:attrNameLst>
                                      </p:cBhvr>
                                      <p:to>
                                        <p:strVal val="visible"/>
                                      </p:to>
                                    </p:set>
                                    <p:animEffect transition="in" filter="fade">
                                      <p:cBhvr>
                                        <p:cTn id="7" dur="500"/>
                                        <p:tgtEl>
                                          <p:spTgt spid="60418">
                                            <p:txEl>
                                              <p:pRg st="1" end="1"/>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0418">
                                            <p:txEl>
                                              <p:pRg st="2" end="2"/>
                                            </p:txEl>
                                          </p:spTgt>
                                        </p:tgtEl>
                                        <p:attrNameLst>
                                          <p:attrName>style.visibility</p:attrName>
                                        </p:attrNameLst>
                                      </p:cBhvr>
                                      <p:to>
                                        <p:strVal val="visible"/>
                                      </p:to>
                                    </p:set>
                                    <p:animEffect transition="in" filter="fade">
                                      <p:cBhvr>
                                        <p:cTn id="11" dur="500"/>
                                        <p:tgtEl>
                                          <p:spTgt spid="60418">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4338"/>
                                        </p:tgtEl>
                                        <p:attrNameLst>
                                          <p:attrName>style.visibility</p:attrName>
                                        </p:attrNameLst>
                                      </p:cBhvr>
                                      <p:to>
                                        <p:strVal val="visible"/>
                                      </p:to>
                                    </p:set>
                                    <p:animEffect transition="in" filter="fade">
                                      <p:cBhvr>
                                        <p:cTn id="16" dur="500"/>
                                        <p:tgtEl>
                                          <p:spTgt spid="1433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5362"/>
                                        </p:tgtEl>
                                        <p:attrNameLst>
                                          <p:attrName>style.visibility</p:attrName>
                                        </p:attrNameLst>
                                      </p:cBhvr>
                                      <p:to>
                                        <p:strVal val="visible"/>
                                      </p:to>
                                    </p:set>
                                    <p:animEffect transition="in" filter="fade">
                                      <p:cBhvr>
                                        <p:cTn id="21" dur="500"/>
                                        <p:tgtEl>
                                          <p:spTgt spid="15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6111" y="1743159"/>
            <a:ext cx="6485016" cy="447675"/>
          </a:xfrm>
        </p:spPr>
        <p:txBody>
          <a:bodyPr>
            <a:noAutofit/>
          </a:bodyPr>
          <a:lstStyle/>
          <a:p>
            <a:r>
              <a:rPr lang="en-US" sz="2800" dirty="0"/>
              <a:t>Draw the Lewis structure for BF</a:t>
            </a:r>
            <a:r>
              <a:rPr lang="en-US" sz="2800" baseline="-25000" dirty="0"/>
              <a:t>3</a:t>
            </a:r>
          </a:p>
        </p:txBody>
      </p:sp>
      <p:sp>
        <p:nvSpPr>
          <p:cNvPr id="4" name="Slide Number Placeholder 3"/>
          <p:cNvSpPr>
            <a:spLocks noGrp="1"/>
          </p:cNvSpPr>
          <p:nvPr>
            <p:ph type="sldNum" sz="quarter" idx="12"/>
          </p:nvPr>
        </p:nvSpPr>
        <p:spPr/>
        <p:txBody>
          <a:bodyPr/>
          <a:lstStyle/>
          <a:p>
            <a:fld id="{63C103D7-7FC1-4B9F-A526-BC88A3C4AA47}" type="slidenum">
              <a:rPr lang="en-US" smtClean="0"/>
              <a:pPr/>
              <a:t>15</a:t>
            </a:fld>
            <a:endParaRPr lang="en-US" dirty="0"/>
          </a:p>
        </p:txBody>
      </p:sp>
      <p:grpSp>
        <p:nvGrpSpPr>
          <p:cNvPr id="5" name="Group 5"/>
          <p:cNvGrpSpPr>
            <a:grpSpLocks/>
          </p:cNvGrpSpPr>
          <p:nvPr/>
        </p:nvGrpSpPr>
        <p:grpSpPr bwMode="auto">
          <a:xfrm>
            <a:off x="4712844" y="2521346"/>
            <a:ext cx="1361952" cy="2446337"/>
            <a:chOff x="3475" y="1235"/>
            <a:chExt cx="858" cy="1541"/>
          </a:xfrm>
        </p:grpSpPr>
        <p:sp>
          <p:nvSpPr>
            <p:cNvPr id="6" name="Rectangle 6"/>
            <p:cNvSpPr>
              <a:spLocks noChangeArrowheads="1"/>
            </p:cNvSpPr>
            <p:nvPr/>
          </p:nvSpPr>
          <p:spPr bwMode="auto">
            <a:xfrm>
              <a:off x="3555" y="1808"/>
              <a:ext cx="161" cy="34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3600">
                  <a:solidFill>
                    <a:srgbClr val="000000"/>
                  </a:solidFill>
                  <a:latin typeface="Geneva" charset="0"/>
                </a:rPr>
                <a:t>F</a:t>
              </a:r>
              <a:endParaRPr lang="en-US">
                <a:solidFill>
                  <a:schemeClr val="accent2"/>
                </a:solidFill>
              </a:endParaRPr>
            </a:p>
          </p:txBody>
        </p:sp>
        <p:sp>
          <p:nvSpPr>
            <p:cNvPr id="7" name="Rectangle 7"/>
            <p:cNvSpPr>
              <a:spLocks noChangeArrowheads="1"/>
            </p:cNvSpPr>
            <p:nvPr/>
          </p:nvSpPr>
          <p:spPr bwMode="auto">
            <a:xfrm>
              <a:off x="3563" y="2126"/>
              <a:ext cx="129" cy="1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200" b="0">
                  <a:solidFill>
                    <a:srgbClr val="FF0000"/>
                  </a:solidFill>
                  <a:latin typeface="Geneva" charset="0"/>
                </a:rPr>
                <a:t>••</a:t>
              </a:r>
              <a:endParaRPr lang="en-US">
                <a:solidFill>
                  <a:schemeClr val="accent2"/>
                </a:solidFill>
              </a:endParaRPr>
            </a:p>
          </p:txBody>
        </p:sp>
        <p:sp>
          <p:nvSpPr>
            <p:cNvPr id="8" name="Rectangle 8"/>
            <p:cNvSpPr>
              <a:spLocks noChangeArrowheads="1"/>
            </p:cNvSpPr>
            <p:nvPr/>
          </p:nvSpPr>
          <p:spPr bwMode="auto">
            <a:xfrm>
              <a:off x="4260" y="1282"/>
              <a:ext cx="65" cy="1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200" b="0">
                  <a:solidFill>
                    <a:srgbClr val="FF0000"/>
                  </a:solidFill>
                  <a:latin typeface="Geneva" charset="0"/>
                </a:rPr>
                <a:t>•</a:t>
              </a:r>
              <a:endParaRPr lang="en-US">
                <a:solidFill>
                  <a:schemeClr val="accent2"/>
                </a:solidFill>
              </a:endParaRPr>
            </a:p>
          </p:txBody>
        </p:sp>
        <p:sp>
          <p:nvSpPr>
            <p:cNvPr id="9" name="Rectangle 9"/>
            <p:cNvSpPr>
              <a:spLocks noChangeArrowheads="1"/>
            </p:cNvSpPr>
            <p:nvPr/>
          </p:nvSpPr>
          <p:spPr bwMode="auto">
            <a:xfrm>
              <a:off x="4260" y="1410"/>
              <a:ext cx="65" cy="1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200" b="0">
                  <a:solidFill>
                    <a:srgbClr val="FF0000"/>
                  </a:solidFill>
                  <a:latin typeface="Geneva" charset="0"/>
                </a:rPr>
                <a:t>•</a:t>
              </a:r>
              <a:endParaRPr lang="en-US">
                <a:solidFill>
                  <a:schemeClr val="accent2"/>
                </a:solidFill>
              </a:endParaRPr>
            </a:p>
          </p:txBody>
        </p:sp>
        <p:sp>
          <p:nvSpPr>
            <p:cNvPr id="10" name="Rectangle 10"/>
            <p:cNvSpPr>
              <a:spLocks noChangeArrowheads="1"/>
            </p:cNvSpPr>
            <p:nvPr/>
          </p:nvSpPr>
          <p:spPr bwMode="auto">
            <a:xfrm>
              <a:off x="4110" y="2660"/>
              <a:ext cx="129" cy="1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200" b="0">
                  <a:solidFill>
                    <a:srgbClr val="FF0000"/>
                  </a:solidFill>
                  <a:latin typeface="Geneva" charset="0"/>
                </a:rPr>
                <a:t>••</a:t>
              </a:r>
              <a:endParaRPr lang="en-US">
                <a:solidFill>
                  <a:schemeClr val="accent2"/>
                </a:solidFill>
              </a:endParaRPr>
            </a:p>
          </p:txBody>
        </p:sp>
        <p:sp>
          <p:nvSpPr>
            <p:cNvPr id="11" name="Rectangle 11"/>
            <p:cNvSpPr>
              <a:spLocks noChangeArrowheads="1"/>
            </p:cNvSpPr>
            <p:nvPr/>
          </p:nvSpPr>
          <p:spPr bwMode="auto">
            <a:xfrm>
              <a:off x="4086" y="1235"/>
              <a:ext cx="161" cy="34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3600">
                  <a:solidFill>
                    <a:srgbClr val="000000"/>
                  </a:solidFill>
                  <a:latin typeface="Geneva" charset="0"/>
                </a:rPr>
                <a:t>F</a:t>
              </a:r>
              <a:endParaRPr lang="en-US">
                <a:solidFill>
                  <a:schemeClr val="accent2"/>
                </a:solidFill>
              </a:endParaRPr>
            </a:p>
          </p:txBody>
        </p:sp>
        <p:sp>
          <p:nvSpPr>
            <p:cNvPr id="12" name="Rectangle 12"/>
            <p:cNvSpPr>
              <a:spLocks noChangeArrowheads="1"/>
            </p:cNvSpPr>
            <p:nvPr/>
          </p:nvSpPr>
          <p:spPr bwMode="auto">
            <a:xfrm>
              <a:off x="4094" y="2349"/>
              <a:ext cx="161" cy="34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3600">
                  <a:solidFill>
                    <a:srgbClr val="000000"/>
                  </a:solidFill>
                  <a:latin typeface="Geneva" charset="0"/>
                </a:rPr>
                <a:t>F</a:t>
              </a:r>
              <a:endParaRPr lang="en-US">
                <a:solidFill>
                  <a:schemeClr val="accent2"/>
                </a:solidFill>
              </a:endParaRPr>
            </a:p>
          </p:txBody>
        </p:sp>
        <p:sp>
          <p:nvSpPr>
            <p:cNvPr id="13" name="Rectangle 13"/>
            <p:cNvSpPr>
              <a:spLocks noChangeArrowheads="1"/>
            </p:cNvSpPr>
            <p:nvPr/>
          </p:nvSpPr>
          <p:spPr bwMode="auto">
            <a:xfrm>
              <a:off x="4046" y="1816"/>
              <a:ext cx="185" cy="34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3600" dirty="0">
                  <a:solidFill>
                    <a:srgbClr val="00BB00"/>
                  </a:solidFill>
                  <a:latin typeface="Geneva" charset="0"/>
                </a:rPr>
                <a:t>B</a:t>
              </a:r>
              <a:endParaRPr lang="en-US" dirty="0">
                <a:solidFill>
                  <a:schemeClr val="accent2"/>
                </a:solidFill>
              </a:endParaRPr>
            </a:p>
          </p:txBody>
        </p:sp>
        <p:sp>
          <p:nvSpPr>
            <p:cNvPr id="14" name="Line 14"/>
            <p:cNvSpPr>
              <a:spLocks noChangeShapeType="1"/>
            </p:cNvSpPr>
            <p:nvPr/>
          </p:nvSpPr>
          <p:spPr bwMode="auto">
            <a:xfrm flipH="1">
              <a:off x="4128" y="1584"/>
              <a:ext cx="6" cy="218"/>
            </a:xfrm>
            <a:prstGeom prst="line">
              <a:avLst/>
            </a:prstGeom>
            <a:noFill/>
            <a:ln w="38100">
              <a:solidFill>
                <a:srgbClr val="000000"/>
              </a:solidFill>
              <a:round/>
              <a:headEnd/>
              <a:tailEnd/>
            </a:ln>
          </p:spPr>
          <p:txBody>
            <a:bodyPr/>
            <a:lstStyle/>
            <a:p>
              <a:pPr>
                <a:defRPr/>
              </a:pPr>
              <a:endParaRPr lang="en-US">
                <a:effectLst>
                  <a:outerShdw blurRad="38100" dist="38100" dir="2700000" algn="tl">
                    <a:srgbClr val="000000">
                      <a:alpha val="43137"/>
                    </a:srgbClr>
                  </a:outerShdw>
                </a:effectLst>
                <a:latin typeface="Arial" pitchFamily="-112" charset="0"/>
                <a:ea typeface="+mn-ea"/>
                <a:cs typeface="+mn-cs"/>
              </a:endParaRPr>
            </a:p>
          </p:txBody>
        </p:sp>
        <p:sp>
          <p:nvSpPr>
            <p:cNvPr id="15" name="Line 15"/>
            <p:cNvSpPr>
              <a:spLocks noChangeShapeType="1"/>
            </p:cNvSpPr>
            <p:nvPr/>
          </p:nvSpPr>
          <p:spPr bwMode="auto">
            <a:xfrm>
              <a:off x="3773" y="1972"/>
              <a:ext cx="246" cy="1"/>
            </a:xfrm>
            <a:prstGeom prst="line">
              <a:avLst/>
            </a:prstGeom>
            <a:noFill/>
            <a:ln w="38100">
              <a:solidFill>
                <a:srgbClr val="000000"/>
              </a:solidFill>
              <a:round/>
              <a:headEnd/>
              <a:tailEnd/>
            </a:ln>
          </p:spPr>
          <p:txBody>
            <a:bodyPr/>
            <a:lstStyle/>
            <a:p>
              <a:pPr>
                <a:defRPr/>
              </a:pPr>
              <a:endParaRPr lang="en-US">
                <a:effectLst>
                  <a:outerShdw blurRad="38100" dist="38100" dir="2700000" algn="tl">
                    <a:srgbClr val="000000">
                      <a:alpha val="43137"/>
                    </a:srgbClr>
                  </a:outerShdw>
                </a:effectLst>
                <a:latin typeface="Arial" pitchFamily="-112" charset="0"/>
                <a:ea typeface="+mn-ea"/>
                <a:cs typeface="+mn-cs"/>
              </a:endParaRPr>
            </a:p>
          </p:txBody>
        </p:sp>
        <p:sp>
          <p:nvSpPr>
            <p:cNvPr id="16" name="Line 16"/>
            <p:cNvSpPr>
              <a:spLocks noChangeShapeType="1"/>
            </p:cNvSpPr>
            <p:nvPr/>
          </p:nvSpPr>
          <p:spPr bwMode="auto">
            <a:xfrm>
              <a:off x="4146" y="2123"/>
              <a:ext cx="1" cy="215"/>
            </a:xfrm>
            <a:prstGeom prst="line">
              <a:avLst/>
            </a:prstGeom>
            <a:noFill/>
            <a:ln w="38100">
              <a:solidFill>
                <a:srgbClr val="000000"/>
              </a:solidFill>
              <a:round/>
              <a:headEnd/>
              <a:tailEnd/>
            </a:ln>
          </p:spPr>
          <p:txBody>
            <a:bodyPr/>
            <a:lstStyle/>
            <a:p>
              <a:pPr>
                <a:defRPr/>
              </a:pPr>
              <a:endParaRPr lang="en-US">
                <a:effectLst>
                  <a:outerShdw blurRad="38100" dist="38100" dir="2700000" algn="tl">
                    <a:srgbClr val="000000">
                      <a:alpha val="43137"/>
                    </a:srgbClr>
                  </a:outerShdw>
                </a:effectLst>
                <a:latin typeface="Arial" pitchFamily="-112" charset="0"/>
                <a:ea typeface="+mn-ea"/>
                <a:cs typeface="+mn-cs"/>
              </a:endParaRPr>
            </a:p>
          </p:txBody>
        </p:sp>
        <p:sp>
          <p:nvSpPr>
            <p:cNvPr id="17" name="Rectangle 17"/>
            <p:cNvSpPr>
              <a:spLocks noChangeArrowheads="1"/>
            </p:cNvSpPr>
            <p:nvPr/>
          </p:nvSpPr>
          <p:spPr bwMode="auto">
            <a:xfrm>
              <a:off x="3578" y="1728"/>
              <a:ext cx="129" cy="1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200" b="0">
                  <a:solidFill>
                    <a:srgbClr val="FF0000"/>
                  </a:solidFill>
                  <a:latin typeface="Geneva" charset="0"/>
                </a:rPr>
                <a:t>••</a:t>
              </a:r>
              <a:endParaRPr lang="en-US">
                <a:solidFill>
                  <a:schemeClr val="accent2"/>
                </a:solidFill>
              </a:endParaRPr>
            </a:p>
          </p:txBody>
        </p:sp>
        <p:sp>
          <p:nvSpPr>
            <p:cNvPr id="18" name="Rectangle 18"/>
            <p:cNvSpPr>
              <a:spLocks noChangeArrowheads="1"/>
            </p:cNvSpPr>
            <p:nvPr/>
          </p:nvSpPr>
          <p:spPr bwMode="auto">
            <a:xfrm>
              <a:off x="3475" y="1856"/>
              <a:ext cx="65" cy="1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200" b="0">
                  <a:solidFill>
                    <a:srgbClr val="FF0000"/>
                  </a:solidFill>
                  <a:latin typeface="Geneva" charset="0"/>
                </a:rPr>
                <a:t>•</a:t>
              </a:r>
              <a:endParaRPr lang="en-US">
                <a:solidFill>
                  <a:schemeClr val="accent2"/>
                </a:solidFill>
              </a:endParaRPr>
            </a:p>
          </p:txBody>
        </p:sp>
        <p:sp>
          <p:nvSpPr>
            <p:cNvPr id="19" name="Rectangle 19"/>
            <p:cNvSpPr>
              <a:spLocks noChangeArrowheads="1"/>
            </p:cNvSpPr>
            <p:nvPr/>
          </p:nvSpPr>
          <p:spPr bwMode="auto">
            <a:xfrm>
              <a:off x="3475" y="1983"/>
              <a:ext cx="65" cy="1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200" b="0">
                  <a:solidFill>
                    <a:srgbClr val="FF0000"/>
                  </a:solidFill>
                  <a:latin typeface="Geneva" charset="0"/>
                </a:rPr>
                <a:t>•</a:t>
              </a:r>
              <a:endParaRPr lang="en-US">
                <a:solidFill>
                  <a:schemeClr val="accent2"/>
                </a:solidFill>
              </a:endParaRPr>
            </a:p>
          </p:txBody>
        </p:sp>
        <p:sp>
          <p:nvSpPr>
            <p:cNvPr id="20" name="Rectangle 20"/>
            <p:cNvSpPr>
              <a:spLocks noChangeArrowheads="1"/>
            </p:cNvSpPr>
            <p:nvPr/>
          </p:nvSpPr>
          <p:spPr bwMode="auto">
            <a:xfrm>
              <a:off x="3999" y="1290"/>
              <a:ext cx="65" cy="1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200" b="0">
                  <a:solidFill>
                    <a:srgbClr val="FF0000"/>
                  </a:solidFill>
                  <a:latin typeface="Geneva" charset="0"/>
                </a:rPr>
                <a:t>•</a:t>
              </a:r>
              <a:endParaRPr lang="en-US">
                <a:solidFill>
                  <a:schemeClr val="accent2"/>
                </a:solidFill>
              </a:endParaRPr>
            </a:p>
          </p:txBody>
        </p:sp>
        <p:sp>
          <p:nvSpPr>
            <p:cNvPr id="21" name="Rectangle 21"/>
            <p:cNvSpPr>
              <a:spLocks noChangeArrowheads="1"/>
            </p:cNvSpPr>
            <p:nvPr/>
          </p:nvSpPr>
          <p:spPr bwMode="auto">
            <a:xfrm>
              <a:off x="3999" y="1418"/>
              <a:ext cx="65" cy="1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200" b="0">
                  <a:solidFill>
                    <a:srgbClr val="FF0000"/>
                  </a:solidFill>
                  <a:latin typeface="Geneva" charset="0"/>
                </a:rPr>
                <a:t>•</a:t>
              </a:r>
              <a:endParaRPr lang="en-US">
                <a:solidFill>
                  <a:schemeClr val="accent2"/>
                </a:solidFill>
              </a:endParaRPr>
            </a:p>
          </p:txBody>
        </p:sp>
        <p:sp>
          <p:nvSpPr>
            <p:cNvPr id="22" name="Rectangle 22"/>
            <p:cNvSpPr>
              <a:spLocks noChangeArrowheads="1"/>
            </p:cNvSpPr>
            <p:nvPr/>
          </p:nvSpPr>
          <p:spPr bwMode="auto">
            <a:xfrm>
              <a:off x="4022" y="2397"/>
              <a:ext cx="65" cy="1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200" b="0">
                  <a:solidFill>
                    <a:srgbClr val="FF0000"/>
                  </a:solidFill>
                  <a:latin typeface="Geneva" charset="0"/>
                </a:rPr>
                <a:t>•</a:t>
              </a:r>
              <a:endParaRPr lang="en-US">
                <a:solidFill>
                  <a:schemeClr val="accent2"/>
                </a:solidFill>
              </a:endParaRPr>
            </a:p>
          </p:txBody>
        </p:sp>
        <p:sp>
          <p:nvSpPr>
            <p:cNvPr id="23" name="Rectangle 23"/>
            <p:cNvSpPr>
              <a:spLocks noChangeArrowheads="1"/>
            </p:cNvSpPr>
            <p:nvPr/>
          </p:nvSpPr>
          <p:spPr bwMode="auto">
            <a:xfrm>
              <a:off x="4022" y="2524"/>
              <a:ext cx="65" cy="1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200" b="0">
                  <a:solidFill>
                    <a:srgbClr val="FF0000"/>
                  </a:solidFill>
                  <a:latin typeface="Geneva" charset="0"/>
                </a:rPr>
                <a:t>•</a:t>
              </a:r>
              <a:endParaRPr lang="en-US">
                <a:solidFill>
                  <a:schemeClr val="accent2"/>
                </a:solidFill>
              </a:endParaRPr>
            </a:p>
          </p:txBody>
        </p:sp>
        <p:sp>
          <p:nvSpPr>
            <p:cNvPr id="24" name="Rectangle 24"/>
            <p:cNvSpPr>
              <a:spLocks noChangeArrowheads="1"/>
            </p:cNvSpPr>
            <p:nvPr/>
          </p:nvSpPr>
          <p:spPr bwMode="auto">
            <a:xfrm>
              <a:off x="4268" y="2397"/>
              <a:ext cx="65" cy="1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200" b="0">
                  <a:solidFill>
                    <a:srgbClr val="FF0000"/>
                  </a:solidFill>
                  <a:latin typeface="Geneva" charset="0"/>
                </a:rPr>
                <a:t>•</a:t>
              </a:r>
              <a:endParaRPr lang="en-US">
                <a:solidFill>
                  <a:schemeClr val="accent2"/>
                </a:solidFill>
              </a:endParaRPr>
            </a:p>
          </p:txBody>
        </p:sp>
        <p:sp>
          <p:nvSpPr>
            <p:cNvPr id="25" name="Rectangle 25"/>
            <p:cNvSpPr>
              <a:spLocks noChangeArrowheads="1"/>
            </p:cNvSpPr>
            <p:nvPr/>
          </p:nvSpPr>
          <p:spPr bwMode="auto">
            <a:xfrm>
              <a:off x="4268" y="2524"/>
              <a:ext cx="65" cy="1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200" b="0" dirty="0">
                  <a:solidFill>
                    <a:srgbClr val="FF0000"/>
                  </a:solidFill>
                  <a:latin typeface="Geneva" charset="0"/>
                </a:rPr>
                <a:t>•</a:t>
              </a:r>
              <a:endParaRPr lang="en-US" dirty="0">
                <a:solidFill>
                  <a:schemeClr val="accent2"/>
                </a:solidFill>
              </a:endParaRPr>
            </a:p>
          </p:txBody>
        </p:sp>
        <p:sp>
          <p:nvSpPr>
            <p:cNvPr id="26" name="Line 26"/>
            <p:cNvSpPr>
              <a:spLocks noChangeShapeType="1"/>
            </p:cNvSpPr>
            <p:nvPr/>
          </p:nvSpPr>
          <p:spPr bwMode="auto">
            <a:xfrm>
              <a:off x="4176" y="1584"/>
              <a:ext cx="0" cy="240"/>
            </a:xfrm>
            <a:prstGeom prst="line">
              <a:avLst/>
            </a:prstGeom>
            <a:noFill/>
            <a:ln w="50800">
              <a:solidFill>
                <a:schemeClr val="hlink"/>
              </a:solidFill>
              <a:round/>
              <a:headEnd/>
              <a:tailEnd/>
            </a:ln>
            <a:effectLst/>
          </p:spPr>
          <p:txBody>
            <a:bodyPr wrap="none" anchor="ctr"/>
            <a:lstStyle/>
            <a:p>
              <a:pPr>
                <a:defRPr/>
              </a:pPr>
              <a:endParaRPr lang="en-US">
                <a:effectLst>
                  <a:outerShdw blurRad="38100" dist="38100" dir="2700000" algn="tl">
                    <a:srgbClr val="000000">
                      <a:alpha val="43137"/>
                    </a:srgbClr>
                  </a:outerShdw>
                </a:effectLst>
                <a:latin typeface="Arial" pitchFamily="-112" charset="0"/>
                <a:ea typeface="+mn-ea"/>
                <a:cs typeface="+mn-cs"/>
              </a:endParaRPr>
            </a:p>
          </p:txBody>
        </p:sp>
      </p:grpSp>
      <p:sp>
        <p:nvSpPr>
          <p:cNvPr id="27" name="Text Box 28"/>
          <p:cNvSpPr txBox="1">
            <a:spLocks noChangeArrowheads="1"/>
          </p:cNvSpPr>
          <p:nvPr/>
        </p:nvSpPr>
        <p:spPr bwMode="auto">
          <a:xfrm>
            <a:off x="5582961" y="2197509"/>
            <a:ext cx="518291"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50800">
                <a:solidFill>
                  <a:srgbClr val="000000"/>
                </a:solidFill>
                <a:miter lim="800000"/>
                <a:headEnd/>
                <a:tailEnd/>
              </a14:hiddenLine>
            </a:ext>
          </a:extLst>
        </p:spPr>
        <p:txBody>
          <a:bodyPr wrap="none">
            <a:spAutoFit/>
          </a:bodyPr>
          <a:lstStyle>
            <a:lvl1pPr>
              <a:defRPr sz="2800" b="1">
                <a:solidFill>
                  <a:srgbClr val="FAFD00"/>
                </a:solidFill>
                <a:latin typeface="Arial" charset="0"/>
                <a:ea typeface="ＭＳ Ｐゴシック" charset="0"/>
                <a:cs typeface="ＭＳ Ｐゴシック" charset="0"/>
              </a:defRPr>
            </a:lvl1pPr>
            <a:lvl2pPr marL="742950" indent="-285750">
              <a:defRPr sz="2800" b="1">
                <a:solidFill>
                  <a:srgbClr val="FAFD00"/>
                </a:solidFill>
                <a:latin typeface="Arial" charset="0"/>
                <a:ea typeface="ＭＳ Ｐゴシック" charset="0"/>
              </a:defRPr>
            </a:lvl2pPr>
            <a:lvl3pPr marL="1143000" indent="-228600">
              <a:defRPr sz="2800" b="1">
                <a:solidFill>
                  <a:srgbClr val="FAFD00"/>
                </a:solidFill>
                <a:latin typeface="Arial" charset="0"/>
                <a:ea typeface="ＭＳ Ｐゴシック" charset="0"/>
              </a:defRPr>
            </a:lvl3pPr>
            <a:lvl4pPr marL="1600200" indent="-228600">
              <a:defRPr sz="2800" b="1">
                <a:solidFill>
                  <a:srgbClr val="FAFD00"/>
                </a:solidFill>
                <a:latin typeface="Arial" charset="0"/>
                <a:ea typeface="ＭＳ Ｐゴシック" charset="0"/>
              </a:defRPr>
            </a:lvl4pPr>
            <a:lvl5pPr marL="2057400" indent="-228600">
              <a:defRPr sz="2800" b="1">
                <a:solidFill>
                  <a:srgbClr val="FAFD00"/>
                </a:solidFill>
                <a:latin typeface="Arial" charset="0"/>
                <a:ea typeface="ＭＳ Ｐゴシック" charset="0"/>
              </a:defRPr>
            </a:lvl5pPr>
            <a:lvl6pPr marL="2514600" indent="-228600" eaLnBrk="0" fontAlgn="base" hangingPunct="0">
              <a:spcBef>
                <a:spcPct val="0"/>
              </a:spcBef>
              <a:spcAft>
                <a:spcPct val="0"/>
              </a:spcAft>
              <a:defRPr sz="2800" b="1">
                <a:solidFill>
                  <a:srgbClr val="FAFD00"/>
                </a:solidFill>
                <a:latin typeface="Arial" charset="0"/>
                <a:ea typeface="ＭＳ Ｐゴシック" charset="0"/>
              </a:defRPr>
            </a:lvl6pPr>
            <a:lvl7pPr marL="2971800" indent="-228600" eaLnBrk="0" fontAlgn="base" hangingPunct="0">
              <a:spcBef>
                <a:spcPct val="0"/>
              </a:spcBef>
              <a:spcAft>
                <a:spcPct val="0"/>
              </a:spcAft>
              <a:defRPr sz="2800" b="1">
                <a:solidFill>
                  <a:srgbClr val="FAFD00"/>
                </a:solidFill>
                <a:latin typeface="Arial" charset="0"/>
                <a:ea typeface="ＭＳ Ｐゴシック" charset="0"/>
              </a:defRPr>
            </a:lvl7pPr>
            <a:lvl8pPr marL="3429000" indent="-228600" eaLnBrk="0" fontAlgn="base" hangingPunct="0">
              <a:spcBef>
                <a:spcPct val="0"/>
              </a:spcBef>
              <a:spcAft>
                <a:spcPct val="0"/>
              </a:spcAft>
              <a:defRPr sz="2800" b="1">
                <a:solidFill>
                  <a:srgbClr val="FAFD00"/>
                </a:solidFill>
                <a:latin typeface="Arial" charset="0"/>
                <a:ea typeface="ＭＳ Ｐゴシック" charset="0"/>
              </a:defRPr>
            </a:lvl8pPr>
            <a:lvl9pPr marL="3886200" indent="-228600" eaLnBrk="0" fontAlgn="base" hangingPunct="0">
              <a:spcBef>
                <a:spcPct val="0"/>
              </a:spcBef>
              <a:spcAft>
                <a:spcPct val="0"/>
              </a:spcAft>
              <a:defRPr sz="2800" b="1">
                <a:solidFill>
                  <a:srgbClr val="FAFD00"/>
                </a:solidFill>
                <a:latin typeface="Arial" charset="0"/>
                <a:ea typeface="ＭＳ Ｐゴシック" charset="0"/>
              </a:defRPr>
            </a:lvl9pPr>
          </a:lstStyle>
          <a:p>
            <a:r>
              <a:rPr lang="en-US" sz="2400" dirty="0">
                <a:solidFill>
                  <a:schemeClr val="hlink"/>
                </a:solidFill>
              </a:rPr>
              <a:t>+</a:t>
            </a:r>
            <a:r>
              <a:rPr lang="en-US" sz="2400" dirty="0">
                <a:solidFill>
                  <a:schemeClr val="hlink"/>
                </a:solidFill>
                <a:latin typeface="Symbol" charset="0"/>
              </a:rPr>
              <a:t>1</a:t>
            </a:r>
            <a:endParaRPr lang="en-US" sz="2400" dirty="0">
              <a:solidFill>
                <a:schemeClr val="accent2"/>
              </a:solidFill>
            </a:endParaRPr>
          </a:p>
        </p:txBody>
      </p:sp>
      <p:sp>
        <p:nvSpPr>
          <p:cNvPr id="28" name="Text Box 29"/>
          <p:cNvSpPr txBox="1">
            <a:spLocks noChangeArrowheads="1"/>
          </p:cNvSpPr>
          <p:nvPr/>
        </p:nvSpPr>
        <p:spPr bwMode="auto">
          <a:xfrm>
            <a:off x="5917768" y="3486532"/>
            <a:ext cx="441046"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50800">
                <a:solidFill>
                  <a:srgbClr val="000000"/>
                </a:solidFill>
                <a:miter lim="800000"/>
                <a:headEnd/>
                <a:tailEnd/>
              </a14:hiddenLine>
            </a:ext>
          </a:extLst>
        </p:spPr>
        <p:txBody>
          <a:bodyPr wrap="none">
            <a:spAutoFit/>
          </a:bodyPr>
          <a:lstStyle>
            <a:lvl1pPr>
              <a:defRPr sz="2800" b="1">
                <a:solidFill>
                  <a:srgbClr val="FAFD00"/>
                </a:solidFill>
                <a:latin typeface="Arial" charset="0"/>
                <a:ea typeface="ＭＳ Ｐゴシック" charset="0"/>
                <a:cs typeface="ＭＳ Ｐゴシック" charset="0"/>
              </a:defRPr>
            </a:lvl1pPr>
            <a:lvl2pPr marL="742950" indent="-285750">
              <a:defRPr sz="2800" b="1">
                <a:solidFill>
                  <a:srgbClr val="FAFD00"/>
                </a:solidFill>
                <a:latin typeface="Arial" charset="0"/>
                <a:ea typeface="ＭＳ Ｐゴシック" charset="0"/>
              </a:defRPr>
            </a:lvl2pPr>
            <a:lvl3pPr marL="1143000" indent="-228600">
              <a:defRPr sz="2800" b="1">
                <a:solidFill>
                  <a:srgbClr val="FAFD00"/>
                </a:solidFill>
                <a:latin typeface="Arial" charset="0"/>
                <a:ea typeface="ＭＳ Ｐゴシック" charset="0"/>
              </a:defRPr>
            </a:lvl3pPr>
            <a:lvl4pPr marL="1600200" indent="-228600">
              <a:defRPr sz="2800" b="1">
                <a:solidFill>
                  <a:srgbClr val="FAFD00"/>
                </a:solidFill>
                <a:latin typeface="Arial" charset="0"/>
                <a:ea typeface="ＭＳ Ｐゴシック" charset="0"/>
              </a:defRPr>
            </a:lvl4pPr>
            <a:lvl5pPr marL="2057400" indent="-228600">
              <a:defRPr sz="2800" b="1">
                <a:solidFill>
                  <a:srgbClr val="FAFD00"/>
                </a:solidFill>
                <a:latin typeface="Arial" charset="0"/>
                <a:ea typeface="ＭＳ Ｐゴシック" charset="0"/>
              </a:defRPr>
            </a:lvl5pPr>
            <a:lvl6pPr marL="2514600" indent="-228600" eaLnBrk="0" fontAlgn="base" hangingPunct="0">
              <a:spcBef>
                <a:spcPct val="0"/>
              </a:spcBef>
              <a:spcAft>
                <a:spcPct val="0"/>
              </a:spcAft>
              <a:defRPr sz="2800" b="1">
                <a:solidFill>
                  <a:srgbClr val="FAFD00"/>
                </a:solidFill>
                <a:latin typeface="Arial" charset="0"/>
                <a:ea typeface="ＭＳ Ｐゴシック" charset="0"/>
              </a:defRPr>
            </a:lvl6pPr>
            <a:lvl7pPr marL="2971800" indent="-228600" eaLnBrk="0" fontAlgn="base" hangingPunct="0">
              <a:spcBef>
                <a:spcPct val="0"/>
              </a:spcBef>
              <a:spcAft>
                <a:spcPct val="0"/>
              </a:spcAft>
              <a:defRPr sz="2800" b="1">
                <a:solidFill>
                  <a:srgbClr val="FAFD00"/>
                </a:solidFill>
                <a:latin typeface="Arial" charset="0"/>
                <a:ea typeface="ＭＳ Ｐゴシック" charset="0"/>
              </a:defRPr>
            </a:lvl7pPr>
            <a:lvl8pPr marL="3429000" indent="-228600" eaLnBrk="0" fontAlgn="base" hangingPunct="0">
              <a:spcBef>
                <a:spcPct val="0"/>
              </a:spcBef>
              <a:spcAft>
                <a:spcPct val="0"/>
              </a:spcAft>
              <a:defRPr sz="2800" b="1">
                <a:solidFill>
                  <a:srgbClr val="FAFD00"/>
                </a:solidFill>
                <a:latin typeface="Arial" charset="0"/>
                <a:ea typeface="ＭＳ Ｐゴシック" charset="0"/>
              </a:defRPr>
            </a:lvl8pPr>
            <a:lvl9pPr marL="3886200" indent="-228600" eaLnBrk="0" fontAlgn="base" hangingPunct="0">
              <a:spcBef>
                <a:spcPct val="0"/>
              </a:spcBef>
              <a:spcAft>
                <a:spcPct val="0"/>
              </a:spcAft>
              <a:defRPr sz="2800" b="1">
                <a:solidFill>
                  <a:srgbClr val="FAFD00"/>
                </a:solidFill>
                <a:latin typeface="Arial" charset="0"/>
                <a:ea typeface="ＭＳ Ｐゴシック" charset="0"/>
              </a:defRPr>
            </a:lvl9pPr>
          </a:lstStyle>
          <a:p>
            <a:r>
              <a:rPr lang="en-US" sz="2400" dirty="0">
                <a:solidFill>
                  <a:schemeClr val="hlink"/>
                </a:solidFill>
              </a:rPr>
              <a:t>-</a:t>
            </a:r>
            <a:r>
              <a:rPr lang="en-US" sz="2400" dirty="0">
                <a:solidFill>
                  <a:schemeClr val="hlink"/>
                </a:solidFill>
                <a:latin typeface="Symbol" charset="0"/>
              </a:rPr>
              <a:t>1</a:t>
            </a:r>
            <a:endParaRPr lang="en-US" sz="2400" dirty="0">
              <a:solidFill>
                <a:schemeClr val="accent2"/>
              </a:solidFill>
            </a:endParaRPr>
          </a:p>
        </p:txBody>
      </p:sp>
      <p:pic>
        <p:nvPicPr>
          <p:cNvPr id="29" name="Picture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63011" y="2383233"/>
            <a:ext cx="1409700" cy="2616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50800">
                <a:solidFill>
                  <a:srgbClr val="000000"/>
                </a:solidFill>
                <a:miter lim="800000"/>
                <a:headEnd/>
                <a:tailEnd/>
              </a14:hiddenLine>
            </a:ext>
          </a:extLst>
        </p:spPr>
      </p:pic>
      <p:grpSp>
        <p:nvGrpSpPr>
          <p:cNvPr id="33" name="Group 32"/>
          <p:cNvGrpSpPr/>
          <p:nvPr/>
        </p:nvGrpSpPr>
        <p:grpSpPr>
          <a:xfrm>
            <a:off x="5113884" y="2414040"/>
            <a:ext cx="1359603" cy="2386956"/>
            <a:chOff x="4973040" y="1528454"/>
            <a:chExt cx="1359603" cy="2386956"/>
          </a:xfrm>
        </p:grpSpPr>
        <p:cxnSp>
          <p:nvCxnSpPr>
            <p:cNvPr id="31" name="Straight Connector 30"/>
            <p:cNvCxnSpPr/>
            <p:nvPr/>
          </p:nvCxnSpPr>
          <p:spPr>
            <a:xfrm flipV="1">
              <a:off x="4973040" y="1528454"/>
              <a:ext cx="1304341" cy="2355191"/>
            </a:xfrm>
            <a:prstGeom prst="line">
              <a:avLst/>
            </a:prstGeom>
            <a:ln w="76200"/>
          </p:spPr>
          <p:style>
            <a:lnRef idx="3">
              <a:schemeClr val="accent1"/>
            </a:lnRef>
            <a:fillRef idx="0">
              <a:schemeClr val="accent1"/>
            </a:fillRef>
            <a:effectRef idx="2">
              <a:schemeClr val="accent1"/>
            </a:effectRef>
            <a:fontRef idx="minor">
              <a:schemeClr val="tx1"/>
            </a:fontRef>
          </p:style>
        </p:cxnSp>
        <p:cxnSp>
          <p:nvCxnSpPr>
            <p:cNvPr id="32" name="Straight Connector 31"/>
            <p:cNvCxnSpPr/>
            <p:nvPr/>
          </p:nvCxnSpPr>
          <p:spPr>
            <a:xfrm flipH="1" flipV="1">
              <a:off x="5028302" y="1560219"/>
              <a:ext cx="1304341" cy="2355191"/>
            </a:xfrm>
            <a:prstGeom prst="line">
              <a:avLst/>
            </a:prstGeom>
            <a:ln w="76200"/>
          </p:spPr>
          <p:style>
            <a:lnRef idx="3">
              <a:schemeClr val="accent1"/>
            </a:lnRef>
            <a:fillRef idx="0">
              <a:schemeClr val="accent1"/>
            </a:fillRef>
            <a:effectRef idx="2">
              <a:schemeClr val="accent1"/>
            </a:effectRef>
            <a:fontRef idx="minor">
              <a:schemeClr val="tx1"/>
            </a:fontRef>
          </p:style>
        </p:cxnSp>
      </p:grpSp>
      <p:sp>
        <p:nvSpPr>
          <p:cNvPr id="34" name="Content Placeholder 2"/>
          <p:cNvSpPr txBox="1">
            <a:spLocks/>
          </p:cNvSpPr>
          <p:nvPr/>
        </p:nvSpPr>
        <p:spPr>
          <a:xfrm>
            <a:off x="456111" y="3081069"/>
            <a:ext cx="4256733" cy="2007712"/>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r>
              <a:rPr lang="en-US" dirty="0"/>
              <a:t>Less than full octets can occur for Be, B, Mg when it minimizes formal charge</a:t>
            </a:r>
          </a:p>
          <a:p>
            <a:r>
              <a:rPr lang="en-US" dirty="0"/>
              <a:t>These atoms are small &amp; not very electronegative – don’t need 8 valence e- to be stable</a:t>
            </a:r>
            <a:endParaRPr lang="en-US" baseline="-25000" dirty="0"/>
          </a:p>
        </p:txBody>
      </p:sp>
      <p:pic>
        <p:nvPicPr>
          <p:cNvPr id="11266" name="Picture 2" descr="http://people.uwplatt.edu/%7Esundin/images/lewbeh2.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4965" y="5300193"/>
            <a:ext cx="3559024" cy="881492"/>
          </a:xfrm>
          <a:prstGeom prst="rect">
            <a:avLst/>
          </a:prstGeom>
          <a:noFill/>
          <a:extLst>
            <a:ext uri="{909E8E84-426E-40DD-AFC4-6F175D3DCCD1}">
              <a14:hiddenFill xmlns:a14="http://schemas.microsoft.com/office/drawing/2010/main">
                <a:solidFill>
                  <a:srgbClr val="FFFFFF"/>
                </a:solidFill>
              </a14:hiddenFill>
            </a:ext>
          </a:extLst>
        </p:spPr>
      </p:pic>
      <p:sp>
        <p:nvSpPr>
          <p:cNvPr id="36" name="Content Placeholder 2"/>
          <p:cNvSpPr txBox="1">
            <a:spLocks/>
          </p:cNvSpPr>
          <p:nvPr/>
        </p:nvSpPr>
        <p:spPr>
          <a:xfrm>
            <a:off x="4018856" y="1228393"/>
            <a:ext cx="4530784" cy="4476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0" indent="0" algn="r">
              <a:buNone/>
            </a:pPr>
            <a:r>
              <a:rPr lang="en-US" dirty="0"/>
              <a:t>Less than an octet</a:t>
            </a:r>
            <a:endParaRPr lang="en-US" baseline="-25000" dirty="0"/>
          </a:p>
        </p:txBody>
      </p:sp>
      <p:sp>
        <p:nvSpPr>
          <p:cNvPr id="37" name="Text Box 28"/>
          <p:cNvSpPr txBox="1">
            <a:spLocks noChangeArrowheads="1"/>
          </p:cNvSpPr>
          <p:nvPr/>
        </p:nvSpPr>
        <p:spPr bwMode="auto">
          <a:xfrm>
            <a:off x="7673669" y="2014960"/>
            <a:ext cx="356188"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50800">
                <a:solidFill>
                  <a:srgbClr val="000000"/>
                </a:solidFill>
                <a:miter lim="800000"/>
                <a:headEnd/>
                <a:tailEnd/>
              </a14:hiddenLine>
            </a:ext>
          </a:extLst>
        </p:spPr>
        <p:txBody>
          <a:bodyPr wrap="none">
            <a:spAutoFit/>
          </a:bodyPr>
          <a:lstStyle>
            <a:lvl1pPr>
              <a:defRPr sz="2800" b="1">
                <a:solidFill>
                  <a:srgbClr val="FAFD00"/>
                </a:solidFill>
                <a:latin typeface="Arial" charset="0"/>
                <a:ea typeface="ＭＳ Ｐゴシック" charset="0"/>
                <a:cs typeface="ＭＳ Ｐゴシック" charset="0"/>
              </a:defRPr>
            </a:lvl1pPr>
            <a:lvl2pPr marL="742950" indent="-285750">
              <a:defRPr sz="2800" b="1">
                <a:solidFill>
                  <a:srgbClr val="FAFD00"/>
                </a:solidFill>
                <a:latin typeface="Arial" charset="0"/>
                <a:ea typeface="ＭＳ Ｐゴシック" charset="0"/>
              </a:defRPr>
            </a:lvl2pPr>
            <a:lvl3pPr marL="1143000" indent="-228600">
              <a:defRPr sz="2800" b="1">
                <a:solidFill>
                  <a:srgbClr val="FAFD00"/>
                </a:solidFill>
                <a:latin typeface="Arial" charset="0"/>
                <a:ea typeface="ＭＳ Ｐゴシック" charset="0"/>
              </a:defRPr>
            </a:lvl3pPr>
            <a:lvl4pPr marL="1600200" indent="-228600">
              <a:defRPr sz="2800" b="1">
                <a:solidFill>
                  <a:srgbClr val="FAFD00"/>
                </a:solidFill>
                <a:latin typeface="Arial" charset="0"/>
                <a:ea typeface="ＭＳ Ｐゴシック" charset="0"/>
              </a:defRPr>
            </a:lvl4pPr>
            <a:lvl5pPr marL="2057400" indent="-228600">
              <a:defRPr sz="2800" b="1">
                <a:solidFill>
                  <a:srgbClr val="FAFD00"/>
                </a:solidFill>
                <a:latin typeface="Arial" charset="0"/>
                <a:ea typeface="ＭＳ Ｐゴシック" charset="0"/>
              </a:defRPr>
            </a:lvl5pPr>
            <a:lvl6pPr marL="2514600" indent="-228600" eaLnBrk="0" fontAlgn="base" hangingPunct="0">
              <a:spcBef>
                <a:spcPct val="0"/>
              </a:spcBef>
              <a:spcAft>
                <a:spcPct val="0"/>
              </a:spcAft>
              <a:defRPr sz="2800" b="1">
                <a:solidFill>
                  <a:srgbClr val="FAFD00"/>
                </a:solidFill>
                <a:latin typeface="Arial" charset="0"/>
                <a:ea typeface="ＭＳ Ｐゴシック" charset="0"/>
              </a:defRPr>
            </a:lvl6pPr>
            <a:lvl7pPr marL="2971800" indent="-228600" eaLnBrk="0" fontAlgn="base" hangingPunct="0">
              <a:spcBef>
                <a:spcPct val="0"/>
              </a:spcBef>
              <a:spcAft>
                <a:spcPct val="0"/>
              </a:spcAft>
              <a:defRPr sz="2800" b="1">
                <a:solidFill>
                  <a:srgbClr val="FAFD00"/>
                </a:solidFill>
                <a:latin typeface="Arial" charset="0"/>
                <a:ea typeface="ＭＳ Ｐゴシック" charset="0"/>
              </a:defRPr>
            </a:lvl7pPr>
            <a:lvl8pPr marL="3429000" indent="-228600" eaLnBrk="0" fontAlgn="base" hangingPunct="0">
              <a:spcBef>
                <a:spcPct val="0"/>
              </a:spcBef>
              <a:spcAft>
                <a:spcPct val="0"/>
              </a:spcAft>
              <a:defRPr sz="2800" b="1">
                <a:solidFill>
                  <a:srgbClr val="FAFD00"/>
                </a:solidFill>
                <a:latin typeface="Arial" charset="0"/>
                <a:ea typeface="ＭＳ Ｐゴシック" charset="0"/>
              </a:defRPr>
            </a:lvl8pPr>
            <a:lvl9pPr marL="3886200" indent="-228600" eaLnBrk="0" fontAlgn="base" hangingPunct="0">
              <a:spcBef>
                <a:spcPct val="0"/>
              </a:spcBef>
              <a:spcAft>
                <a:spcPct val="0"/>
              </a:spcAft>
              <a:defRPr sz="2800" b="1">
                <a:solidFill>
                  <a:srgbClr val="FAFD00"/>
                </a:solidFill>
                <a:latin typeface="Arial" charset="0"/>
                <a:ea typeface="ＭＳ Ｐゴシック" charset="0"/>
              </a:defRPr>
            </a:lvl9pPr>
          </a:lstStyle>
          <a:p>
            <a:r>
              <a:rPr lang="en-US" sz="2400" dirty="0">
                <a:solidFill>
                  <a:schemeClr val="hlink"/>
                </a:solidFill>
              </a:rPr>
              <a:t>0</a:t>
            </a:r>
            <a:endParaRPr lang="en-US" sz="2400" dirty="0">
              <a:solidFill>
                <a:schemeClr val="accent2"/>
              </a:solidFill>
            </a:endParaRPr>
          </a:p>
        </p:txBody>
      </p:sp>
      <p:sp>
        <p:nvSpPr>
          <p:cNvPr id="38" name="Text Box 29"/>
          <p:cNvSpPr txBox="1">
            <a:spLocks noChangeArrowheads="1"/>
          </p:cNvSpPr>
          <p:nvPr/>
        </p:nvSpPr>
        <p:spPr bwMode="auto">
          <a:xfrm>
            <a:off x="7967935" y="3303983"/>
            <a:ext cx="356188"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50800">
                <a:solidFill>
                  <a:srgbClr val="000000"/>
                </a:solidFill>
                <a:miter lim="800000"/>
                <a:headEnd/>
                <a:tailEnd/>
              </a14:hiddenLine>
            </a:ext>
          </a:extLst>
        </p:spPr>
        <p:txBody>
          <a:bodyPr wrap="none">
            <a:spAutoFit/>
          </a:bodyPr>
          <a:lstStyle>
            <a:lvl1pPr>
              <a:defRPr sz="2800" b="1">
                <a:solidFill>
                  <a:srgbClr val="FAFD00"/>
                </a:solidFill>
                <a:latin typeface="Arial" charset="0"/>
                <a:ea typeface="ＭＳ Ｐゴシック" charset="0"/>
                <a:cs typeface="ＭＳ Ｐゴシック" charset="0"/>
              </a:defRPr>
            </a:lvl1pPr>
            <a:lvl2pPr marL="742950" indent="-285750">
              <a:defRPr sz="2800" b="1">
                <a:solidFill>
                  <a:srgbClr val="FAFD00"/>
                </a:solidFill>
                <a:latin typeface="Arial" charset="0"/>
                <a:ea typeface="ＭＳ Ｐゴシック" charset="0"/>
              </a:defRPr>
            </a:lvl2pPr>
            <a:lvl3pPr marL="1143000" indent="-228600">
              <a:defRPr sz="2800" b="1">
                <a:solidFill>
                  <a:srgbClr val="FAFD00"/>
                </a:solidFill>
                <a:latin typeface="Arial" charset="0"/>
                <a:ea typeface="ＭＳ Ｐゴシック" charset="0"/>
              </a:defRPr>
            </a:lvl3pPr>
            <a:lvl4pPr marL="1600200" indent="-228600">
              <a:defRPr sz="2800" b="1">
                <a:solidFill>
                  <a:srgbClr val="FAFD00"/>
                </a:solidFill>
                <a:latin typeface="Arial" charset="0"/>
                <a:ea typeface="ＭＳ Ｐゴシック" charset="0"/>
              </a:defRPr>
            </a:lvl4pPr>
            <a:lvl5pPr marL="2057400" indent="-228600">
              <a:defRPr sz="2800" b="1">
                <a:solidFill>
                  <a:srgbClr val="FAFD00"/>
                </a:solidFill>
                <a:latin typeface="Arial" charset="0"/>
                <a:ea typeface="ＭＳ Ｐゴシック" charset="0"/>
              </a:defRPr>
            </a:lvl5pPr>
            <a:lvl6pPr marL="2514600" indent="-228600" eaLnBrk="0" fontAlgn="base" hangingPunct="0">
              <a:spcBef>
                <a:spcPct val="0"/>
              </a:spcBef>
              <a:spcAft>
                <a:spcPct val="0"/>
              </a:spcAft>
              <a:defRPr sz="2800" b="1">
                <a:solidFill>
                  <a:srgbClr val="FAFD00"/>
                </a:solidFill>
                <a:latin typeface="Arial" charset="0"/>
                <a:ea typeface="ＭＳ Ｐゴシック" charset="0"/>
              </a:defRPr>
            </a:lvl6pPr>
            <a:lvl7pPr marL="2971800" indent="-228600" eaLnBrk="0" fontAlgn="base" hangingPunct="0">
              <a:spcBef>
                <a:spcPct val="0"/>
              </a:spcBef>
              <a:spcAft>
                <a:spcPct val="0"/>
              </a:spcAft>
              <a:defRPr sz="2800" b="1">
                <a:solidFill>
                  <a:srgbClr val="FAFD00"/>
                </a:solidFill>
                <a:latin typeface="Arial" charset="0"/>
                <a:ea typeface="ＭＳ Ｐゴシック" charset="0"/>
              </a:defRPr>
            </a:lvl7pPr>
            <a:lvl8pPr marL="3429000" indent="-228600" eaLnBrk="0" fontAlgn="base" hangingPunct="0">
              <a:spcBef>
                <a:spcPct val="0"/>
              </a:spcBef>
              <a:spcAft>
                <a:spcPct val="0"/>
              </a:spcAft>
              <a:defRPr sz="2800" b="1">
                <a:solidFill>
                  <a:srgbClr val="FAFD00"/>
                </a:solidFill>
                <a:latin typeface="Arial" charset="0"/>
                <a:ea typeface="ＭＳ Ｐゴシック" charset="0"/>
              </a:defRPr>
            </a:lvl8pPr>
            <a:lvl9pPr marL="3886200" indent="-228600" eaLnBrk="0" fontAlgn="base" hangingPunct="0">
              <a:spcBef>
                <a:spcPct val="0"/>
              </a:spcBef>
              <a:spcAft>
                <a:spcPct val="0"/>
              </a:spcAft>
              <a:defRPr sz="2800" b="1">
                <a:solidFill>
                  <a:srgbClr val="FAFD00"/>
                </a:solidFill>
                <a:latin typeface="Arial" charset="0"/>
                <a:ea typeface="ＭＳ Ｐゴシック" charset="0"/>
              </a:defRPr>
            </a:lvl9pPr>
          </a:lstStyle>
          <a:p>
            <a:r>
              <a:rPr lang="en-US" sz="2400" dirty="0">
                <a:solidFill>
                  <a:schemeClr val="hlink"/>
                </a:solidFill>
              </a:rPr>
              <a:t>0</a:t>
            </a:r>
            <a:endParaRPr lang="en-US" sz="2400" dirty="0">
              <a:solidFill>
                <a:schemeClr val="accent2"/>
              </a:solidFill>
            </a:endParaRPr>
          </a:p>
        </p:txBody>
      </p:sp>
      <p:sp>
        <p:nvSpPr>
          <p:cNvPr id="40" name="Title 1"/>
          <p:cNvSpPr>
            <a:spLocks noGrp="1"/>
          </p:cNvSpPr>
          <p:nvPr>
            <p:ph type="title"/>
          </p:nvPr>
        </p:nvSpPr>
        <p:spPr/>
        <p:txBody>
          <a:bodyPr/>
          <a:lstStyle/>
          <a:p>
            <a:r>
              <a:rPr lang="en-US" sz="4000" dirty="0"/>
              <a:t>Rule breakers</a:t>
            </a:r>
            <a:endParaRPr lang="en-US" dirty="0"/>
          </a:p>
        </p:txBody>
      </p:sp>
    </p:spTree>
    <p:extLst>
      <p:ext uri="{BB962C8B-B14F-4D97-AF65-F5344CB8AC3E}">
        <p14:creationId xmlns:p14="http://schemas.microsoft.com/office/powerpoint/2010/main" val="3457387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dissolve">
                                      <p:cBhvr>
                                        <p:cTn id="17" dur="500"/>
                                        <p:tgtEl>
                                          <p:spTgt spid="27"/>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dissolve">
                                      <p:cBhvr>
                                        <p:cTn id="20" dur="500"/>
                                        <p:tgtEl>
                                          <p:spTgt spid="28"/>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37"/>
                                        </p:tgtEl>
                                        <p:attrNameLst>
                                          <p:attrName>style.visibility</p:attrName>
                                        </p:attrNameLst>
                                      </p:cBhvr>
                                      <p:to>
                                        <p:strVal val="visible"/>
                                      </p:to>
                                    </p:set>
                                    <p:animEffect transition="in" filter="dissolve">
                                      <p:cBhvr>
                                        <p:cTn id="25" dur="500"/>
                                        <p:tgtEl>
                                          <p:spTgt spid="37"/>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38"/>
                                        </p:tgtEl>
                                        <p:attrNameLst>
                                          <p:attrName>style.visibility</p:attrName>
                                        </p:attrNameLst>
                                      </p:cBhvr>
                                      <p:to>
                                        <p:strVal val="visible"/>
                                      </p:to>
                                    </p:set>
                                    <p:animEffect transition="in" filter="dissolve">
                                      <p:cBhvr>
                                        <p:cTn id="28" dur="500"/>
                                        <p:tgtEl>
                                          <p:spTgt spid="38"/>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3"/>
                                        </p:tgtEl>
                                        <p:attrNameLst>
                                          <p:attrName>style.visibility</p:attrName>
                                        </p:attrNameLst>
                                      </p:cBhvr>
                                      <p:to>
                                        <p:strVal val="visible"/>
                                      </p:to>
                                    </p:set>
                                    <p:animEffect transition="in" filter="fade">
                                      <p:cBhvr>
                                        <p:cTn id="33" dur="500"/>
                                        <p:tgtEl>
                                          <p:spTgt spid="33"/>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6"/>
                                        </p:tgtEl>
                                        <p:attrNameLst>
                                          <p:attrName>style.visibility</p:attrName>
                                        </p:attrNameLst>
                                      </p:cBhvr>
                                      <p:to>
                                        <p:strVal val="visible"/>
                                      </p:to>
                                    </p:set>
                                    <p:animEffect transition="in" filter="fade">
                                      <p:cBhvr>
                                        <p:cTn id="38" dur="500"/>
                                        <p:tgtEl>
                                          <p:spTgt spid="36"/>
                                        </p:tgtEl>
                                      </p:cBhvr>
                                    </p:animEffect>
                                  </p:childTnLst>
                                </p:cTn>
                              </p:par>
                            </p:childTnLst>
                          </p:cTn>
                        </p:par>
                        <p:par>
                          <p:cTn id="39" fill="hold">
                            <p:stCondLst>
                              <p:cond delay="500"/>
                            </p:stCondLst>
                            <p:childTnLst>
                              <p:par>
                                <p:cTn id="40" presetID="10" presetClass="entr" presetSubtype="0" fill="hold" nodeType="afterEffect">
                                  <p:stCondLst>
                                    <p:cond delay="0"/>
                                  </p:stCondLst>
                                  <p:childTnLst>
                                    <p:set>
                                      <p:cBhvr>
                                        <p:cTn id="41" dur="1" fill="hold">
                                          <p:stCondLst>
                                            <p:cond delay="0"/>
                                          </p:stCondLst>
                                        </p:cTn>
                                        <p:tgtEl>
                                          <p:spTgt spid="34">
                                            <p:txEl>
                                              <p:pRg st="0" end="0"/>
                                            </p:txEl>
                                          </p:spTgt>
                                        </p:tgtEl>
                                        <p:attrNameLst>
                                          <p:attrName>style.visibility</p:attrName>
                                        </p:attrNameLst>
                                      </p:cBhvr>
                                      <p:to>
                                        <p:strVal val="visible"/>
                                      </p:to>
                                    </p:set>
                                    <p:animEffect transition="in" filter="fade">
                                      <p:cBhvr>
                                        <p:cTn id="42" dur="500"/>
                                        <p:tgtEl>
                                          <p:spTgt spid="34">
                                            <p:txEl>
                                              <p:pRg st="0" end="0"/>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34">
                                            <p:txEl>
                                              <p:pRg st="1" end="1"/>
                                            </p:txEl>
                                          </p:spTgt>
                                        </p:tgtEl>
                                        <p:attrNameLst>
                                          <p:attrName>style.visibility</p:attrName>
                                        </p:attrNameLst>
                                      </p:cBhvr>
                                      <p:to>
                                        <p:strVal val="visible"/>
                                      </p:to>
                                    </p:set>
                                    <p:animEffect transition="in" filter="fade">
                                      <p:cBhvr>
                                        <p:cTn id="45" dur="500"/>
                                        <p:tgtEl>
                                          <p:spTgt spid="34">
                                            <p:txEl>
                                              <p:pRg st="1" end="1"/>
                                            </p:txEl>
                                          </p:spTgt>
                                        </p:tgtEl>
                                      </p:cBhvr>
                                    </p:animEffect>
                                  </p:childTnLst>
                                </p:cTn>
                              </p:par>
                            </p:childTnLst>
                          </p:cTn>
                        </p:par>
                        <p:par>
                          <p:cTn id="46" fill="hold">
                            <p:stCondLst>
                              <p:cond delay="1000"/>
                            </p:stCondLst>
                            <p:childTnLst>
                              <p:par>
                                <p:cTn id="47" presetID="10" presetClass="entr" presetSubtype="0" fill="hold" nodeType="afterEffect">
                                  <p:stCondLst>
                                    <p:cond delay="0"/>
                                  </p:stCondLst>
                                  <p:childTnLst>
                                    <p:set>
                                      <p:cBhvr>
                                        <p:cTn id="48" dur="1" fill="hold">
                                          <p:stCondLst>
                                            <p:cond delay="0"/>
                                          </p:stCondLst>
                                        </p:cTn>
                                        <p:tgtEl>
                                          <p:spTgt spid="11266"/>
                                        </p:tgtEl>
                                        <p:attrNameLst>
                                          <p:attrName>style.visibility</p:attrName>
                                        </p:attrNameLst>
                                      </p:cBhvr>
                                      <p:to>
                                        <p:strVal val="visible"/>
                                      </p:to>
                                    </p:set>
                                    <p:animEffect transition="in" filter="fade">
                                      <p:cBhvr>
                                        <p:cTn id="49" dur="500"/>
                                        <p:tgtEl>
                                          <p:spTgt spid="112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utoUpdateAnimBg="0"/>
      <p:bldP spid="28" grpId="0" autoUpdateAnimBg="0"/>
      <p:bldP spid="36" grpId="0"/>
      <p:bldP spid="37" grpId="0" autoUpdateAnimBg="0"/>
      <p:bldP spid="38"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solidFill>
                  <a:prstClr val="black"/>
                </a:solidFill>
              </a:rPr>
              <a:t>Rule breakers</a:t>
            </a:r>
            <a:endParaRPr lang="en-US" dirty="0"/>
          </a:p>
        </p:txBody>
      </p:sp>
      <p:sp>
        <p:nvSpPr>
          <p:cNvPr id="3" name="Content Placeholder 2"/>
          <p:cNvSpPr>
            <a:spLocks noGrp="1"/>
          </p:cNvSpPr>
          <p:nvPr>
            <p:ph idx="1"/>
          </p:nvPr>
        </p:nvSpPr>
        <p:spPr>
          <a:xfrm>
            <a:off x="456111" y="1838036"/>
            <a:ext cx="5723016" cy="447675"/>
          </a:xfrm>
        </p:spPr>
        <p:txBody>
          <a:bodyPr>
            <a:noAutofit/>
          </a:bodyPr>
          <a:lstStyle/>
          <a:p>
            <a:r>
              <a:rPr lang="en-US" sz="2800" dirty="0"/>
              <a:t>Draw the Lewis structure for NO</a:t>
            </a:r>
            <a:endParaRPr lang="en-US" sz="2800" baseline="-25000" dirty="0"/>
          </a:p>
        </p:txBody>
      </p:sp>
      <p:sp>
        <p:nvSpPr>
          <p:cNvPr id="4" name="Slide Number Placeholder 3"/>
          <p:cNvSpPr>
            <a:spLocks noGrp="1"/>
          </p:cNvSpPr>
          <p:nvPr>
            <p:ph type="sldNum" sz="quarter" idx="12"/>
          </p:nvPr>
        </p:nvSpPr>
        <p:spPr/>
        <p:txBody>
          <a:bodyPr/>
          <a:lstStyle/>
          <a:p>
            <a:fld id="{63C103D7-7FC1-4B9F-A526-BC88A3C4AA47}" type="slidenum">
              <a:rPr lang="en-US" smtClean="0"/>
              <a:pPr/>
              <a:t>16</a:t>
            </a:fld>
            <a:endParaRPr lang="en-US" dirty="0"/>
          </a:p>
        </p:txBody>
      </p:sp>
      <p:sp>
        <p:nvSpPr>
          <p:cNvPr id="34" name="Content Placeholder 2"/>
          <p:cNvSpPr txBox="1">
            <a:spLocks/>
          </p:cNvSpPr>
          <p:nvPr/>
        </p:nvSpPr>
        <p:spPr>
          <a:xfrm>
            <a:off x="456110" y="2715489"/>
            <a:ext cx="5348945" cy="36160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342900" indent="-342900" eaLnBrk="0" fontAlgn="base" hangingPunct="0">
              <a:lnSpc>
                <a:spcPct val="100000"/>
              </a:lnSpc>
              <a:spcBef>
                <a:spcPts val="300"/>
              </a:spcBef>
              <a:spcAft>
                <a:spcPct val="0"/>
              </a:spcAft>
              <a:buClr>
                <a:srgbClr val="335359"/>
              </a:buClr>
              <a:buFontTx/>
              <a:buChar char="•"/>
            </a:pPr>
            <a:r>
              <a:rPr lang="en-US" sz="2000" dirty="0">
                <a:latin typeface="Arial" charset="0"/>
                <a:cs typeface="Arial" charset="0"/>
              </a:rPr>
              <a:t>Structure is reasonable, except for the unpaired e- &amp; lack of octet on N atom</a:t>
            </a:r>
          </a:p>
          <a:p>
            <a:pPr marL="342900" lvl="0" indent="-342900" eaLnBrk="0" fontAlgn="base" hangingPunct="0">
              <a:lnSpc>
                <a:spcPct val="100000"/>
              </a:lnSpc>
              <a:spcBef>
                <a:spcPts val="300"/>
              </a:spcBef>
              <a:spcAft>
                <a:spcPct val="0"/>
              </a:spcAft>
              <a:buClr>
                <a:srgbClr val="335359"/>
              </a:buClr>
              <a:buFontTx/>
              <a:buChar char="•"/>
            </a:pPr>
            <a:endParaRPr lang="en-US" sz="2000" kern="0" dirty="0">
              <a:solidFill>
                <a:srgbClr val="0000FF"/>
              </a:solidFill>
              <a:latin typeface="Arial" charset="0"/>
              <a:cs typeface="Arial" charset="0"/>
            </a:endParaRPr>
          </a:p>
          <a:p>
            <a:pPr marL="342900" lvl="0" indent="-342900" eaLnBrk="0" fontAlgn="base" hangingPunct="0">
              <a:lnSpc>
                <a:spcPct val="100000"/>
              </a:lnSpc>
              <a:spcBef>
                <a:spcPts val="300"/>
              </a:spcBef>
              <a:spcAft>
                <a:spcPct val="0"/>
              </a:spcAft>
              <a:buClr>
                <a:srgbClr val="335359"/>
              </a:buClr>
              <a:buFontTx/>
              <a:buChar char="•"/>
            </a:pPr>
            <a:r>
              <a:rPr lang="en-US" sz="3200" kern="0" dirty="0">
                <a:solidFill>
                  <a:srgbClr val="0000FF"/>
                </a:solidFill>
                <a:latin typeface="Arial" charset="0"/>
                <a:cs typeface="Arial" charset="0"/>
              </a:rPr>
              <a:t>Free Radical:</a:t>
            </a:r>
          </a:p>
          <a:p>
            <a:pPr marL="742950" lvl="1" indent="-285750" eaLnBrk="0" fontAlgn="base" hangingPunct="0">
              <a:lnSpc>
                <a:spcPct val="100000"/>
              </a:lnSpc>
              <a:spcBef>
                <a:spcPts val="300"/>
              </a:spcBef>
              <a:spcAft>
                <a:spcPct val="0"/>
              </a:spcAft>
              <a:buClr>
                <a:srgbClr val="335359"/>
              </a:buClr>
              <a:buFontTx/>
              <a:buChar char="•"/>
            </a:pPr>
            <a:r>
              <a:rPr lang="en-US" sz="2800" kern="0" dirty="0">
                <a:solidFill>
                  <a:srgbClr val="000000"/>
                </a:solidFill>
                <a:latin typeface="Arial" charset="0"/>
                <a:cs typeface="Arial" charset="0"/>
              </a:rPr>
              <a:t>Odd-electron molecule with an unpaired e</a:t>
            </a:r>
            <a:r>
              <a:rPr lang="en-US" sz="2800" kern="0" baseline="30000" dirty="0">
                <a:solidFill>
                  <a:srgbClr val="000000"/>
                </a:solidFill>
                <a:latin typeface="Arial" charset="0"/>
                <a:cs typeface="Arial" charset="0"/>
              </a:rPr>
              <a:t>-</a:t>
            </a:r>
            <a:r>
              <a:rPr lang="en-US" sz="2800" kern="0" dirty="0">
                <a:solidFill>
                  <a:srgbClr val="000000"/>
                </a:solidFill>
                <a:latin typeface="Arial" charset="0"/>
                <a:cs typeface="Arial" charset="0"/>
              </a:rPr>
              <a:t> in its Lewis structure.  </a:t>
            </a:r>
          </a:p>
          <a:p>
            <a:pPr marL="742950" lvl="1" indent="-285750" eaLnBrk="0" fontAlgn="base" hangingPunct="0">
              <a:lnSpc>
                <a:spcPct val="100000"/>
              </a:lnSpc>
              <a:spcBef>
                <a:spcPts val="300"/>
              </a:spcBef>
              <a:spcAft>
                <a:spcPct val="0"/>
              </a:spcAft>
              <a:buClr>
                <a:srgbClr val="335359"/>
              </a:buClr>
              <a:buFontTx/>
              <a:buChar char="•"/>
            </a:pPr>
            <a:r>
              <a:rPr lang="en-US" sz="2800" kern="0" dirty="0">
                <a:solidFill>
                  <a:srgbClr val="000000"/>
                </a:solidFill>
                <a:latin typeface="Arial" charset="0"/>
                <a:cs typeface="Arial" charset="0"/>
              </a:rPr>
              <a:t>Usually very reactive!</a:t>
            </a:r>
          </a:p>
        </p:txBody>
      </p:sp>
      <p:sp>
        <p:nvSpPr>
          <p:cNvPr id="36" name="Content Placeholder 2"/>
          <p:cNvSpPr txBox="1">
            <a:spLocks/>
          </p:cNvSpPr>
          <p:nvPr/>
        </p:nvSpPr>
        <p:spPr>
          <a:xfrm>
            <a:off x="3048000" y="1346177"/>
            <a:ext cx="5501640" cy="4476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0" indent="0" algn="r">
              <a:buNone/>
            </a:pPr>
            <a:r>
              <a:rPr lang="en-US" dirty="0"/>
              <a:t>“Radicals”</a:t>
            </a:r>
            <a:endParaRPr lang="en-US" baseline="-25000" dirty="0"/>
          </a:p>
        </p:txBody>
      </p:sp>
      <p:graphicFrame>
        <p:nvGraphicFramePr>
          <p:cNvPr id="8" name="Object 11"/>
          <p:cNvGraphicFramePr>
            <a:graphicFrameLocks noChangeAspect="1"/>
          </p:cNvGraphicFramePr>
          <p:nvPr>
            <p:extLst>
              <p:ext uri="{D42A27DB-BD31-4B8C-83A1-F6EECF244321}">
                <p14:modId xmlns:p14="http://schemas.microsoft.com/office/powerpoint/2010/main" val="3792576907"/>
              </p:ext>
            </p:extLst>
          </p:nvPr>
        </p:nvGraphicFramePr>
        <p:xfrm>
          <a:off x="6179127" y="2285711"/>
          <a:ext cx="1547813" cy="896938"/>
        </p:xfrm>
        <a:graphic>
          <a:graphicData uri="http://schemas.openxmlformats.org/presentationml/2006/ole">
            <mc:AlternateContent xmlns:mc="http://schemas.openxmlformats.org/markup-compatibility/2006">
              <mc:Choice xmlns:v="urn:schemas-microsoft-com:vml" Requires="v">
                <p:oleObj name="Equation" r:id="rId3" imgW="482278" imgH="279446" progId="Equation.3">
                  <p:embed/>
                </p:oleObj>
              </mc:Choice>
              <mc:Fallback>
                <p:oleObj name="Equation" r:id="rId3" imgW="482278" imgH="279446"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79127" y="2285711"/>
                        <a:ext cx="1547813" cy="896938"/>
                      </a:xfrm>
                      <a:prstGeom prst="rect">
                        <a:avLst/>
                      </a:prstGeom>
                      <a:noFill/>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
        <p:nvSpPr>
          <p:cNvPr id="9" name="Text Box 29"/>
          <p:cNvSpPr txBox="1">
            <a:spLocks noChangeArrowheads="1"/>
          </p:cNvSpPr>
          <p:nvPr/>
        </p:nvSpPr>
        <p:spPr bwMode="auto">
          <a:xfrm>
            <a:off x="7121978" y="3182649"/>
            <a:ext cx="356188"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50800">
                <a:solidFill>
                  <a:srgbClr val="000000"/>
                </a:solidFill>
                <a:miter lim="800000"/>
                <a:headEnd/>
                <a:tailEnd/>
              </a14:hiddenLine>
            </a:ext>
          </a:extLst>
        </p:spPr>
        <p:txBody>
          <a:bodyPr wrap="none">
            <a:spAutoFit/>
          </a:bodyPr>
          <a:lstStyle>
            <a:lvl1pPr>
              <a:defRPr sz="2800" b="1">
                <a:solidFill>
                  <a:srgbClr val="FAFD00"/>
                </a:solidFill>
                <a:latin typeface="Arial" charset="0"/>
                <a:ea typeface="ＭＳ Ｐゴシック" charset="0"/>
                <a:cs typeface="ＭＳ Ｐゴシック" charset="0"/>
              </a:defRPr>
            </a:lvl1pPr>
            <a:lvl2pPr marL="742950" indent="-285750">
              <a:defRPr sz="2800" b="1">
                <a:solidFill>
                  <a:srgbClr val="FAFD00"/>
                </a:solidFill>
                <a:latin typeface="Arial" charset="0"/>
                <a:ea typeface="ＭＳ Ｐゴシック" charset="0"/>
              </a:defRPr>
            </a:lvl2pPr>
            <a:lvl3pPr marL="1143000" indent="-228600">
              <a:defRPr sz="2800" b="1">
                <a:solidFill>
                  <a:srgbClr val="FAFD00"/>
                </a:solidFill>
                <a:latin typeface="Arial" charset="0"/>
                <a:ea typeface="ＭＳ Ｐゴシック" charset="0"/>
              </a:defRPr>
            </a:lvl3pPr>
            <a:lvl4pPr marL="1600200" indent="-228600">
              <a:defRPr sz="2800" b="1">
                <a:solidFill>
                  <a:srgbClr val="FAFD00"/>
                </a:solidFill>
                <a:latin typeface="Arial" charset="0"/>
                <a:ea typeface="ＭＳ Ｐゴシック" charset="0"/>
              </a:defRPr>
            </a:lvl4pPr>
            <a:lvl5pPr marL="2057400" indent="-228600">
              <a:defRPr sz="2800" b="1">
                <a:solidFill>
                  <a:srgbClr val="FAFD00"/>
                </a:solidFill>
                <a:latin typeface="Arial" charset="0"/>
                <a:ea typeface="ＭＳ Ｐゴシック" charset="0"/>
              </a:defRPr>
            </a:lvl5pPr>
            <a:lvl6pPr marL="2514600" indent="-228600" eaLnBrk="0" fontAlgn="base" hangingPunct="0">
              <a:spcBef>
                <a:spcPct val="0"/>
              </a:spcBef>
              <a:spcAft>
                <a:spcPct val="0"/>
              </a:spcAft>
              <a:defRPr sz="2800" b="1">
                <a:solidFill>
                  <a:srgbClr val="FAFD00"/>
                </a:solidFill>
                <a:latin typeface="Arial" charset="0"/>
                <a:ea typeface="ＭＳ Ｐゴシック" charset="0"/>
              </a:defRPr>
            </a:lvl6pPr>
            <a:lvl7pPr marL="2971800" indent="-228600" eaLnBrk="0" fontAlgn="base" hangingPunct="0">
              <a:spcBef>
                <a:spcPct val="0"/>
              </a:spcBef>
              <a:spcAft>
                <a:spcPct val="0"/>
              </a:spcAft>
              <a:defRPr sz="2800" b="1">
                <a:solidFill>
                  <a:srgbClr val="FAFD00"/>
                </a:solidFill>
                <a:latin typeface="Arial" charset="0"/>
                <a:ea typeface="ＭＳ Ｐゴシック" charset="0"/>
              </a:defRPr>
            </a:lvl7pPr>
            <a:lvl8pPr marL="3429000" indent="-228600" eaLnBrk="0" fontAlgn="base" hangingPunct="0">
              <a:spcBef>
                <a:spcPct val="0"/>
              </a:spcBef>
              <a:spcAft>
                <a:spcPct val="0"/>
              </a:spcAft>
              <a:defRPr sz="2800" b="1">
                <a:solidFill>
                  <a:srgbClr val="FAFD00"/>
                </a:solidFill>
                <a:latin typeface="Arial" charset="0"/>
                <a:ea typeface="ＭＳ Ｐゴシック" charset="0"/>
              </a:defRPr>
            </a:lvl8pPr>
            <a:lvl9pPr marL="3886200" indent="-228600" eaLnBrk="0" fontAlgn="base" hangingPunct="0">
              <a:spcBef>
                <a:spcPct val="0"/>
              </a:spcBef>
              <a:spcAft>
                <a:spcPct val="0"/>
              </a:spcAft>
              <a:defRPr sz="2800" b="1">
                <a:solidFill>
                  <a:srgbClr val="FAFD00"/>
                </a:solidFill>
                <a:latin typeface="Arial" charset="0"/>
                <a:ea typeface="ＭＳ Ｐゴシック" charset="0"/>
              </a:defRPr>
            </a:lvl9pPr>
          </a:lstStyle>
          <a:p>
            <a:r>
              <a:rPr lang="en-US" sz="2400" dirty="0">
                <a:solidFill>
                  <a:schemeClr val="hlink"/>
                </a:solidFill>
              </a:rPr>
              <a:t>0</a:t>
            </a:r>
            <a:endParaRPr lang="en-US" sz="2400" dirty="0">
              <a:solidFill>
                <a:schemeClr val="accent2"/>
              </a:solidFill>
            </a:endParaRPr>
          </a:p>
        </p:txBody>
      </p:sp>
      <p:sp>
        <p:nvSpPr>
          <p:cNvPr id="10" name="Text Box 29"/>
          <p:cNvSpPr txBox="1">
            <a:spLocks noChangeArrowheads="1"/>
          </p:cNvSpPr>
          <p:nvPr/>
        </p:nvSpPr>
        <p:spPr bwMode="auto">
          <a:xfrm>
            <a:off x="6391718" y="3164941"/>
            <a:ext cx="356188"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50800">
                <a:solidFill>
                  <a:srgbClr val="000000"/>
                </a:solidFill>
                <a:miter lim="800000"/>
                <a:headEnd/>
                <a:tailEnd/>
              </a14:hiddenLine>
            </a:ext>
          </a:extLst>
        </p:spPr>
        <p:txBody>
          <a:bodyPr wrap="none">
            <a:spAutoFit/>
          </a:bodyPr>
          <a:lstStyle>
            <a:lvl1pPr>
              <a:defRPr sz="2800" b="1">
                <a:solidFill>
                  <a:srgbClr val="FAFD00"/>
                </a:solidFill>
                <a:latin typeface="Arial" charset="0"/>
                <a:ea typeface="ＭＳ Ｐゴシック" charset="0"/>
                <a:cs typeface="ＭＳ Ｐゴシック" charset="0"/>
              </a:defRPr>
            </a:lvl1pPr>
            <a:lvl2pPr marL="742950" indent="-285750">
              <a:defRPr sz="2800" b="1">
                <a:solidFill>
                  <a:srgbClr val="FAFD00"/>
                </a:solidFill>
                <a:latin typeface="Arial" charset="0"/>
                <a:ea typeface="ＭＳ Ｐゴシック" charset="0"/>
              </a:defRPr>
            </a:lvl2pPr>
            <a:lvl3pPr marL="1143000" indent="-228600">
              <a:defRPr sz="2800" b="1">
                <a:solidFill>
                  <a:srgbClr val="FAFD00"/>
                </a:solidFill>
                <a:latin typeface="Arial" charset="0"/>
                <a:ea typeface="ＭＳ Ｐゴシック" charset="0"/>
              </a:defRPr>
            </a:lvl3pPr>
            <a:lvl4pPr marL="1600200" indent="-228600">
              <a:defRPr sz="2800" b="1">
                <a:solidFill>
                  <a:srgbClr val="FAFD00"/>
                </a:solidFill>
                <a:latin typeface="Arial" charset="0"/>
                <a:ea typeface="ＭＳ Ｐゴシック" charset="0"/>
              </a:defRPr>
            </a:lvl4pPr>
            <a:lvl5pPr marL="2057400" indent="-228600">
              <a:defRPr sz="2800" b="1">
                <a:solidFill>
                  <a:srgbClr val="FAFD00"/>
                </a:solidFill>
                <a:latin typeface="Arial" charset="0"/>
                <a:ea typeface="ＭＳ Ｐゴシック" charset="0"/>
              </a:defRPr>
            </a:lvl5pPr>
            <a:lvl6pPr marL="2514600" indent="-228600" eaLnBrk="0" fontAlgn="base" hangingPunct="0">
              <a:spcBef>
                <a:spcPct val="0"/>
              </a:spcBef>
              <a:spcAft>
                <a:spcPct val="0"/>
              </a:spcAft>
              <a:defRPr sz="2800" b="1">
                <a:solidFill>
                  <a:srgbClr val="FAFD00"/>
                </a:solidFill>
                <a:latin typeface="Arial" charset="0"/>
                <a:ea typeface="ＭＳ Ｐゴシック" charset="0"/>
              </a:defRPr>
            </a:lvl6pPr>
            <a:lvl7pPr marL="2971800" indent="-228600" eaLnBrk="0" fontAlgn="base" hangingPunct="0">
              <a:spcBef>
                <a:spcPct val="0"/>
              </a:spcBef>
              <a:spcAft>
                <a:spcPct val="0"/>
              </a:spcAft>
              <a:defRPr sz="2800" b="1">
                <a:solidFill>
                  <a:srgbClr val="FAFD00"/>
                </a:solidFill>
                <a:latin typeface="Arial" charset="0"/>
                <a:ea typeface="ＭＳ Ｐゴシック" charset="0"/>
              </a:defRPr>
            </a:lvl7pPr>
            <a:lvl8pPr marL="3429000" indent="-228600" eaLnBrk="0" fontAlgn="base" hangingPunct="0">
              <a:spcBef>
                <a:spcPct val="0"/>
              </a:spcBef>
              <a:spcAft>
                <a:spcPct val="0"/>
              </a:spcAft>
              <a:defRPr sz="2800" b="1">
                <a:solidFill>
                  <a:srgbClr val="FAFD00"/>
                </a:solidFill>
                <a:latin typeface="Arial" charset="0"/>
                <a:ea typeface="ＭＳ Ｐゴシック" charset="0"/>
              </a:defRPr>
            </a:lvl8pPr>
            <a:lvl9pPr marL="3886200" indent="-228600" eaLnBrk="0" fontAlgn="base" hangingPunct="0">
              <a:spcBef>
                <a:spcPct val="0"/>
              </a:spcBef>
              <a:spcAft>
                <a:spcPct val="0"/>
              </a:spcAft>
              <a:defRPr sz="2800" b="1">
                <a:solidFill>
                  <a:srgbClr val="FAFD00"/>
                </a:solidFill>
                <a:latin typeface="Arial" charset="0"/>
                <a:ea typeface="ＭＳ Ｐゴシック" charset="0"/>
              </a:defRPr>
            </a:lvl9pPr>
          </a:lstStyle>
          <a:p>
            <a:r>
              <a:rPr lang="en-US" sz="2400" dirty="0">
                <a:solidFill>
                  <a:schemeClr val="hlink"/>
                </a:solidFill>
              </a:rPr>
              <a:t>0</a:t>
            </a:r>
            <a:endParaRPr lang="en-US" sz="2400" dirty="0">
              <a:solidFill>
                <a:schemeClr val="accent2"/>
              </a:solidFill>
            </a:endParaRPr>
          </a:p>
        </p:txBody>
      </p:sp>
    </p:spTree>
    <p:extLst>
      <p:ext uri="{BB962C8B-B14F-4D97-AF65-F5344CB8AC3E}">
        <p14:creationId xmlns:p14="http://schemas.microsoft.com/office/powerpoint/2010/main" val="1294165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dissolve">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4">
                                            <p:txEl>
                                              <p:pRg st="0" end="0"/>
                                            </p:txEl>
                                          </p:spTgt>
                                        </p:tgtEl>
                                        <p:attrNameLst>
                                          <p:attrName>style.visibility</p:attrName>
                                        </p:attrNameLst>
                                      </p:cBhvr>
                                      <p:to>
                                        <p:strVal val="visible"/>
                                      </p:to>
                                    </p:set>
                                    <p:animEffect transition="in" filter="fade">
                                      <p:cBhvr>
                                        <p:cTn id="20" dur="500"/>
                                        <p:tgtEl>
                                          <p:spTgt spid="34">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4">
                                            <p:txEl>
                                              <p:pRg st="2" end="2"/>
                                            </p:txEl>
                                          </p:spTgt>
                                        </p:tgtEl>
                                        <p:attrNameLst>
                                          <p:attrName>style.visibility</p:attrName>
                                        </p:attrNameLst>
                                      </p:cBhvr>
                                      <p:to>
                                        <p:strVal val="visible"/>
                                      </p:to>
                                    </p:set>
                                    <p:animEffect transition="in" filter="fade">
                                      <p:cBhvr>
                                        <p:cTn id="25" dur="500"/>
                                        <p:tgtEl>
                                          <p:spTgt spid="34">
                                            <p:txEl>
                                              <p:pRg st="2" end="2"/>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6"/>
                                        </p:tgtEl>
                                        <p:attrNameLst>
                                          <p:attrName>style.visibility</p:attrName>
                                        </p:attrNameLst>
                                      </p:cBhvr>
                                      <p:to>
                                        <p:strVal val="visible"/>
                                      </p:to>
                                    </p:set>
                                    <p:animEffect transition="in" filter="fade">
                                      <p:cBhvr>
                                        <p:cTn id="28" dur="500"/>
                                        <p:tgtEl>
                                          <p:spTgt spid="36"/>
                                        </p:tgtEl>
                                      </p:cBhvr>
                                    </p:animEffect>
                                  </p:childTnLst>
                                </p:cTn>
                              </p:par>
                            </p:childTnLst>
                          </p:cTn>
                        </p:par>
                        <p:par>
                          <p:cTn id="29" fill="hold">
                            <p:stCondLst>
                              <p:cond delay="500"/>
                            </p:stCondLst>
                            <p:childTnLst>
                              <p:par>
                                <p:cTn id="30" presetID="10" presetClass="entr" presetSubtype="0" fill="hold" nodeType="afterEffect">
                                  <p:stCondLst>
                                    <p:cond delay="0"/>
                                  </p:stCondLst>
                                  <p:childTnLst>
                                    <p:set>
                                      <p:cBhvr>
                                        <p:cTn id="31" dur="1" fill="hold">
                                          <p:stCondLst>
                                            <p:cond delay="0"/>
                                          </p:stCondLst>
                                        </p:cTn>
                                        <p:tgtEl>
                                          <p:spTgt spid="34">
                                            <p:txEl>
                                              <p:pRg st="3" end="3"/>
                                            </p:txEl>
                                          </p:spTgt>
                                        </p:tgtEl>
                                        <p:attrNameLst>
                                          <p:attrName>style.visibility</p:attrName>
                                        </p:attrNameLst>
                                      </p:cBhvr>
                                      <p:to>
                                        <p:strVal val="visible"/>
                                      </p:to>
                                    </p:set>
                                    <p:animEffect transition="in" filter="fade">
                                      <p:cBhvr>
                                        <p:cTn id="32" dur="500"/>
                                        <p:tgtEl>
                                          <p:spTgt spid="34">
                                            <p:txEl>
                                              <p:pRg st="3" end="3"/>
                                            </p:txEl>
                                          </p:spTgt>
                                        </p:tgtEl>
                                      </p:cBhvr>
                                    </p:animEffect>
                                  </p:childTnLst>
                                </p:cTn>
                              </p:par>
                            </p:childTnLst>
                          </p:cTn>
                        </p:par>
                        <p:par>
                          <p:cTn id="33" fill="hold">
                            <p:stCondLst>
                              <p:cond delay="1000"/>
                            </p:stCondLst>
                            <p:childTnLst>
                              <p:par>
                                <p:cTn id="34" presetID="10" presetClass="entr" presetSubtype="0" fill="hold" nodeType="afterEffect">
                                  <p:stCondLst>
                                    <p:cond delay="0"/>
                                  </p:stCondLst>
                                  <p:childTnLst>
                                    <p:set>
                                      <p:cBhvr>
                                        <p:cTn id="35" dur="1" fill="hold">
                                          <p:stCondLst>
                                            <p:cond delay="0"/>
                                          </p:stCondLst>
                                        </p:cTn>
                                        <p:tgtEl>
                                          <p:spTgt spid="34">
                                            <p:txEl>
                                              <p:pRg st="4" end="4"/>
                                            </p:txEl>
                                          </p:spTgt>
                                        </p:tgtEl>
                                        <p:attrNameLst>
                                          <p:attrName>style.visibility</p:attrName>
                                        </p:attrNameLst>
                                      </p:cBhvr>
                                      <p:to>
                                        <p:strVal val="visible"/>
                                      </p:to>
                                    </p:set>
                                    <p:animEffect transition="in" filter="fade">
                                      <p:cBhvr>
                                        <p:cTn id="36" dur="500"/>
                                        <p:tgtEl>
                                          <p:spTgt spid="3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9" grpId="0" autoUpdateAnimBg="0"/>
      <p:bldP spid="10"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Octet rule Exceptions</a:t>
            </a:r>
          </a:p>
        </p:txBody>
      </p:sp>
      <p:sp>
        <p:nvSpPr>
          <p:cNvPr id="3" name="Content Placeholder 2"/>
          <p:cNvSpPr>
            <a:spLocks noGrp="1"/>
          </p:cNvSpPr>
          <p:nvPr>
            <p:ph idx="1"/>
          </p:nvPr>
        </p:nvSpPr>
        <p:spPr>
          <a:xfrm>
            <a:off x="406863" y="1973181"/>
            <a:ext cx="8330274" cy="4343398"/>
          </a:xfrm>
        </p:spPr>
        <p:txBody>
          <a:bodyPr>
            <a:normAutofit fontScale="92500" lnSpcReduction="10000"/>
          </a:bodyPr>
          <a:lstStyle/>
          <a:p>
            <a:r>
              <a:rPr lang="en-US" dirty="0"/>
              <a:t>There are many exceptions to the octet ‘rule’</a:t>
            </a:r>
          </a:p>
          <a:p>
            <a:pPr lvl="1"/>
            <a:r>
              <a:rPr lang="en-US" dirty="0"/>
              <a:t>For elements with Z&gt;12, minimizing formal charge is often more important, and “expanded valence shells” can occur</a:t>
            </a:r>
          </a:p>
          <a:p>
            <a:pPr lvl="1"/>
            <a:r>
              <a:rPr lang="en-US" dirty="0"/>
              <a:t>For elements with Z&lt;12, minimizing formal charge is important, but these small elements also usually follow the octet rule </a:t>
            </a:r>
            <a:br>
              <a:rPr lang="en-US" dirty="0"/>
            </a:br>
            <a:r>
              <a:rPr lang="en-US" dirty="0"/>
              <a:t>(**</a:t>
            </a:r>
            <a:r>
              <a:rPr lang="en-US" i="1" dirty="0"/>
              <a:t>unless having less than an octet minimizes formal charge**</a:t>
            </a:r>
            <a:r>
              <a:rPr lang="en-US" dirty="0"/>
              <a:t>)</a:t>
            </a:r>
          </a:p>
          <a:p>
            <a:pPr lvl="1"/>
            <a:endParaRPr lang="en-US" dirty="0"/>
          </a:p>
          <a:p>
            <a:pPr lvl="1"/>
            <a:endParaRPr lang="en-US" dirty="0"/>
          </a:p>
          <a:p>
            <a:pPr lvl="1"/>
            <a:endParaRPr lang="en-US" dirty="0"/>
          </a:p>
          <a:p>
            <a:pPr lvl="1"/>
            <a:endParaRPr lang="en-US" dirty="0"/>
          </a:p>
          <a:p>
            <a:pPr lvl="1"/>
            <a:endParaRPr lang="en-US" dirty="0"/>
          </a:p>
          <a:p>
            <a:r>
              <a:rPr lang="en-US" dirty="0"/>
              <a:t>Octet Rule is most useful for period 2 p-block elements </a:t>
            </a:r>
            <a:r>
              <a:rPr lang="en-US" dirty="0">
                <a:sym typeface="Wingdings" panose="05000000000000000000" pitchFamily="2" charset="2"/>
              </a:rPr>
              <a:t> C, N, O, F</a:t>
            </a:r>
          </a:p>
          <a:p>
            <a:pPr marL="0" indent="0" algn="ctr">
              <a:buNone/>
            </a:pPr>
            <a:r>
              <a:rPr lang="en-US" sz="4400" b="1" dirty="0">
                <a:effectLst>
                  <a:outerShdw blurRad="38100" dist="38100" dir="2700000" algn="tl">
                    <a:srgbClr val="000000">
                      <a:alpha val="43137"/>
                    </a:srgbClr>
                  </a:outerShdw>
                </a:effectLst>
                <a:sym typeface="Wingdings" panose="05000000000000000000" pitchFamily="2" charset="2"/>
              </a:rPr>
              <a:t>Organic Chemistry!</a:t>
            </a:r>
            <a:endParaRPr lang="en-US" sz="4400" b="1" dirty="0">
              <a:effectLst>
                <a:outerShdw blurRad="38100" dist="38100" dir="2700000" algn="tl">
                  <a:srgbClr val="000000">
                    <a:alpha val="43137"/>
                  </a:srgbClr>
                </a:outerShdw>
              </a:effectLst>
            </a:endParaRPr>
          </a:p>
        </p:txBody>
      </p:sp>
      <p:sp>
        <p:nvSpPr>
          <p:cNvPr id="4" name="Slide Number Placeholder 3"/>
          <p:cNvSpPr>
            <a:spLocks noGrp="1"/>
          </p:cNvSpPr>
          <p:nvPr>
            <p:ph type="sldNum" sz="quarter" idx="12"/>
          </p:nvPr>
        </p:nvSpPr>
        <p:spPr/>
        <p:txBody>
          <a:bodyPr/>
          <a:lstStyle/>
          <a:p>
            <a:fld id="{63C103D7-7FC1-4B9F-A526-BC88A3C4AA47}" type="slidenum">
              <a:rPr lang="en-US" smtClean="0"/>
              <a:pPr/>
              <a:t>17</a:t>
            </a:fld>
            <a:endParaRPr lang="en-US" dirty="0"/>
          </a:p>
        </p:txBody>
      </p:sp>
      <p:sp>
        <p:nvSpPr>
          <p:cNvPr id="9" name="Rectangle 8">
            <a:extLst>
              <a:ext uri="{FF2B5EF4-FFF2-40B4-BE49-F238E27FC236}">
                <a16:creationId xmlns:a16="http://schemas.microsoft.com/office/drawing/2014/main" id="{C3558189-6661-457E-9A0F-16AEB8EDA4A0}"/>
              </a:ext>
            </a:extLst>
          </p:cNvPr>
          <p:cNvSpPr/>
          <p:nvPr/>
        </p:nvSpPr>
        <p:spPr>
          <a:xfrm>
            <a:off x="406863" y="3846755"/>
            <a:ext cx="6221291" cy="646331"/>
          </a:xfrm>
          <a:prstGeom prst="rect">
            <a:avLst/>
          </a:prstGeom>
        </p:spPr>
        <p:txBody>
          <a:bodyPr wrap="square">
            <a:spAutoFit/>
          </a:bodyPr>
          <a:lstStyle/>
          <a:p>
            <a:pPr algn="r"/>
            <a:r>
              <a:rPr lang="en-US" dirty="0"/>
              <a:t>The Octet Rule</a:t>
            </a:r>
            <a:br>
              <a:rPr lang="en-US" dirty="0"/>
            </a:br>
            <a:r>
              <a:rPr lang="en-US" dirty="0"/>
              <a:t>Unfortunately, Mother Nature’s never heard of it </a:t>
            </a:r>
            <a:r>
              <a:rPr lang="en-US" dirty="0">
                <a:sym typeface="Wingdings" panose="05000000000000000000" pitchFamily="2" charset="2"/>
              </a:rPr>
              <a:t> </a:t>
            </a:r>
            <a:endParaRPr lang="en-US" dirty="0"/>
          </a:p>
        </p:txBody>
      </p:sp>
      <p:pic>
        <p:nvPicPr>
          <p:cNvPr id="10" name="Picture 29" descr="tonglady">
            <a:extLst>
              <a:ext uri="{FF2B5EF4-FFF2-40B4-BE49-F238E27FC236}">
                <a16:creationId xmlns:a16="http://schemas.microsoft.com/office/drawing/2014/main" id="{004748F5-3FE2-4FAD-91B0-3D2620985EA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78875" y="3645568"/>
            <a:ext cx="1090866" cy="1227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95196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par>
                          <p:cTn id="23" fill="hold">
                            <p:stCondLst>
                              <p:cond delay="500"/>
                            </p:stCondLst>
                            <p:childTnLst>
                              <p:par>
                                <p:cTn id="24" presetID="14" presetClass="entr" presetSubtype="10" fill="hold"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randombar(horizontal)">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Effect transition="in" filter="fade">
                                      <p:cBhvr>
                                        <p:cTn id="31" dur="500"/>
                                        <p:tgtEl>
                                          <p:spTgt spid="3">
                                            <p:txEl>
                                              <p:pRg st="8" end="8"/>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9" end="9"/>
                                            </p:txEl>
                                          </p:spTgt>
                                        </p:tgtEl>
                                        <p:attrNameLst>
                                          <p:attrName>style.visibility</p:attrName>
                                        </p:attrNameLst>
                                      </p:cBhvr>
                                      <p:to>
                                        <p:strVal val="visible"/>
                                      </p:to>
                                    </p:set>
                                    <p:animEffect transition="in" filter="fade">
                                      <p:cBhvr>
                                        <p:cTn id="36"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noChangeArrowheads="1"/>
          </p:cNvSpPr>
          <p:nvPr>
            <p:ph type="title"/>
          </p:nvPr>
        </p:nvSpPr>
        <p:spPr>
          <a:xfrm>
            <a:off x="2544671" y="579092"/>
            <a:ext cx="6377940" cy="1254759"/>
          </a:xfrm>
        </p:spPr>
        <p:txBody>
          <a:bodyPr/>
          <a:lstStyle/>
          <a:p>
            <a:r>
              <a:rPr lang="en-US" sz="3600" dirty="0"/>
              <a:t>Using Lewis Diagrams to Predict Structure</a:t>
            </a:r>
          </a:p>
        </p:txBody>
      </p:sp>
      <p:sp>
        <p:nvSpPr>
          <p:cNvPr id="24578" name="Rectangle 3"/>
          <p:cNvSpPr>
            <a:spLocks noGrp="1" noChangeArrowheads="1"/>
          </p:cNvSpPr>
          <p:nvPr>
            <p:ph idx="1"/>
          </p:nvPr>
        </p:nvSpPr>
        <p:spPr>
          <a:xfrm>
            <a:off x="481912" y="1934069"/>
            <a:ext cx="8427309" cy="4688404"/>
          </a:xfrm>
        </p:spPr>
        <p:txBody>
          <a:bodyPr>
            <a:normAutofit/>
          </a:bodyPr>
          <a:lstStyle/>
          <a:p>
            <a:r>
              <a:rPr lang="en-US" dirty="0"/>
              <a:t>What is the structure of N</a:t>
            </a:r>
            <a:r>
              <a:rPr lang="en-US" baseline="-25000" dirty="0"/>
              <a:t>2</a:t>
            </a:r>
            <a:r>
              <a:rPr lang="en-US" dirty="0"/>
              <a:t>O (laughing gas)?</a:t>
            </a:r>
          </a:p>
          <a:p>
            <a:r>
              <a:rPr lang="en-US" dirty="0"/>
              <a:t>Is it NON?  Or is it NNO?</a:t>
            </a:r>
          </a:p>
          <a:p>
            <a:pPr lvl="1"/>
            <a:endParaRPr lang="en-US" dirty="0"/>
          </a:p>
          <a:p>
            <a:pPr marL="0" indent="0">
              <a:buNone/>
            </a:pPr>
            <a:r>
              <a:rPr lang="en-US" dirty="0"/>
              <a:t>NON:</a:t>
            </a:r>
          </a:p>
          <a:p>
            <a:pPr marL="0" indent="0">
              <a:lnSpc>
                <a:spcPct val="100000"/>
              </a:lnSpc>
              <a:buNone/>
            </a:pPr>
            <a:endParaRPr lang="en-US" dirty="0"/>
          </a:p>
          <a:p>
            <a:pPr marL="0" indent="0">
              <a:lnSpc>
                <a:spcPct val="150000"/>
              </a:lnSpc>
              <a:spcBef>
                <a:spcPts val="600"/>
              </a:spcBef>
              <a:buNone/>
            </a:pPr>
            <a:r>
              <a:rPr lang="en-US" dirty="0"/>
              <a:t>NNO:</a:t>
            </a:r>
            <a:endParaRPr lang="en-US" sz="2000" dirty="0"/>
          </a:p>
          <a:p>
            <a:pPr>
              <a:lnSpc>
                <a:spcPct val="100000"/>
              </a:lnSpc>
              <a:spcBef>
                <a:spcPts val="0"/>
              </a:spcBef>
            </a:pPr>
            <a:endParaRPr lang="en-US" sz="2000" dirty="0"/>
          </a:p>
        </p:txBody>
      </p:sp>
      <p:sp>
        <p:nvSpPr>
          <p:cNvPr id="6" name="Slide Number Placeholder 5"/>
          <p:cNvSpPr>
            <a:spLocks noGrp="1"/>
          </p:cNvSpPr>
          <p:nvPr>
            <p:ph type="sldNum" sz="quarter" idx="12"/>
          </p:nvPr>
        </p:nvSpPr>
        <p:spPr/>
        <p:txBody>
          <a:bodyPr/>
          <a:lstStyle/>
          <a:p>
            <a:fld id="{63C103D7-7FC1-4B9F-A526-BC88A3C4AA47}" type="slidenum">
              <a:rPr lang="en-US" smtClean="0"/>
              <a:pPr/>
              <a:t>18</a:t>
            </a:fld>
            <a:endParaRPr lang="en-US" dirty="0"/>
          </a:p>
        </p:txBody>
      </p:sp>
      <p:pic>
        <p:nvPicPr>
          <p:cNvPr id="12290" name="Picture 2" descr="http://2.bp.blogspot.com/-WTesPucPCLE/Tqpz2y02gqI/AAAAAAAAAFU/kEpkZqZFeNk/s1600/n2o_final.png"/>
          <p:cNvPicPr>
            <a:picLocks noChangeAspect="1" noChangeArrowheads="1"/>
          </p:cNvPicPr>
          <p:nvPr/>
        </p:nvPicPr>
        <p:blipFill rotWithShape="1">
          <a:blip r:embed="rId3">
            <a:extLst>
              <a:ext uri="{28A0092B-C50C-407E-A947-70E740481C1C}">
                <a14:useLocalDpi xmlns:a14="http://schemas.microsoft.com/office/drawing/2010/main" val="0"/>
              </a:ext>
            </a:extLst>
          </a:blip>
          <a:srcRect l="5071" t="70199" r="6552" b="22363"/>
          <a:stretch/>
        </p:blipFill>
        <p:spPr bwMode="auto">
          <a:xfrm>
            <a:off x="1506003" y="3926676"/>
            <a:ext cx="6250573" cy="703190"/>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2"/>
          <p:cNvGrpSpPr/>
          <p:nvPr/>
        </p:nvGrpSpPr>
        <p:grpSpPr>
          <a:xfrm>
            <a:off x="1693577" y="3047808"/>
            <a:ext cx="5613855" cy="568038"/>
            <a:chOff x="1977390" y="4444841"/>
            <a:chExt cx="5613855" cy="568038"/>
          </a:xfrm>
        </p:grpSpPr>
        <p:pic>
          <p:nvPicPr>
            <p:cNvPr id="12292" name="Picture 4" descr="https://chemistry.osu.edu/%7Ewoodward/ch121/Image26.gif"/>
            <p:cNvPicPr>
              <a:picLocks noChangeAspect="1" noChangeArrowheads="1"/>
            </p:cNvPicPr>
            <p:nvPr/>
          </p:nvPicPr>
          <p:blipFill rotWithShape="1">
            <a:blip r:embed="rId4">
              <a:extLst>
                <a:ext uri="{28A0092B-C50C-407E-A947-70E740481C1C}">
                  <a14:useLocalDpi xmlns:a14="http://schemas.microsoft.com/office/drawing/2010/main" val="0"/>
                </a:ext>
              </a:extLst>
            </a:blip>
            <a:srcRect l="10676" t="36558" r="50750" b="31551"/>
            <a:stretch/>
          </p:blipFill>
          <p:spPr bwMode="auto">
            <a:xfrm>
              <a:off x="1977390" y="4444841"/>
              <a:ext cx="1330036" cy="56803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https://chemistry.osu.edu/%7Ewoodward/ch121/Image26.gif"/>
            <p:cNvPicPr>
              <a:picLocks noChangeAspect="1" noChangeArrowheads="1"/>
            </p:cNvPicPr>
            <p:nvPr/>
          </p:nvPicPr>
          <p:blipFill rotWithShape="1">
            <a:blip r:embed="rId4">
              <a:extLst>
                <a:ext uri="{28A0092B-C50C-407E-A947-70E740481C1C}">
                  <a14:useLocalDpi xmlns:a14="http://schemas.microsoft.com/office/drawing/2010/main" val="0"/>
                </a:ext>
              </a:extLst>
            </a:blip>
            <a:srcRect l="62912" t="70005" r="-1486" b="-1896"/>
            <a:stretch/>
          </p:blipFill>
          <p:spPr bwMode="auto">
            <a:xfrm>
              <a:off x="4094363" y="4444841"/>
              <a:ext cx="1330036" cy="56803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http://2.bp.blogspot.com/-WTesPucPCLE/Tqpz2y02gqI/AAAAAAAAAFU/kEpkZqZFeNk/s1600/n2o_final.png"/>
            <p:cNvPicPr>
              <a:picLocks noChangeAspect="1" noChangeArrowheads="1"/>
            </p:cNvPicPr>
            <p:nvPr/>
          </p:nvPicPr>
          <p:blipFill rotWithShape="1">
            <a:blip r:embed="rId3">
              <a:extLst>
                <a:ext uri="{28A0092B-C50C-407E-A947-70E740481C1C}">
                  <a14:useLocalDpi xmlns:a14="http://schemas.microsoft.com/office/drawing/2010/main" val="0"/>
                </a:ext>
              </a:extLst>
            </a:blip>
            <a:srcRect l="27848" t="72800" r="61770" b="23683"/>
            <a:stretch/>
          </p:blipFill>
          <p:spPr bwMode="auto">
            <a:xfrm>
              <a:off x="3366307" y="4680370"/>
              <a:ext cx="734291" cy="33250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http://2.bp.blogspot.com/-WTesPucPCLE/Tqpz2y02gqI/AAAAAAAAAFU/kEpkZqZFeNk/s1600/n2o_final.png"/>
            <p:cNvPicPr>
              <a:picLocks noChangeAspect="1" noChangeArrowheads="1"/>
            </p:cNvPicPr>
            <p:nvPr/>
          </p:nvPicPr>
          <p:blipFill rotWithShape="1">
            <a:blip r:embed="rId3">
              <a:extLst>
                <a:ext uri="{28A0092B-C50C-407E-A947-70E740481C1C}">
                  <a14:useLocalDpi xmlns:a14="http://schemas.microsoft.com/office/drawing/2010/main" val="0"/>
                </a:ext>
              </a:extLst>
            </a:blip>
            <a:srcRect l="27848" t="72800" r="61770" b="23683"/>
            <a:stretch/>
          </p:blipFill>
          <p:spPr bwMode="auto">
            <a:xfrm>
              <a:off x="5477045" y="4680370"/>
              <a:ext cx="734291" cy="332509"/>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1"/>
            <p:cNvGrpSpPr/>
            <p:nvPr/>
          </p:nvGrpSpPr>
          <p:grpSpPr>
            <a:xfrm>
              <a:off x="6261209" y="4444841"/>
              <a:ext cx="1330036" cy="568038"/>
              <a:chOff x="6261209" y="4444841"/>
              <a:chExt cx="1330036" cy="568038"/>
            </a:xfrm>
          </p:grpSpPr>
          <p:pic>
            <p:nvPicPr>
              <p:cNvPr id="11" name="Picture 4" descr="https://chemistry.osu.edu/%7Ewoodward/ch121/Image26.gif"/>
              <p:cNvPicPr>
                <a:picLocks noChangeAspect="1" noChangeArrowheads="1"/>
              </p:cNvPicPr>
              <p:nvPr/>
            </p:nvPicPr>
            <p:blipFill rotWithShape="1">
              <a:blip r:embed="rId4">
                <a:extLst>
                  <a:ext uri="{28A0092B-C50C-407E-A947-70E740481C1C}">
                    <a14:useLocalDpi xmlns:a14="http://schemas.microsoft.com/office/drawing/2010/main" val="0"/>
                  </a:ext>
                </a:extLst>
              </a:blip>
              <a:srcRect l="62912" t="70005" r="-1486" b="-1896"/>
              <a:stretch/>
            </p:blipFill>
            <p:spPr bwMode="auto">
              <a:xfrm flipH="1">
                <a:off x="6261209" y="4444841"/>
                <a:ext cx="1330036" cy="56803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https://chemistry.osu.edu/%7Ewoodward/ch121/Image26.gif"/>
              <p:cNvPicPr>
                <a:picLocks noChangeAspect="1" noChangeArrowheads="1"/>
              </p:cNvPicPr>
              <p:nvPr/>
            </p:nvPicPr>
            <p:blipFill rotWithShape="1">
              <a:blip r:embed="rId4">
                <a:extLst>
                  <a:ext uri="{28A0092B-C50C-407E-A947-70E740481C1C}">
                    <a14:useLocalDpi xmlns:a14="http://schemas.microsoft.com/office/drawing/2010/main" val="0"/>
                  </a:ext>
                </a:extLst>
              </a:blip>
              <a:srcRect l="93116" t="72252" r="2744" b="3421"/>
              <a:stretch/>
            </p:blipFill>
            <p:spPr bwMode="auto">
              <a:xfrm>
                <a:off x="6397522" y="4479343"/>
                <a:ext cx="142763" cy="433318"/>
              </a:xfrm>
              <a:prstGeom prst="rect">
                <a:avLst/>
              </a:prstGeom>
              <a:solidFill>
                <a:schemeClr val="bg1"/>
              </a:solidFill>
            </p:spPr>
          </p:pic>
          <p:pic>
            <p:nvPicPr>
              <p:cNvPr id="13" name="Picture 4" descr="https://chemistry.osu.edu/%7Ewoodward/ch121/Image26.gif"/>
              <p:cNvPicPr>
                <a:picLocks noChangeAspect="1" noChangeArrowheads="1"/>
              </p:cNvPicPr>
              <p:nvPr/>
            </p:nvPicPr>
            <p:blipFill rotWithShape="1">
              <a:blip r:embed="rId4">
                <a:extLst>
                  <a:ext uri="{28A0092B-C50C-407E-A947-70E740481C1C}">
                    <a14:useLocalDpi xmlns:a14="http://schemas.microsoft.com/office/drawing/2010/main" val="0"/>
                  </a:ext>
                </a:extLst>
              </a:blip>
              <a:srcRect l="66826" t="71813" r="29034" b="3860"/>
              <a:stretch/>
            </p:blipFill>
            <p:spPr bwMode="auto">
              <a:xfrm>
                <a:off x="7305080" y="4483251"/>
                <a:ext cx="142763" cy="433318"/>
              </a:xfrm>
              <a:prstGeom prst="rect">
                <a:avLst/>
              </a:prstGeom>
              <a:solidFill>
                <a:schemeClr val="bg1"/>
              </a:solidFill>
            </p:spPr>
          </p:pic>
          <p:pic>
            <p:nvPicPr>
              <p:cNvPr id="14" name="Picture 4" descr="https://chemistry.osu.edu/%7Ewoodward/ch121/Image26.gif"/>
              <p:cNvPicPr>
                <a:picLocks noChangeAspect="1" noChangeArrowheads="1"/>
              </p:cNvPicPr>
              <p:nvPr/>
            </p:nvPicPr>
            <p:blipFill rotWithShape="1">
              <a:blip r:embed="rId4">
                <a:extLst>
                  <a:ext uri="{28A0092B-C50C-407E-A947-70E740481C1C}">
                    <a14:useLocalDpi xmlns:a14="http://schemas.microsoft.com/office/drawing/2010/main" val="0"/>
                  </a:ext>
                </a:extLst>
              </a:blip>
              <a:srcRect l="79000" t="72252" r="15009" b="3421"/>
              <a:stretch/>
            </p:blipFill>
            <p:spPr bwMode="auto">
              <a:xfrm>
                <a:off x="6831168" y="4492661"/>
                <a:ext cx="206586" cy="433318"/>
              </a:xfrm>
              <a:prstGeom prst="rect">
                <a:avLst/>
              </a:prstGeom>
              <a:solidFill>
                <a:schemeClr val="bg1"/>
              </a:solidFill>
            </p:spPr>
          </p:pic>
        </p:grpSp>
      </p:grpSp>
      <p:sp>
        <p:nvSpPr>
          <p:cNvPr id="4" name="Oval 3"/>
          <p:cNvSpPr/>
          <p:nvPr/>
        </p:nvSpPr>
        <p:spPr>
          <a:xfrm>
            <a:off x="371706" y="3976104"/>
            <a:ext cx="1076096" cy="564795"/>
          </a:xfrm>
          <a:prstGeom prst="ellipse">
            <a:avLst/>
          </a:prstGeom>
          <a:noFill/>
          <a:ln w="57150"/>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pic>
        <p:nvPicPr>
          <p:cNvPr id="17410" name="Picture 2" descr="Image result for laughing ga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74758" y="1833851"/>
            <a:ext cx="1220858" cy="18404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8114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578">
                                            <p:txEl>
                                              <p:pRg st="3" end="3"/>
                                            </p:txEl>
                                          </p:spTgt>
                                        </p:tgtEl>
                                        <p:attrNameLst>
                                          <p:attrName>style.visibility</p:attrName>
                                        </p:attrNameLst>
                                      </p:cBhvr>
                                      <p:to>
                                        <p:strVal val="visible"/>
                                      </p:to>
                                    </p:set>
                                    <p:animEffect transition="in" filter="fade">
                                      <p:cBhvr>
                                        <p:cTn id="7" dur="500"/>
                                        <p:tgtEl>
                                          <p:spTgt spid="24578">
                                            <p:txEl>
                                              <p:pRg st="3" end="3"/>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4578">
                                            <p:txEl>
                                              <p:pRg st="5" end="5"/>
                                            </p:txEl>
                                          </p:spTgt>
                                        </p:tgtEl>
                                        <p:attrNameLst>
                                          <p:attrName>style.visibility</p:attrName>
                                        </p:attrNameLst>
                                      </p:cBhvr>
                                      <p:to>
                                        <p:strVal val="visible"/>
                                      </p:to>
                                    </p:set>
                                    <p:animEffect transition="in" filter="fade">
                                      <p:cBhvr>
                                        <p:cTn id="16" dur="500"/>
                                        <p:tgtEl>
                                          <p:spTgt spid="24578">
                                            <p:txEl>
                                              <p:pRg st="5" end="5"/>
                                            </p:txEl>
                                          </p:spTgt>
                                        </p:tgtEl>
                                      </p:cBhvr>
                                    </p:animEffec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12290"/>
                                        </p:tgtEl>
                                        <p:attrNameLst>
                                          <p:attrName>style.visibility</p:attrName>
                                        </p:attrNameLst>
                                      </p:cBhvr>
                                      <p:to>
                                        <p:strVal val="visible"/>
                                      </p:to>
                                    </p:set>
                                    <p:animEffect transition="in" filter="fade">
                                      <p:cBhvr>
                                        <p:cTn id="20" dur="500"/>
                                        <p:tgtEl>
                                          <p:spTgt spid="12290"/>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noChangeArrowheads="1"/>
          </p:cNvSpPr>
          <p:nvPr>
            <p:ph type="title"/>
          </p:nvPr>
        </p:nvSpPr>
        <p:spPr>
          <a:xfrm>
            <a:off x="2544671" y="579092"/>
            <a:ext cx="6377940" cy="1254759"/>
          </a:xfrm>
        </p:spPr>
        <p:txBody>
          <a:bodyPr/>
          <a:lstStyle/>
          <a:p>
            <a:r>
              <a:rPr lang="en-US" sz="3600" dirty="0"/>
              <a:t>Using Lewis Diagrams to Predict Structure</a:t>
            </a:r>
          </a:p>
        </p:txBody>
      </p:sp>
      <p:sp>
        <p:nvSpPr>
          <p:cNvPr id="24578" name="Rectangle 3"/>
          <p:cNvSpPr>
            <a:spLocks noGrp="1" noChangeArrowheads="1"/>
          </p:cNvSpPr>
          <p:nvPr>
            <p:ph idx="1"/>
          </p:nvPr>
        </p:nvSpPr>
        <p:spPr>
          <a:xfrm>
            <a:off x="481912" y="1934069"/>
            <a:ext cx="8427309" cy="4169019"/>
          </a:xfrm>
        </p:spPr>
        <p:txBody>
          <a:bodyPr>
            <a:normAutofit lnSpcReduction="10000"/>
          </a:bodyPr>
          <a:lstStyle/>
          <a:p>
            <a:pPr>
              <a:lnSpc>
                <a:spcPct val="100000"/>
              </a:lnSpc>
              <a:spcBef>
                <a:spcPts val="0"/>
              </a:spcBef>
            </a:pPr>
            <a:r>
              <a:rPr lang="en-US" sz="2000" dirty="0"/>
              <a:t>Which NNO resonance structure(s) do you predict contribute the most weight to the delocalized structure?</a:t>
            </a:r>
          </a:p>
          <a:p>
            <a:pPr>
              <a:lnSpc>
                <a:spcPct val="100000"/>
              </a:lnSpc>
              <a:spcBef>
                <a:spcPts val="0"/>
              </a:spcBef>
            </a:pPr>
            <a:endParaRPr lang="en-US" sz="2000" dirty="0"/>
          </a:p>
          <a:p>
            <a:pPr>
              <a:lnSpc>
                <a:spcPct val="100000"/>
              </a:lnSpc>
              <a:spcBef>
                <a:spcPts val="0"/>
              </a:spcBef>
            </a:pPr>
            <a:endParaRPr lang="en-US" sz="2000" dirty="0"/>
          </a:p>
          <a:p>
            <a:pPr>
              <a:lnSpc>
                <a:spcPct val="100000"/>
              </a:lnSpc>
              <a:spcBef>
                <a:spcPts val="0"/>
              </a:spcBef>
            </a:pPr>
            <a:endParaRPr lang="en-US" sz="2000" dirty="0"/>
          </a:p>
          <a:p>
            <a:pPr marL="457200" lvl="1" indent="0">
              <a:lnSpc>
                <a:spcPct val="100000"/>
              </a:lnSpc>
              <a:spcBef>
                <a:spcPts val="0"/>
              </a:spcBef>
              <a:buNone/>
            </a:pPr>
            <a:r>
              <a:rPr lang="en-US" sz="1400" dirty="0"/>
              <a:t>	</a:t>
            </a:r>
            <a:r>
              <a:rPr lang="en-US" sz="1400" dirty="0">
                <a:solidFill>
                  <a:srgbClr val="E81F29"/>
                </a:solidFill>
              </a:rPr>
              <a:t>          </a:t>
            </a:r>
            <a:r>
              <a:rPr lang="en-US" sz="1800" dirty="0">
                <a:solidFill>
                  <a:srgbClr val="E81F29"/>
                </a:solidFill>
              </a:rPr>
              <a:t> 			 		      </a:t>
            </a:r>
          </a:p>
          <a:p>
            <a:pPr>
              <a:lnSpc>
                <a:spcPct val="100000"/>
              </a:lnSpc>
              <a:spcBef>
                <a:spcPts val="0"/>
              </a:spcBef>
            </a:pPr>
            <a:r>
              <a:rPr lang="en-US" sz="2000" dirty="0"/>
              <a:t>The structure containing the N-N triple bond minimizes formal charge and places the -1 formal charge on O, the more electronegative atom. </a:t>
            </a:r>
          </a:p>
          <a:p>
            <a:pPr>
              <a:lnSpc>
                <a:spcPct val="100000"/>
              </a:lnSpc>
              <a:spcBef>
                <a:spcPts val="0"/>
              </a:spcBef>
            </a:pPr>
            <a:r>
              <a:rPr lang="en-US" sz="2000" dirty="0"/>
              <a:t>The 2</a:t>
            </a:r>
            <a:r>
              <a:rPr lang="en-US" sz="2000" baseline="30000" dirty="0"/>
              <a:t>nd</a:t>
            </a:r>
            <a:r>
              <a:rPr lang="en-US" sz="2000" dirty="0"/>
              <a:t> structure is therefore the dominant structure, though the real delocalized molecule is more like a weighted average (</a:t>
            </a:r>
            <a:r>
              <a:rPr lang="en-US" sz="1600" dirty="0">
                <a:solidFill>
                  <a:prstClr val="black"/>
                </a:solidFill>
              </a:rPr>
              <a:t>#1 </a:t>
            </a:r>
            <a:r>
              <a:rPr lang="en-US" sz="2000" dirty="0"/>
              <a:t>+</a:t>
            </a:r>
            <a:r>
              <a:rPr lang="en-US" sz="2000" b="1" dirty="0"/>
              <a:t> #2 </a:t>
            </a:r>
            <a:r>
              <a:rPr lang="en-US" sz="2000" dirty="0"/>
              <a:t>+ </a:t>
            </a:r>
            <a:r>
              <a:rPr lang="en-US" sz="1050" dirty="0"/>
              <a:t>#3</a:t>
            </a:r>
            <a:r>
              <a:rPr lang="en-US" sz="2000" dirty="0"/>
              <a:t>)</a:t>
            </a:r>
          </a:p>
          <a:p>
            <a:pPr>
              <a:lnSpc>
                <a:spcPct val="100000"/>
              </a:lnSpc>
              <a:spcBef>
                <a:spcPts val="0"/>
              </a:spcBef>
            </a:pPr>
            <a:endParaRPr lang="en-US" sz="2000" dirty="0"/>
          </a:p>
          <a:p>
            <a:pPr>
              <a:lnSpc>
                <a:spcPct val="100000"/>
              </a:lnSpc>
              <a:spcBef>
                <a:spcPts val="0"/>
              </a:spcBef>
            </a:pPr>
            <a:r>
              <a:rPr lang="en-US" sz="2000" dirty="0"/>
              <a:t>What do you predict the N-N and N-O bond orders to be?</a:t>
            </a:r>
          </a:p>
          <a:p>
            <a:pPr lvl="1" indent="-2743200">
              <a:lnSpc>
                <a:spcPct val="100000"/>
              </a:lnSpc>
              <a:spcBef>
                <a:spcPts val="0"/>
              </a:spcBef>
            </a:pPr>
            <a:r>
              <a:rPr lang="en-US" sz="1800" dirty="0"/>
              <a:t>The N-N bond order will be between 2-3</a:t>
            </a:r>
          </a:p>
          <a:p>
            <a:pPr lvl="1" indent="-2743200">
              <a:lnSpc>
                <a:spcPct val="100000"/>
              </a:lnSpc>
              <a:spcBef>
                <a:spcPts val="0"/>
              </a:spcBef>
            </a:pPr>
            <a:r>
              <a:rPr lang="en-US" sz="1800" dirty="0"/>
              <a:t>The N-O bond order will be between 1-2</a:t>
            </a:r>
          </a:p>
          <a:p>
            <a:pPr lvl="1">
              <a:lnSpc>
                <a:spcPct val="100000"/>
              </a:lnSpc>
              <a:spcBef>
                <a:spcPts val="0"/>
              </a:spcBef>
            </a:pPr>
            <a:endParaRPr lang="en-US" sz="1800" dirty="0"/>
          </a:p>
        </p:txBody>
      </p:sp>
      <p:sp>
        <p:nvSpPr>
          <p:cNvPr id="6" name="Slide Number Placeholder 5"/>
          <p:cNvSpPr>
            <a:spLocks noGrp="1"/>
          </p:cNvSpPr>
          <p:nvPr>
            <p:ph type="sldNum" sz="quarter" idx="12"/>
          </p:nvPr>
        </p:nvSpPr>
        <p:spPr/>
        <p:txBody>
          <a:bodyPr/>
          <a:lstStyle/>
          <a:p>
            <a:fld id="{63C103D7-7FC1-4B9F-A526-BC88A3C4AA47}" type="slidenum">
              <a:rPr lang="en-US" smtClean="0"/>
              <a:pPr/>
              <a:t>19</a:t>
            </a:fld>
            <a:endParaRPr lang="en-US" dirty="0"/>
          </a:p>
        </p:txBody>
      </p:sp>
      <p:grpSp>
        <p:nvGrpSpPr>
          <p:cNvPr id="7" name="Group 6"/>
          <p:cNvGrpSpPr/>
          <p:nvPr/>
        </p:nvGrpSpPr>
        <p:grpSpPr>
          <a:xfrm>
            <a:off x="583185" y="5251112"/>
            <a:ext cx="2622795" cy="1120705"/>
            <a:chOff x="4033787" y="5393921"/>
            <a:chExt cx="2622795" cy="1120705"/>
          </a:xfrm>
        </p:grpSpPr>
        <p:pic>
          <p:nvPicPr>
            <p:cNvPr id="12294" name="Picture 6" descr="http://static.newworldencyclopedia.org/thumb/4/47/Nitrous-oxide-2D-dimensions.png/250px-Nitrous-oxide-2D-dimensions.png"/>
            <p:cNvPicPr>
              <a:picLocks noChangeAspect="1" noChangeArrowheads="1"/>
            </p:cNvPicPr>
            <p:nvPr/>
          </p:nvPicPr>
          <p:blipFill rotWithShape="1">
            <a:blip r:embed="rId2">
              <a:extLst>
                <a:ext uri="{28A0092B-C50C-407E-A947-70E740481C1C}">
                  <a14:useLocalDpi xmlns:a14="http://schemas.microsoft.com/office/drawing/2010/main" val="0"/>
                </a:ext>
              </a:extLst>
            </a:blip>
            <a:srcRect r="3579"/>
            <a:stretch/>
          </p:blipFill>
          <p:spPr bwMode="auto">
            <a:xfrm>
              <a:off x="4033787" y="5393921"/>
              <a:ext cx="2622795" cy="112070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4216671" y="5406044"/>
              <a:ext cx="777240" cy="228600"/>
            </a:xfrm>
            <a:prstGeom prst="rect">
              <a:avLst/>
            </a:prstGeom>
            <a:solidFill>
              <a:schemeClr val="bg1"/>
            </a:solidFill>
          </p:spPr>
          <p:txBody>
            <a:bodyPr wrap="square" rtlCol="0">
              <a:spAutoFit/>
            </a:bodyPr>
            <a:lstStyle/>
            <a:p>
              <a:r>
                <a:rPr lang="en-US" sz="1050" dirty="0">
                  <a:solidFill>
                    <a:srgbClr val="FF0000"/>
                  </a:solidFill>
                </a:rPr>
                <a:t>112.6 pm</a:t>
              </a:r>
            </a:p>
          </p:txBody>
        </p:sp>
        <p:sp>
          <p:nvSpPr>
            <p:cNvPr id="22" name="TextBox 21"/>
            <p:cNvSpPr txBox="1"/>
            <p:nvPr/>
          </p:nvSpPr>
          <p:spPr>
            <a:xfrm>
              <a:off x="4956401" y="5410211"/>
              <a:ext cx="777240" cy="228600"/>
            </a:xfrm>
            <a:prstGeom prst="rect">
              <a:avLst/>
            </a:prstGeom>
            <a:solidFill>
              <a:schemeClr val="bg1"/>
            </a:solidFill>
          </p:spPr>
          <p:txBody>
            <a:bodyPr wrap="square" rtlCol="0">
              <a:spAutoFit/>
            </a:bodyPr>
            <a:lstStyle/>
            <a:p>
              <a:r>
                <a:rPr lang="en-US" sz="1050" dirty="0">
                  <a:solidFill>
                    <a:srgbClr val="FF8000"/>
                  </a:solidFill>
                </a:rPr>
                <a:t>118.6 pm</a:t>
              </a:r>
            </a:p>
          </p:txBody>
        </p:sp>
      </p:grpSp>
      <p:pic>
        <p:nvPicPr>
          <p:cNvPr id="24" name="Picture 2" descr="http://2.bp.blogspot.com/-WTesPucPCLE/Tqpz2y02gqI/AAAAAAAAAFU/kEpkZqZFeNk/s1600/n2o_final.png"/>
          <p:cNvPicPr>
            <a:picLocks noChangeAspect="1" noChangeArrowheads="1"/>
          </p:cNvPicPr>
          <p:nvPr/>
        </p:nvPicPr>
        <p:blipFill rotWithShape="1">
          <a:blip r:embed="rId3">
            <a:extLst>
              <a:ext uri="{28A0092B-C50C-407E-A947-70E740481C1C}">
                <a14:useLocalDpi xmlns:a14="http://schemas.microsoft.com/office/drawing/2010/main" val="0"/>
              </a:ext>
            </a:extLst>
          </a:blip>
          <a:srcRect l="5071" t="71083" r="6552" b="23405"/>
          <a:stretch/>
        </p:blipFill>
        <p:spPr bwMode="auto">
          <a:xfrm>
            <a:off x="1248277" y="2775097"/>
            <a:ext cx="6250573" cy="520995"/>
          </a:xfrm>
          <a:prstGeom prst="rect">
            <a:avLst/>
          </a:prstGeom>
          <a:noFill/>
          <a:extLst>
            <a:ext uri="{909E8E84-426E-40DD-AFC4-6F175D3DCCD1}">
              <a14:hiddenFill xmlns:a14="http://schemas.microsoft.com/office/drawing/2010/main">
                <a:solidFill>
                  <a:srgbClr val="FFFFFF"/>
                </a:solidFill>
              </a14:hiddenFill>
            </a:ext>
          </a:extLst>
        </p:spPr>
      </p:pic>
      <p:sp>
        <p:nvSpPr>
          <p:cNvPr id="26" name="Oval 25"/>
          <p:cNvSpPr/>
          <p:nvPr/>
        </p:nvSpPr>
        <p:spPr>
          <a:xfrm>
            <a:off x="3500907" y="2718991"/>
            <a:ext cx="1745311" cy="655490"/>
          </a:xfrm>
          <a:prstGeom prst="ellipse">
            <a:avLst/>
          </a:prstGeom>
          <a:noFill/>
          <a:ln w="57150"/>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790605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4578">
                                            <p:txEl>
                                              <p:pRg st="0" end="0"/>
                                            </p:txEl>
                                          </p:spTgt>
                                        </p:tgtEl>
                                        <p:attrNameLst>
                                          <p:attrName>style.visibility</p:attrName>
                                        </p:attrNameLst>
                                      </p:cBhvr>
                                      <p:to>
                                        <p:strVal val="visible"/>
                                      </p:to>
                                    </p:set>
                                    <p:animEffect transition="in" filter="fade">
                                      <p:cBhvr>
                                        <p:cTn id="7" dur="500"/>
                                        <p:tgtEl>
                                          <p:spTgt spid="24578">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500"/>
                                        <p:tgtEl>
                                          <p:spTgt spid="24"/>
                                        </p:tgtEl>
                                      </p:cBhvr>
                                    </p:animEffect>
                                  </p:childTnLst>
                                </p:cTn>
                              </p:par>
                              <p:par>
                                <p:cTn id="12" presetID="10" presetClass="entr" presetSubtype="0" fill="hold" nodeType="withEffect">
                                  <p:stCondLst>
                                    <p:cond delay="0"/>
                                  </p:stCondLst>
                                  <p:childTnLst>
                                    <p:set>
                                      <p:cBhvr>
                                        <p:cTn id="13" dur="1" fill="hold">
                                          <p:stCondLst>
                                            <p:cond delay="0"/>
                                          </p:stCondLst>
                                        </p:cTn>
                                        <p:tgtEl>
                                          <p:spTgt spid="24578">
                                            <p:txEl>
                                              <p:pRg st="4" end="4"/>
                                            </p:txEl>
                                          </p:spTgt>
                                        </p:tgtEl>
                                        <p:attrNameLst>
                                          <p:attrName>style.visibility</p:attrName>
                                        </p:attrNameLst>
                                      </p:cBhvr>
                                      <p:to>
                                        <p:strVal val="visible"/>
                                      </p:to>
                                    </p:set>
                                    <p:animEffect transition="in" filter="fade">
                                      <p:cBhvr>
                                        <p:cTn id="14" dur="500"/>
                                        <p:tgtEl>
                                          <p:spTgt spid="24578">
                                            <p:txEl>
                                              <p:pRg st="4" end="4"/>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childTnLst>
                                </p:cTn>
                              </p:par>
                              <p:par>
                                <p:cTn id="20" presetID="10" presetClass="entr" presetSubtype="0" fill="hold" nodeType="withEffect">
                                  <p:stCondLst>
                                    <p:cond delay="0"/>
                                  </p:stCondLst>
                                  <p:childTnLst>
                                    <p:set>
                                      <p:cBhvr>
                                        <p:cTn id="21" dur="1" fill="hold">
                                          <p:stCondLst>
                                            <p:cond delay="0"/>
                                          </p:stCondLst>
                                        </p:cTn>
                                        <p:tgtEl>
                                          <p:spTgt spid="24578">
                                            <p:txEl>
                                              <p:pRg st="5" end="5"/>
                                            </p:txEl>
                                          </p:spTgt>
                                        </p:tgtEl>
                                        <p:attrNameLst>
                                          <p:attrName>style.visibility</p:attrName>
                                        </p:attrNameLst>
                                      </p:cBhvr>
                                      <p:to>
                                        <p:strVal val="visible"/>
                                      </p:to>
                                    </p:set>
                                    <p:animEffect transition="in" filter="fade">
                                      <p:cBhvr>
                                        <p:cTn id="22" dur="500"/>
                                        <p:tgtEl>
                                          <p:spTgt spid="24578">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4578">
                                            <p:txEl>
                                              <p:pRg st="6" end="6"/>
                                            </p:txEl>
                                          </p:spTgt>
                                        </p:tgtEl>
                                        <p:attrNameLst>
                                          <p:attrName>style.visibility</p:attrName>
                                        </p:attrNameLst>
                                      </p:cBhvr>
                                      <p:to>
                                        <p:strVal val="visible"/>
                                      </p:to>
                                    </p:set>
                                    <p:animEffect transition="in" filter="fade">
                                      <p:cBhvr>
                                        <p:cTn id="27" dur="500"/>
                                        <p:tgtEl>
                                          <p:spTgt spid="24578">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4578">
                                            <p:txEl>
                                              <p:pRg st="8" end="8"/>
                                            </p:txEl>
                                          </p:spTgt>
                                        </p:tgtEl>
                                        <p:attrNameLst>
                                          <p:attrName>style.visibility</p:attrName>
                                        </p:attrNameLst>
                                      </p:cBhvr>
                                      <p:to>
                                        <p:strVal val="visible"/>
                                      </p:to>
                                    </p:set>
                                    <p:animEffect transition="in" filter="fade">
                                      <p:cBhvr>
                                        <p:cTn id="32" dur="500"/>
                                        <p:tgtEl>
                                          <p:spTgt spid="24578">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4578">
                                            <p:txEl>
                                              <p:pRg st="9" end="9"/>
                                            </p:txEl>
                                          </p:spTgt>
                                        </p:tgtEl>
                                        <p:attrNameLst>
                                          <p:attrName>style.visibility</p:attrName>
                                        </p:attrNameLst>
                                      </p:cBhvr>
                                      <p:to>
                                        <p:strVal val="visible"/>
                                      </p:to>
                                    </p:set>
                                    <p:animEffect transition="in" filter="fade">
                                      <p:cBhvr>
                                        <p:cTn id="37" dur="500"/>
                                        <p:tgtEl>
                                          <p:spTgt spid="24578">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4578">
                                            <p:txEl>
                                              <p:pRg st="10" end="10"/>
                                            </p:txEl>
                                          </p:spTgt>
                                        </p:tgtEl>
                                        <p:attrNameLst>
                                          <p:attrName>style.visibility</p:attrName>
                                        </p:attrNameLst>
                                      </p:cBhvr>
                                      <p:to>
                                        <p:strVal val="visible"/>
                                      </p:to>
                                    </p:set>
                                    <p:animEffect transition="in" filter="fade">
                                      <p:cBhvr>
                                        <p:cTn id="42" dur="500"/>
                                        <p:tgtEl>
                                          <p:spTgt spid="24578">
                                            <p:txEl>
                                              <p:pRg st="10" end="1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fade">
                                      <p:cBhvr>
                                        <p:cTn id="4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noChangeArrowheads="1"/>
          </p:cNvSpPr>
          <p:nvPr>
            <p:ph type="title"/>
          </p:nvPr>
        </p:nvSpPr>
        <p:spPr>
          <a:xfrm>
            <a:off x="2544671" y="579092"/>
            <a:ext cx="6377940" cy="1254759"/>
          </a:xfrm>
        </p:spPr>
        <p:txBody>
          <a:bodyPr/>
          <a:lstStyle/>
          <a:p>
            <a:r>
              <a:rPr lang="en-US" sz="3600" dirty="0"/>
              <a:t>Using Lewis Diagrams to Predict Structure</a:t>
            </a:r>
          </a:p>
        </p:txBody>
      </p:sp>
      <p:sp>
        <p:nvSpPr>
          <p:cNvPr id="24578" name="Rectangle 3"/>
          <p:cNvSpPr>
            <a:spLocks noGrp="1" noChangeArrowheads="1"/>
          </p:cNvSpPr>
          <p:nvPr>
            <p:ph idx="1"/>
          </p:nvPr>
        </p:nvSpPr>
        <p:spPr>
          <a:xfrm>
            <a:off x="481912" y="1934069"/>
            <a:ext cx="8427309" cy="4169019"/>
          </a:xfrm>
        </p:spPr>
        <p:txBody>
          <a:bodyPr>
            <a:normAutofit/>
          </a:bodyPr>
          <a:lstStyle/>
          <a:p>
            <a:pPr marL="0" indent="0" algn="ctr">
              <a:lnSpc>
                <a:spcPct val="100000"/>
              </a:lnSpc>
              <a:spcBef>
                <a:spcPts val="0"/>
              </a:spcBef>
              <a:buNone/>
            </a:pPr>
            <a:r>
              <a:rPr lang="en-US" sz="3600" dirty="0">
                <a:solidFill>
                  <a:srgbClr val="E81F29"/>
                </a:solidFill>
              </a:rPr>
              <a:t>Octet Rule </a:t>
            </a:r>
            <a:r>
              <a:rPr lang="en-US" sz="3600" dirty="0">
                <a:solidFill>
                  <a:prstClr val="black"/>
                </a:solidFill>
              </a:rPr>
              <a:t>vs. </a:t>
            </a:r>
            <a:r>
              <a:rPr lang="en-US" sz="3600" dirty="0">
                <a:solidFill>
                  <a:srgbClr val="00A39A"/>
                </a:solidFill>
              </a:rPr>
              <a:t>Formal Charge</a:t>
            </a:r>
            <a:endParaRPr lang="en-US" sz="2000" dirty="0"/>
          </a:p>
          <a:p>
            <a:pPr marL="0" indent="0" algn="ctr">
              <a:lnSpc>
                <a:spcPct val="100000"/>
              </a:lnSpc>
              <a:spcBef>
                <a:spcPts val="0"/>
              </a:spcBef>
              <a:buNone/>
            </a:pPr>
            <a:r>
              <a:rPr lang="en-US" sz="2000" dirty="0"/>
              <a:t>Why not form 5 bonds with the central N?</a:t>
            </a:r>
          </a:p>
          <a:p>
            <a:pPr lvl="1">
              <a:lnSpc>
                <a:spcPct val="100000"/>
              </a:lnSpc>
              <a:spcBef>
                <a:spcPts val="0"/>
              </a:spcBef>
            </a:pPr>
            <a:endParaRPr lang="en-US" sz="1800" dirty="0"/>
          </a:p>
          <a:p>
            <a:pPr>
              <a:lnSpc>
                <a:spcPct val="100000"/>
              </a:lnSpc>
              <a:spcBef>
                <a:spcPts val="0"/>
              </a:spcBef>
            </a:pPr>
            <a:endParaRPr lang="en-US" sz="2000" dirty="0"/>
          </a:p>
          <a:p>
            <a:pPr>
              <a:lnSpc>
                <a:spcPct val="100000"/>
              </a:lnSpc>
              <a:spcBef>
                <a:spcPts val="0"/>
              </a:spcBef>
            </a:pPr>
            <a:r>
              <a:rPr lang="en-US" sz="1800" dirty="0"/>
              <a:t>Forming 5 bonds at the central N would decrease formal charge to 0 for all atoms. However, this would result in an expanded octet (10 e- for the central N) which period 2 elements aren’t really big enough to handle; as seen below, the measured bond orders are less than 3 and 2, giving the central N ~8.68 valence e-, not 10. So, </a:t>
            </a:r>
            <a:r>
              <a:rPr lang="en-US" sz="1800" b="1" dirty="0"/>
              <a:t>in the case of period 2 elements, we minimize formal charge while giving the element an octet (or less) of valence e-</a:t>
            </a:r>
          </a:p>
        </p:txBody>
      </p:sp>
      <p:sp>
        <p:nvSpPr>
          <p:cNvPr id="6" name="Slide Number Placeholder 5"/>
          <p:cNvSpPr>
            <a:spLocks noGrp="1"/>
          </p:cNvSpPr>
          <p:nvPr>
            <p:ph type="sldNum" sz="quarter" idx="12"/>
          </p:nvPr>
        </p:nvSpPr>
        <p:spPr/>
        <p:txBody>
          <a:bodyPr/>
          <a:lstStyle/>
          <a:p>
            <a:fld id="{63C103D7-7FC1-4B9F-A526-BC88A3C4AA47}" type="slidenum">
              <a:rPr lang="en-US" smtClean="0"/>
              <a:pPr/>
              <a:t>20</a:t>
            </a:fld>
            <a:endParaRPr lang="en-US" dirty="0"/>
          </a:p>
        </p:txBody>
      </p:sp>
      <p:grpSp>
        <p:nvGrpSpPr>
          <p:cNvPr id="7" name="Group 6"/>
          <p:cNvGrpSpPr/>
          <p:nvPr/>
        </p:nvGrpSpPr>
        <p:grpSpPr>
          <a:xfrm>
            <a:off x="3689280" y="5168452"/>
            <a:ext cx="2622795" cy="1120705"/>
            <a:chOff x="4033787" y="5393921"/>
            <a:chExt cx="2622795" cy="1120705"/>
          </a:xfrm>
        </p:grpSpPr>
        <p:pic>
          <p:nvPicPr>
            <p:cNvPr id="12294" name="Picture 6" descr="http://static.newworldencyclopedia.org/thumb/4/47/Nitrous-oxide-2D-dimensions.png/250px-Nitrous-oxide-2D-dimensions.png"/>
            <p:cNvPicPr>
              <a:picLocks noChangeAspect="1" noChangeArrowheads="1"/>
            </p:cNvPicPr>
            <p:nvPr/>
          </p:nvPicPr>
          <p:blipFill rotWithShape="1">
            <a:blip r:embed="rId2">
              <a:extLst>
                <a:ext uri="{28A0092B-C50C-407E-A947-70E740481C1C}">
                  <a14:useLocalDpi xmlns:a14="http://schemas.microsoft.com/office/drawing/2010/main" val="0"/>
                </a:ext>
              </a:extLst>
            </a:blip>
            <a:srcRect r="3579"/>
            <a:stretch/>
          </p:blipFill>
          <p:spPr bwMode="auto">
            <a:xfrm>
              <a:off x="4033787" y="5393921"/>
              <a:ext cx="2622795" cy="112070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4216671" y="5406044"/>
              <a:ext cx="777240" cy="228600"/>
            </a:xfrm>
            <a:prstGeom prst="rect">
              <a:avLst/>
            </a:prstGeom>
            <a:solidFill>
              <a:schemeClr val="bg1"/>
            </a:solidFill>
          </p:spPr>
          <p:txBody>
            <a:bodyPr wrap="square" rtlCol="0">
              <a:spAutoFit/>
            </a:bodyPr>
            <a:lstStyle/>
            <a:p>
              <a:r>
                <a:rPr lang="en-US" sz="1050" dirty="0">
                  <a:solidFill>
                    <a:srgbClr val="FF0000"/>
                  </a:solidFill>
                </a:rPr>
                <a:t>112.6 pm</a:t>
              </a:r>
            </a:p>
          </p:txBody>
        </p:sp>
        <p:sp>
          <p:nvSpPr>
            <p:cNvPr id="22" name="TextBox 21"/>
            <p:cNvSpPr txBox="1"/>
            <p:nvPr/>
          </p:nvSpPr>
          <p:spPr>
            <a:xfrm>
              <a:off x="4956401" y="5410211"/>
              <a:ext cx="777240" cy="228600"/>
            </a:xfrm>
            <a:prstGeom prst="rect">
              <a:avLst/>
            </a:prstGeom>
            <a:solidFill>
              <a:schemeClr val="bg1"/>
            </a:solidFill>
          </p:spPr>
          <p:txBody>
            <a:bodyPr wrap="square" rtlCol="0">
              <a:spAutoFit/>
            </a:bodyPr>
            <a:lstStyle/>
            <a:p>
              <a:r>
                <a:rPr lang="en-US" sz="1050" dirty="0">
                  <a:solidFill>
                    <a:srgbClr val="FF8000"/>
                  </a:solidFill>
                </a:rPr>
                <a:t>118.6 pm</a:t>
              </a:r>
            </a:p>
          </p:txBody>
        </p:sp>
      </p:grpSp>
      <p:grpSp>
        <p:nvGrpSpPr>
          <p:cNvPr id="2" name="Group 1"/>
          <p:cNvGrpSpPr/>
          <p:nvPr/>
        </p:nvGrpSpPr>
        <p:grpSpPr>
          <a:xfrm>
            <a:off x="3932074" y="2888581"/>
            <a:ext cx="1474414" cy="390349"/>
            <a:chOff x="3551274" y="3607491"/>
            <a:chExt cx="1474414" cy="390349"/>
          </a:xfrm>
        </p:grpSpPr>
        <p:pic>
          <p:nvPicPr>
            <p:cNvPr id="13" name="Picture 2" descr="http://2.bp.blogspot.com/-WTesPucPCLE/Tqpz2y02gqI/AAAAAAAAAFU/kEpkZqZFeNk/s1600/n2o_final.png"/>
            <p:cNvPicPr>
              <a:picLocks noChangeAspect="1" noChangeArrowheads="1"/>
            </p:cNvPicPr>
            <p:nvPr/>
          </p:nvPicPr>
          <p:blipFill rotWithShape="1">
            <a:blip r:embed="rId3">
              <a:extLst>
                <a:ext uri="{28A0092B-C50C-407E-A947-70E740481C1C}">
                  <a14:useLocalDpi xmlns:a14="http://schemas.microsoft.com/office/drawing/2010/main" val="0"/>
                </a:ext>
              </a:extLst>
            </a:blip>
            <a:srcRect l="37633" t="73361" r="50491" b="23939"/>
            <a:stretch/>
          </p:blipFill>
          <p:spPr bwMode="auto">
            <a:xfrm>
              <a:off x="3551274" y="3710762"/>
              <a:ext cx="839974" cy="255181"/>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http://2.bp.blogspot.com/-WTesPucPCLE/Tqpz2y02gqI/AAAAAAAAAFU/kEpkZqZFeNk/s1600/n2o_final.png"/>
            <p:cNvPicPr>
              <a:picLocks noChangeAspect="1" noChangeArrowheads="1"/>
            </p:cNvPicPr>
            <p:nvPr/>
          </p:nvPicPr>
          <p:blipFill rotWithShape="1">
            <a:blip r:embed="rId3">
              <a:extLst>
                <a:ext uri="{28A0092B-C50C-407E-A947-70E740481C1C}">
                  <a14:useLocalDpi xmlns:a14="http://schemas.microsoft.com/office/drawing/2010/main" val="0"/>
                </a:ext>
              </a:extLst>
            </a:blip>
            <a:srcRect l="16537" t="73559" r="71988" b="23404"/>
            <a:stretch/>
          </p:blipFill>
          <p:spPr bwMode="auto">
            <a:xfrm>
              <a:off x="4214068" y="3710761"/>
              <a:ext cx="811620" cy="287079"/>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http://2.bp.blogspot.com/-WTesPucPCLE/Tqpz2y02gqI/AAAAAAAAAFU/kEpkZqZFeNk/s1600/n2o_final.png"/>
            <p:cNvPicPr>
              <a:picLocks noChangeAspect="1" noChangeArrowheads="1"/>
            </p:cNvPicPr>
            <p:nvPr/>
          </p:nvPicPr>
          <p:blipFill rotWithShape="1">
            <a:blip r:embed="rId3">
              <a:extLst>
                <a:ext uri="{28A0092B-C50C-407E-A947-70E740481C1C}">
                  <a14:useLocalDpi xmlns:a14="http://schemas.microsoft.com/office/drawing/2010/main" val="0"/>
                </a:ext>
              </a:extLst>
            </a:blip>
            <a:srcRect l="23201" t="72434" r="73342" b="26591"/>
            <a:stretch/>
          </p:blipFill>
          <p:spPr bwMode="auto">
            <a:xfrm>
              <a:off x="4684936" y="3607491"/>
              <a:ext cx="244550" cy="92151"/>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839667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4578">
                                            <p:txEl>
                                              <p:pRg st="1" end="1"/>
                                            </p:txEl>
                                          </p:spTgt>
                                        </p:tgtEl>
                                        <p:attrNameLst>
                                          <p:attrName>style.visibility</p:attrName>
                                        </p:attrNameLst>
                                      </p:cBhvr>
                                      <p:to>
                                        <p:strVal val="visible"/>
                                      </p:to>
                                    </p:set>
                                    <p:animEffect transition="in" filter="fade">
                                      <p:cBhvr>
                                        <p:cTn id="7" dur="500"/>
                                        <p:tgtEl>
                                          <p:spTgt spid="24578">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4578">
                                            <p:txEl>
                                              <p:pRg st="0" end="0"/>
                                            </p:txEl>
                                          </p:spTgt>
                                        </p:tgtEl>
                                        <p:attrNameLst>
                                          <p:attrName>style.visibility</p:attrName>
                                        </p:attrNameLst>
                                      </p:cBhvr>
                                      <p:to>
                                        <p:strVal val="visible"/>
                                      </p:to>
                                    </p:set>
                                    <p:animEffect transition="in" filter="fade">
                                      <p:cBhvr>
                                        <p:cTn id="15" dur="500"/>
                                        <p:tgtEl>
                                          <p:spTgt spid="24578">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4578">
                                            <p:txEl>
                                              <p:pRg st="4" end="4"/>
                                            </p:txEl>
                                          </p:spTgt>
                                        </p:tgtEl>
                                        <p:attrNameLst>
                                          <p:attrName>style.visibility</p:attrName>
                                        </p:attrNameLst>
                                      </p:cBhvr>
                                      <p:to>
                                        <p:strVal val="visible"/>
                                      </p:to>
                                    </p:set>
                                    <p:animEffect transition="in" filter="fade">
                                      <p:cBhvr>
                                        <p:cTn id="20" dur="500"/>
                                        <p:tgtEl>
                                          <p:spTgt spid="24578">
                                            <p:txEl>
                                              <p:pRg st="4" end="4"/>
                                            </p:txEl>
                                          </p:spTgt>
                                        </p:tgtEl>
                                      </p:cBhvr>
                                    </p:animEffect>
                                  </p:childTnLst>
                                </p:cTn>
                              </p:par>
                            </p:childTnLst>
                          </p:cTn>
                        </p:par>
                        <p:par>
                          <p:cTn id="21" fill="hold">
                            <p:stCondLst>
                              <p:cond delay="500"/>
                            </p:stCondLst>
                            <p:childTnLst>
                              <p:par>
                                <p:cTn id="22" presetID="10" presetClass="entr" presetSubtype="0" fill="hold" nodeType="after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1_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Chem105">
      <a:majorFont>
        <a:latin typeface="Comic Sans MS"/>
        <a:ea typeface=""/>
        <a:cs typeface=""/>
      </a:majorFont>
      <a:minorFont>
        <a:latin typeface="Arial"/>
        <a:ea typeface=""/>
        <a:cs typeface=""/>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2.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Rounded MT Bold"/>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efault Design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00"/>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Chem105">
      <a:majorFont>
        <a:latin typeface="Comic Sans MS"/>
        <a:ea typeface=""/>
        <a:cs typeface=""/>
      </a:majorFont>
      <a:minorFont>
        <a:latin typeface="Arial"/>
        <a:ea typeface=""/>
        <a:cs typeface=""/>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4.xml><?xml version="1.0" encoding="utf-8"?>
<a:theme xmlns:a="http://schemas.openxmlformats.org/drawingml/2006/main" name="4_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Chem105">
      <a:majorFont>
        <a:latin typeface="Comic Sans MS"/>
        <a:ea typeface=""/>
        <a:cs typeface=""/>
      </a:majorFont>
      <a:minorFont>
        <a:latin typeface="Arial"/>
        <a:ea typeface=""/>
        <a:cs typeface=""/>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31630</TotalTime>
  <Words>2065</Words>
  <Application>Microsoft Office PowerPoint</Application>
  <PresentationFormat>On-screen Show (4:3)</PresentationFormat>
  <Paragraphs>325</Paragraphs>
  <Slides>20</Slides>
  <Notes>15</Notes>
  <HiddenSlides>1</HiddenSlides>
  <MMClips>0</MMClips>
  <ScaleCrop>false</ScaleCrop>
  <HeadingPairs>
    <vt:vector size="8" baseType="variant">
      <vt:variant>
        <vt:lpstr>Fonts Used</vt:lpstr>
      </vt:variant>
      <vt:variant>
        <vt:i4>12</vt:i4>
      </vt:variant>
      <vt:variant>
        <vt:lpstr>Theme</vt:lpstr>
      </vt:variant>
      <vt:variant>
        <vt:i4>4</vt:i4>
      </vt:variant>
      <vt:variant>
        <vt:lpstr>Embedded OLE Servers</vt:lpstr>
      </vt:variant>
      <vt:variant>
        <vt:i4>1</vt:i4>
      </vt:variant>
      <vt:variant>
        <vt:lpstr>Slide Titles</vt:lpstr>
      </vt:variant>
      <vt:variant>
        <vt:i4>20</vt:i4>
      </vt:variant>
    </vt:vector>
  </HeadingPairs>
  <TitlesOfParts>
    <vt:vector size="37" baseType="lpstr">
      <vt:lpstr>ＭＳ Ｐゴシック</vt:lpstr>
      <vt:lpstr>Arial</vt:lpstr>
      <vt:lpstr>Arial Black</vt:lpstr>
      <vt:lpstr>Arial Rounded MT Bold</vt:lpstr>
      <vt:lpstr>Calibri</vt:lpstr>
      <vt:lpstr>Comic Sans MS</vt:lpstr>
      <vt:lpstr>Geneva</vt:lpstr>
      <vt:lpstr>HCo Ringside Narrow SSm</vt:lpstr>
      <vt:lpstr>Libre Baskerville</vt:lpstr>
      <vt:lpstr>Symbol</vt:lpstr>
      <vt:lpstr>Times</vt:lpstr>
      <vt:lpstr>Wingdings</vt:lpstr>
      <vt:lpstr>1_Vapor Trail</vt:lpstr>
      <vt:lpstr>1_Default Design</vt:lpstr>
      <vt:lpstr>2_Vapor Trail</vt:lpstr>
      <vt:lpstr>4_Vapor Trail</vt:lpstr>
      <vt:lpstr>Equation</vt:lpstr>
      <vt:lpstr>CHEM 105 Sections 31-49</vt:lpstr>
      <vt:lpstr>Lecture 15: 4.7-4.9</vt:lpstr>
      <vt:lpstr>Lewis recipe For predicting structure at a glance </vt:lpstr>
      <vt:lpstr>iClicker Quiz</vt:lpstr>
      <vt:lpstr>Cyanate OCN-</vt:lpstr>
      <vt:lpstr>Formal Charge (# valence e–) – (# e– ‘owned’ in structure)</vt:lpstr>
      <vt:lpstr>iClicker Quiz</vt:lpstr>
      <vt:lpstr>iClicker Quiz</vt:lpstr>
      <vt:lpstr>Rule Breakers</vt:lpstr>
      <vt:lpstr>iClicker Quiz</vt:lpstr>
      <vt:lpstr>Noble Gases Unreactive… or are they?</vt:lpstr>
      <vt:lpstr>iClicker Quiz</vt:lpstr>
      <vt:lpstr>PowerPoint Presentation</vt:lpstr>
      <vt:lpstr>Practice Drawing Lewis Structures: Expanded Octets</vt:lpstr>
      <vt:lpstr>Rule breakers</vt:lpstr>
      <vt:lpstr>Rule breakers</vt:lpstr>
      <vt:lpstr>Octet rule Exceptions</vt:lpstr>
      <vt:lpstr>Using Lewis Diagrams to Predict Structure</vt:lpstr>
      <vt:lpstr>Using Lewis Diagrams to Predict Structure</vt:lpstr>
      <vt:lpstr>Using Lewis Diagrams to Predict Structure</vt:lpstr>
    </vt:vector>
  </TitlesOfParts>
  <Company>Brigham Young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CHEM 105 Sections 1-20</dc:title>
  <dc:creator>sjl59</dc:creator>
  <cp:lastModifiedBy>Stacey Smith</cp:lastModifiedBy>
  <cp:revision>1840</cp:revision>
  <dcterms:created xsi:type="dcterms:W3CDTF">2013-12-07T22:53:23Z</dcterms:created>
  <dcterms:modified xsi:type="dcterms:W3CDTF">2024-10-09T17:40:12Z</dcterms:modified>
</cp:coreProperties>
</file>